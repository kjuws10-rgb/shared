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c8870d1d064131" /><Relationship Type="http://schemas.openxmlformats.org/officeDocument/2006/relationships/extended-properties" Target="/docProps/app.xml" Id="Rf2cb03fa99e44dd6" /><Relationship Type="http://schemas.openxmlformats.org/officeDocument/2006/relationships/officeDocument" Target="/ppt/presentation.xml" Id="Rc0a0f194606f44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27b2553fd14da6"/>
  </p:sldMasterIdLst>
  <p:notesMasterIdLst>
    <p:notesMasterId xmlns:r="http://schemas.openxmlformats.org/officeDocument/2006/relationships" r:id="Rc6fd953744974283"/>
  </p:notesMasterIdLst>
  <p:sldIdLst>
    <p:sldId xmlns:r="http://schemas.openxmlformats.org/officeDocument/2006/relationships" id="256" r:id="R176787ba769f42a4"/>
    <p:sldId xmlns:r="http://schemas.openxmlformats.org/officeDocument/2006/relationships" id="257" r:id="R7472a6f5f9f24177"/>
    <p:sldId xmlns:r="http://schemas.openxmlformats.org/officeDocument/2006/relationships" id="258" r:id="Rdf656f44e8fa45be"/>
  </p:sldIdLst>
  <p:sldSz cx="1512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7a8892e4e4c06" /><Relationship Type="http://schemas.openxmlformats.org/officeDocument/2006/relationships/slideMaster" Target="/ppt/slideMasters/slideMaster1.xml" Id="Ree27b2553fd14da6" /><Relationship Type="http://schemas.openxmlformats.org/officeDocument/2006/relationships/notesMaster" Target="/ppt/notesMasters/notesMaster1.xml" Id="Rc6fd953744974283" /><Relationship Type="http://schemas.openxmlformats.org/officeDocument/2006/relationships/presProps" Target="/ppt/presProps.xml" Id="R8d5c0c3fe9f240ef" /><Relationship Type="http://schemas.openxmlformats.org/officeDocument/2006/relationships/tableStyles" Target="/ppt/tableStyles.xml" Id="R427fcfc7ea45423d" /><Relationship Type="http://schemas.openxmlformats.org/officeDocument/2006/relationships/slide" Target="/ppt/slides/slide1.xml" Id="R176787ba769f42a4" /><Relationship Type="http://schemas.openxmlformats.org/officeDocument/2006/relationships/slide" Target="/ppt/slides/slide2.xml" Id="R7472a6f5f9f24177" /><Relationship Type="http://schemas.openxmlformats.org/officeDocument/2006/relationships/slide" Target="/ppt/slides/slide3.xml" Id="Rdf656f44e8fa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e5486b4c23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58256b409e41cb" /><Relationship Type="http://schemas.openxmlformats.org/officeDocument/2006/relationships/notesMaster" Target="/ppt/notesMasters/notesMaster1.xml" Id="Rfb9d76c98d07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31ce892b5747b3" /><Relationship Type="http://schemas.openxmlformats.org/officeDocument/2006/relationships/notesMaster" Target="/ppt/notesMasters/notesMaster1.xml" Id="R7e831dd3f0d246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2aa54acb94603" /><Relationship Type="http://schemas.openxmlformats.org/officeDocument/2006/relationships/notesMaster" Target="/ppt/notesMasters/notesMaster1.xml" Id="R66e49e9d69c04a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자료: A3_LD_AutoJobChange_IPS_Proposal_3pages.pdf 1페이지 및 사용자 제공 A3 LD 시퀀스/기술자료.</a:t>
            </a:r>
          </a:p>
          <a:p xmlns:a="http://schemas.openxmlformats.org/drawingml/2006/main">
            <a:r>
              <a:t>첨부 조건: Passive 기판 투입과 Center Pin 이동은 동시 진행. C01~C10은 협의 항목이며 Recovery 방법은 미확정.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자료: A3_LD_AutoJobChange_IPS_Proposal_3pages.pdf 2페이지 및 사용자 제공 A3 LD 시퀀스/기술자료.</a:t>
            </a:r>
          </a:p>
          <a:p xmlns:a="http://schemas.openxmlformats.org/drawingml/2006/main">
            <a:r>
              <a:t>첨부 조건: Passive 기판 투입과 Center Pin 이동은 동시 진행. C01~C10은 협의 항목이며 Recovery 방법은 미확정.</a:t>
            </a:r>
          </a:p>
          <a:p xmlns:a="http://schemas.openxmlformats.org/drawingml/2006/main">
            <a:r>
              <a:t>차트 데이터(초): D=5, L=30, P=25, S=15, A=25, W=20, F=10. 검토용 예시로 전체 90초, 직렬130초, 단축40초. 실측값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 자료: A3_LD_AutoJobChange_IPS_Proposal_3pages.pdf 3페이지 및 사용자 제공 A3 LD 시퀀스/기술자료.</a:t>
            </a:r>
          </a:p>
          <a:p xmlns:a="http://schemas.openxmlformats.org/drawingml/2006/main">
            <a:r>
              <a:t>첨부 조건: Passive 기판 투입과 Center Pin 이동은 동시 진행. C01~C10은 협의 항목이며 Recovery 방법은 미확정.</a:t>
            </a:r>
          </a:p>
          <a:p xmlns:a="http://schemas.openxmlformats.org/drawingml/2006/main">
            <a:r>
              <a:t>
PPID 추가 전체 59항목 (제안 / 번호·형식·범위·단위 협의)
904 | GLASS_MODEL_CODE | ASCII | 상위 양산 Model Code와 LD 레시피 매핑 키 | - ~ 문자 길이 협의 | 문자열
905 | RECIPE_VERSION | UINT32 | 현재 PPID 바디 개정 버전 | 1 ~ 버전 운영 협의 | 1
906 | PIN_PROFILE_ID | UINT16 | PLC에 사전 등록된 핀 배치 식별자 | 1 ~ 테이블 용량 협의 | 1
907 | PIN_PROFILE_VERSION | UINT32 | 선택 핀 테이블 개정 버전 | 1 ~ 버전 운영 협의 | 1
908 | PIN_PROFILE_CHECKSUM | DWORD | 선택 핀 테이블 내용 대조값 | - ~ 계산 방식 협의 | CRC/Checksum 협의
909 | ACTIVE_HEAD_MASK | UINT16 | bit0=H01 … bit7=H08; 가공·설정·파워 대상 | 0 ~ 255 | 0의 운용 협의
910 | DISTORTION_KEY_SOURCE | UINT16 | 0=Recipe 좌표 / 1=Glass Data 좌표 제안 | 0 ~ 1 | 열거값 협의
911 | DISTORTION_KEY_COUNT | UINT16 | EV 파인 얼라인 포함 총 키 수 | 0 ~ 10 | N=0·최소 수 협의
912 | DISTORTION_KEY1_USE | UINT16 | Key 1 사용 여부 | 0 ~ 1 | 1
913 | DISTORTION_KEY1_X | INT32 | Key 1 설계 위치 X | 기구 하한 ~ 기구 상한 | mm / 스케일 협의
914 | DISTORTION_KEY1_Y | INT32 | Key 1 설계 위치 Y | 기구 하한 ~ 기구 상한 | mm / 스케일 협의
915 | DISTORTION_KEY2_USE | UINT16 | Key 2 사용 여부 | 0 ~ 1 | 1
916 | DISTORTION_KEY2_X | INT32 | Key 2 설계 위치 X | 기구 하한 ~ 기구 상한 | mm / 스케일 협의
917 | DISTORTION_KEY2_Y | INT32 | Key 2 설계 위치 Y | 기구 하한 ~ 기구 상한 | mm / 스케일 협의
918 | DISTORTION_KEY3_USE | UINT16 | Key 3 사용 여부 | 0 ~ 1 | 1
919 | DISTORTION_KEY3_X | INT32 | Key 3 설계 위치 X | 기구 하한 ~ 기구 상한 | mm / 스케일 협의
920 | DISTORTION_KEY3_Y | INT32 | Key 3 설계 위치 Y | 기구 하한 ~ 기구 상한 | mm / 스케일 협의
921 | DISTORTION_KEY4_USE | UINT16 | Key 4 사용 여부 | 0 ~ 1 | 1
922 | DISTORTION_KEY4_X | INT32 | Key 4 설계 위치 X | 기구 하한 ~ 기구 상한 | mm / 스케일 협의
923 | DISTORTION_KEY4_Y | INT32 | Key 4 설계 위치 Y | 기구 하한 ~ 기구 상한 | mm / 스케일 협의
924 | DISTORTION_KEY5_USE | UINT16 | Key 5 사용 여부 | 0 ~ 1 | 1
925 | DISTORTION_KEY5_X | INT32 | Key 5 설계 위치 X | 기구 하한 ~ 기구 상한 | mm / 스케일 협의
926 | DISTORTION_KEY5_Y | INT32 | Key 5 설계 위치 Y | 기구 하한 ~ 기구 상한 | mm / 스케일 협의
927 | DISTORTION_KEY6_USE | UINT16 | Key 6 사용 여부 | 0 ~ 1 | 1
928 | DISTORTION_KEY6_X | INT32 | Key 6 설계 위치 X | 기구 하한 ~ 기구 상한 | mm / 스케일 협의
929 | DISTORTION_KEY6_Y | INT32 | Key 6 설계 위치 Y | 기구 하한 ~ 기구 상한 | mm / 스케일 협의
930 | DISTORTION_KEY7_USE | UINT16 | Key 7 사용 여부 | 0 ~ 1 | 1
931 | DISTORTION_KEY7_X | INT32 | Key 7 설계 위치 X | 기구 하한 ~ 기구 상한 | mm / 스케일 협의
932 | DISTORTION_KEY7_Y | INT32 | Key 7 설계 위치 Y | 기구 하한 ~ 기구 상한 | mm / 스케일 협의
933 | DISTORTION_KEY8_USE | UINT16 | Key 8 사용 여부 | 0 ~ 1 | 1
934 | DISTORTION_KEY8_X | INT32 | Key 8 설계 위치 X | 기구 하한 ~ 기구 상한 | mm / 스케일 협의
935 | DISTORTION_KEY8_Y | INT32 | Key 8 설계 위치 Y | 기구 하한 ~ 기구 상한 | mm / 스케일 협의
936 | DISTORTION_KEY9_USE | UINT16 | Key 9 사용 여부 | 0 ~ 1 | 1
937 | DISTORTION_KEY9_X | INT32 | Key 9 설계 위치 X | 기구 하한 ~ 기구 상한 | mm / 스케일 협의
938 | DISTORTION_KEY9_Y | INT32 | Key 9 설계 위치 Y | 기구 하한 ~ 기구 상한 | mm / 스케일 협의
939 | DISTORTION_KEY10_USE | UINT16 | Key 10 사용 여부 | 0 ~ 1 | 1
940 | DISTORTION_KEY10_X | INT32 | Key 10 설계 위치 X | 기구 하한 ~ 기구 상한 | mm / 스케일 협의
941 | DISTORTION_KEY10_Y | INT32 | Key 10 설계 위치 Y | 기구 하한 ~ 기구 상한 | mm / 스케일 협의
942 | HEAD1_POWER_TOLERANCE | INT32 | Head 1 목표 파워 대비 허용 절대 오차 | 0 ~ 공정 기준 협의 | W / 스케일 협의
943 | HEAD2_POWER_TOLERANCE | INT32 | Head 2 목표 파워 대비 허용 절대 오차 | 0 ~ 공정 기준 협의 | W / 스케일 협의
944 | HEAD3_POWER_TOLERANCE | INT32 | Head 3 목표 파워 대비 허용 절대 오차 | 0 ~ 공정 기준 협의 | W / 스케일 협의
945 | HEAD4_POWER_TOLERANCE | INT32 | Head 4 목표 파워 대비 허용 절대 오차 | 0 ~ 공정 기준 협의 | W / 스케일 협의
946 | HEAD5_POWER_TOLERANCE | INT32 | Head 5 목표 파워 대비 허용 절대 오차 | 0 ~ 공정 기준 협의 | W / 스케일 협의
947 | HEAD6_POWER_TOLERANCE | INT32 | Head 6 목표 파워 대비 허용 절대 오차 | 0 ~ 공정 기준 협의 | W / 스케일 협의
948 | HEAD7_POWER_TOLERANCE | INT32 | Head 7 목표 파워 대비 허용 절대 오차 | 0 ~ 공정 기준 협의 | W / 스케일 협의
949 | HEAD8_POWER_TOLERANCE | INT32 | Head 8 목표 파워 대비 허용 절대 오차 | 0 ~ 공정 기준 협의 | W / 스케일 협의
950 | POWER_MEASURE_MODE | UINT16 | 0=전환마다 / 1=조건·유효성 기준 측정 제안 | 0 ~ 1 | 정책 협의
951 | POWER_VALID_TIME | INT32 | 동일 조건 파워 결과 유효기간 | 0 ~ 운영 상한 협의 | s / 0 의미 협의
952 | POWER_STABLE_TIME | INT32 | ATT 적용 후 측정 전 정착 시간 | 0 ~ 광학 기준 협의 | ms
953 | HEAD1_REVIEW_REF_BRANCH | UINT16 | Head 1 Review 기준 DOE Branch | 1 ~ DOE 구성에 따른 N | 4×4 시 1~16
954 | HEAD2_REVIEW_REF_BRANCH | UINT16 | Head 2 Review 기준 DOE Branch | 1 ~ DOE 구성에 따른 N | 4×4 시 1~16
955 | HEAD3_REVIEW_REF_BRANCH | UINT16 | Head 3 Review 기준 DOE Branch | 1 ~ DOE 구성에 따른 N | 4×4 시 1~16
956 | HEAD4_REVIEW_REF_BRANCH | UINT16 | Head 4 Review 기준 DOE Branch | 1 ~ DOE 구성에 따른 N | 4×4 시 1~16
957 | HEAD5_REVIEW_REF_BRANCH | UINT16 | Head 5 Review 기준 DOE Branch | 1 ~ DOE 구성에 따른 N | 4×4 시 1~16
958 | HEAD6_REVIEW_REF_BRANCH | UINT16 | Head 6 Review 기준 DOE Branch | 1 ~ DOE 구성에 따른 N | 4×4 시 1~16
959 | HEAD7_REVIEW_REF_BRANCH | UINT16 | Head 7 Review 기준 DOE Branch | 1 ~ DOE 구성에 따른 N | 4×4 시 1~16
960 | HEAD8_REVIEW_REF_BRANCH | UINT16 | Head 8 Review 기준 DOE Branch | 1 ~ DOE 구성에 따른 N | 4×4 시 1~16
961 | GLASS_SIZE_X | INT32 | 모델별 기판 폭 및 Cell/Key 범위 검증 | 0 ~ 기구 상한 협의 | mm / 스케일 협의
962 | GLASS_SIZE_Y | INT32 | 모델별 기판 길이 및 Cell/Key 범위 검증 | 0 ~ 기구 상한 협의 | mm / 스케일 협의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deaad77c945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0b4eddd4d4e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a15ae487f41e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d60bc0ca34d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4aa76e08f45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5219fe0c549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0CFD8D-E966-433B-B52F-97CDE33AE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000" y="4039200"/>
            <a:ext cx="12096000" cy="15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152D47-41A8-4428-84E8-CEDD1204DB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8000" y="5880600"/>
            <a:ext cx="10584000" cy="11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4C7E2E-8DCC-4E42-B31E-2D65B8B8EF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000" y="4455000"/>
            <a:ext cx="12096000" cy="178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202EC4-CEB9-4845-80DA-F5953575E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0F5C9E-0B91-472B-B183-EA5E120C52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13419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E04A2C-1AE7-4820-BAA7-F7B6F8511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F0130B-93E5-4F2D-852B-89AD90AB7F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3A423B-AC21-43B0-B7B2-D2BF61CF17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32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D8142-68FE-4DE3-B4D7-FE0843396B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500" y="831600"/>
            <a:ext cx="134190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1C8793-4284-4DE0-AA15-2C74427549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500" y="2970000"/>
            <a:ext cx="62370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1pPr>
            <a:lvl2pPr marL="66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2pPr>
            <a:lvl3pPr marL="103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3pPr>
            <a:lvl4pPr marL="141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4pPr>
            <a:lvl5pPr marL="1795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5pPr>
            <a:lvl6pPr marL="2173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6pPr>
            <a:lvl7pPr marL="2551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7pPr>
            <a:lvl8pPr marL="2929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8pPr>
            <a:lvl9pPr marL="3307500" indent="-283500">
              <a:lnSpc>
                <a:spcPct val="110000"/>
              </a:lnSpc>
              <a:spcBef>
                <a:spcPts val="0"/>
              </a:spcBef>
              <a:spcAft>
                <a:spcPts val="148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d5a40e97a9495f" /><Relationship Type="http://schemas.openxmlformats.org/officeDocument/2006/relationships/slideLayout" Target="/ppt/slideLayouts/slideLayout1.xml" Id="R8db5bae0246447fe" /><Relationship Type="http://schemas.openxmlformats.org/officeDocument/2006/relationships/slideLayout" Target="/ppt/slideLayouts/slideLayout2.xml" Id="Rc91eee59d4724b88" /><Relationship Type="http://schemas.openxmlformats.org/officeDocument/2006/relationships/slideLayout" Target="/ppt/slideLayouts/slideLayout3.xml" Id="Rf5d4ab00e97a4a28" /><Relationship Type="http://schemas.openxmlformats.org/officeDocument/2006/relationships/slideLayout" Target="/ppt/slideLayouts/slideLayout4.xml" Id="Rc6ec9cb0f56c4e4d" /><Relationship Type="http://schemas.openxmlformats.org/officeDocument/2006/relationships/slideLayout" Target="/ppt/slideLayouts/slideLayout5.xml" Id="Rcc49382498f54bbd" /><Relationship Type="http://schemas.openxmlformats.org/officeDocument/2006/relationships/slideLayout" Target="/ppt/slideLayouts/slideLayout6.xml" Id="R59d63e95a9f144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b5bae0246447fe"/>
    <p:sldLayoutId xmlns:r="http://schemas.openxmlformats.org/officeDocument/2006/relationships" id="2147483650" r:id="Rc91eee59d4724b88"/>
    <p:sldLayoutId xmlns:r="http://schemas.openxmlformats.org/officeDocument/2006/relationships" id="2147483651" r:id="Rf5d4ab00e97a4a28"/>
    <p:sldLayoutId xmlns:r="http://schemas.openxmlformats.org/officeDocument/2006/relationships" id="2147483652" r:id="Rc6ec9cb0f56c4e4d"/>
    <p:sldLayoutId xmlns:r="http://schemas.openxmlformats.org/officeDocument/2006/relationships" id="2147483653" r:id="Rcc49382498f54bbd"/>
    <p:sldLayoutId xmlns:r="http://schemas.openxmlformats.org/officeDocument/2006/relationships" id="2147483654" r:id="R59d63e95a9f1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8f4ffa9276412b" /><Relationship Type="http://schemas.openxmlformats.org/officeDocument/2006/relationships/notesSlide" Target="/ppt/notesSlides/notesSlide1.xml" Id="Rb51adbbf60f94b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ee0f3d18e497d" /><Relationship Type="http://schemas.openxmlformats.org/officeDocument/2006/relationships/chart" Target="/ppt/slides/charts/chart1.xml" Id="R6decd37111434e30" /><Relationship Type="http://schemas.openxmlformats.org/officeDocument/2006/relationships/notesSlide" Target="/ppt/notesSlides/notesSlide2.xml" Id="R5b1f8da42393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68b1da9034dbf" /><Relationship Type="http://schemas.openxmlformats.org/officeDocument/2006/relationships/notesSlide" Target="/ppt/notesSlides/notesSlide3.xml" Id="Raf65f9fe029f4b1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시작 시각 (s)</c:v>
          </c:tx>
          <c:spPr>
            <a:noFill xmlns:a="http://schemas.openxmlformats.org/drawingml/2006/main"/>
            <a:ln xmlns:a="http://schemas.openxmlformats.org/drawingml/2006/main" w="0">
              <a:noFill/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F · 보고 / RMS</c:v>
              </c:pt>
              <c:pt idx="1">
                <c:v>W · 파워 / ATT</c:v>
              </c:pt>
              <c:pt idx="2">
                <c:v>A · Chuck / Align</c:v>
              </c:pt>
              <c:pt idx="3">
                <c:v>S · PC 설정</c:v>
              </c:pt>
              <c:pt idx="4">
                <c:v>P · Center Pin</c:v>
              </c:pt>
              <c:pt idx="5">
                <c:v>L · Passive 투입</c:v>
              </c:pt>
              <c:pt idx="6">
                <c:v>D · 정보 / 매핑</c:v>
              </c:pt>
            </c:strLit>
          </c:cat>
          <c:val>
            <c:numLit>
              <c:formatCode>General</c:formatCode>
              <c:ptCount val="7"/>
              <c:pt idx="0">
                <c:v>80</c:v>
              </c:pt>
              <c:pt idx="1">
                <c:v>60</c:v>
              </c:pt>
              <c:pt idx="2">
                <c:v>35</c:v>
              </c:pt>
              <c:pt idx="3">
                <c:v>5</c:v>
              </c:pt>
              <c:pt idx="4">
                <c:v>5</c:v>
              </c:pt>
              <c:pt idx="5">
                <c:v>5</c:v>
              </c:pt>
              <c:pt idx="6">
                <c:v>0</c:v>
              </c:pt>
            </c:numLit>
          </c:val>
        </c:ser>
        <c:ser>
          <c:idx val="1"/>
          <c:order val="1"/>
          <c:tx>
            <c:v>소요 시간 (s)</c:v>
          </c:tx>
          <c:spPr>
            <a:solidFill xmlns:a="http://schemas.openxmlformats.org/drawingml/2006/main">
              <a:srgbClr val="507087"/>
            </a:solidFill>
            <a:ln xmlns:a="http://schemas.openxmlformats.org/drawingml/2006/main" w="0">
              <a:noFill/>
              <a:prstDash val="solid"/>
            </a:ln>
          </c:spPr>
          <c:dPt>
            <c:idx val="0"/>
            <c:invertIfNegative val="0"/>
            <c:spPr>
              <a:solidFill xmlns:a="http://schemas.openxmlformats.org/drawingml/2006/main">
                <a:srgbClr val="308971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7A6DAF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526BA1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3178BA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D38835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078B9D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506C81"/>
              </a:solidFill>
              <a:ln xmlns:a="http://schemas.openxmlformats.org/drawingml/2006/main" w="0">
                <a:noFill/>
                <a:prstDash val="solid"/>
              </a:ln>
            </c:spPr>
          </c:dPt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7"/>
              <c:pt idx="0">
                <c:v>F · 보고 / RMS</c:v>
              </c:pt>
              <c:pt idx="1">
                <c:v>W · 파워 / ATT</c:v>
              </c:pt>
              <c:pt idx="2">
                <c:v>A · Chuck / Align</c:v>
              </c:pt>
              <c:pt idx="3">
                <c:v>S · PC 설정</c:v>
              </c:pt>
              <c:pt idx="4">
                <c:v>P · Center Pin</c:v>
              </c:pt>
              <c:pt idx="5">
                <c:v>L · Passive 투입</c:v>
              </c:pt>
              <c:pt idx="6">
                <c:v>D · 정보 / 매핑</c:v>
              </c:pt>
            </c:strLit>
          </c:cat>
          <c:val>
            <c:numLit>
              <c:formatCode>General</c:formatCode>
              <c:ptCount val="7"/>
              <c:pt idx="0">
                <c:v>10</c:v>
              </c:pt>
              <c:pt idx="1">
                <c:v>20</c:v>
              </c:pt>
              <c:pt idx="2">
                <c:v>25</c:v>
              </c:pt>
              <c:pt idx="3">
                <c:v>15</c:v>
              </c:pt>
              <c:pt idx="4">
                <c:v>25</c:v>
              </c:pt>
              <c:pt idx="5">
                <c:v>30</c:v>
              </c:pt>
              <c:pt idx="6">
                <c:v>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KR"/>
                  <a:ea typeface="Noto Sans CJK KR"/>
                  <a:cs typeface="Noto Sans CJK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1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defRPr>
            </a:pPr>
          </a:p>
        </c:txPr>
        <c:crossAx val="48650112"/>
        <c:crossBetween val="between"/>
        <c:majorUnit val="3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page1-vector-1">
            <a:extLst xmlns:a="http://schemas.openxmlformats.org/drawingml/2006/main">
              <a:ext uri="{FF2B5EF4-FFF2-40B4-BE49-F238E27FC236}">
                <a16:creationId xmlns:a16="http://schemas.microsoft.com/office/drawing/2014/main" id="{D5368D86-411E-431A-9630-FAD4A80B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60000"/>
            <a:ext cx="14400000" cy="9972000"/>
          </a:xfrm>
          <a:custGeom xmlns:a="http://schemas.openxmlformats.org/drawingml/2006/main">
            <a:pathLst>
              <a:path w="14400000" h="9972000">
                <a:moveTo>
                  <a:pt x="0" y="9972000"/>
                </a:moveTo>
                <a:lnTo>
                  <a:pt x="14400000" y="9972000"/>
                </a:lnTo>
                <a:lnTo>
                  <a:pt x="14400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1-vector-2">
            <a:extLst xmlns:a="http://schemas.openxmlformats.org/drawingml/2006/main">
              <a:ext uri="{FF2B5EF4-FFF2-40B4-BE49-F238E27FC236}">
                <a16:creationId xmlns:a16="http://schemas.microsoft.com/office/drawing/2014/main" id="{E72DF488-6C3D-4DB0-BED0-11D7B851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60000"/>
            <a:ext cx="14400000" cy="9954001"/>
          </a:xfrm>
          <a:custGeom xmlns:a="http://schemas.openxmlformats.org/drawingml/2006/main">
            <a:pathLst>
              <a:path w="14400000" h="9954001">
                <a:moveTo>
                  <a:pt x="0" y="9954001"/>
                </a:moveTo>
                <a:lnTo>
                  <a:pt x="14400000" y="9954001"/>
                </a:lnTo>
                <a:lnTo>
                  <a:pt x="14400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1-vector-3">
            <a:extLst xmlns:a="http://schemas.openxmlformats.org/drawingml/2006/main">
              <a:ext uri="{FF2B5EF4-FFF2-40B4-BE49-F238E27FC236}">
                <a16:creationId xmlns:a16="http://schemas.microsoft.com/office/drawing/2014/main" id="{1EE24FA0-DBDA-4840-BD8B-3738AC1E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540000"/>
            <a:ext cx="13824000" cy="860869"/>
          </a:xfrm>
          <a:custGeom xmlns:a="http://schemas.openxmlformats.org/drawingml/2006/main">
            <a:pathLst>
              <a:path w="13824000" h="860869">
                <a:moveTo>
                  <a:pt x="0" y="841819"/>
                </a:moveTo>
                <a:lnTo>
                  <a:pt x="13824000" y="841819"/>
                </a:lnTo>
                <a:lnTo>
                  <a:pt x="1382400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3824000" y="0"/>
                </a:lnTo>
                <a:lnTo>
                  <a:pt x="13824000" y="860869"/>
                </a:lnTo>
                <a:lnTo>
                  <a:pt x="0" y="860869"/>
                </a:lnTo>
                <a:close/>
              </a:path>
            </a:pathLst>
          </a:custGeom>
          <a:solidFill xmlns:a="http://schemas.openxmlformats.org/drawingml/2006/main">
            <a:srgbClr val="193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1-vector-4">
            <a:extLst xmlns:a="http://schemas.openxmlformats.org/drawingml/2006/main">
              <a:ext uri="{FF2B5EF4-FFF2-40B4-BE49-F238E27FC236}">
                <a16:creationId xmlns:a16="http://schemas.microsoft.com/office/drawing/2014/main" id="{940ACA2C-0CEB-40BC-AF90-36274DD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496119"/>
            <a:ext cx="13824000" cy="366713"/>
          </a:xfrm>
          <a:custGeom xmlns:a="http://schemas.openxmlformats.org/drawingml/2006/main">
            <a:pathLst>
              <a:path w="13824000" h="366713">
                <a:moveTo>
                  <a:pt x="0" y="366713"/>
                </a:moveTo>
                <a:lnTo>
                  <a:pt x="13824000" y="366713"/>
                </a:lnTo>
                <a:lnTo>
                  <a:pt x="13824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F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1-vector-5">
            <a:extLst xmlns:a="http://schemas.openxmlformats.org/drawingml/2006/main">
              <a:ext uri="{FF2B5EF4-FFF2-40B4-BE49-F238E27FC236}">
                <a16:creationId xmlns:a16="http://schemas.microsoft.com/office/drawing/2014/main" id="{80639693-81BD-46A3-B1D8-79040AC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496119"/>
            <a:ext cx="13824000" cy="366713"/>
          </a:xfrm>
          <a:custGeom xmlns:a="http://schemas.openxmlformats.org/drawingml/2006/main">
            <a:pathLst>
              <a:path w="13824000" h="366713">
                <a:moveTo>
                  <a:pt x="38100" y="366713"/>
                </a:moveTo>
                <a:lnTo>
                  <a:pt x="13824000" y="366713"/>
                </a:lnTo>
                <a:lnTo>
                  <a:pt x="13824000" y="0"/>
                </a:lnTo>
                <a:lnTo>
                  <a:pt x="38100" y="0"/>
                </a:lnTo>
                <a:close/>
                <a:moveTo>
                  <a:pt x="0" y="0"/>
                </a:moveTo>
                <a:lnTo>
                  <a:pt x="13824000" y="0"/>
                </a:lnTo>
                <a:lnTo>
                  <a:pt x="13824000" y="366713"/>
                </a:lnTo>
                <a:lnTo>
                  <a:pt x="0" y="366713"/>
                </a:lnTo>
                <a:close/>
              </a:path>
            </a:pathLst>
          </a:custGeom>
          <a:solidFill xmlns:a="http://schemas.openxmlformats.org/drawingml/2006/main">
            <a:srgbClr val="1699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1-vector-6">
            <a:extLst xmlns:a="http://schemas.openxmlformats.org/drawingml/2006/main">
              <a:ext uri="{FF2B5EF4-FFF2-40B4-BE49-F238E27FC236}">
                <a16:creationId xmlns:a16="http://schemas.microsoft.com/office/drawing/2014/main" id="{919EF377-DF74-4295-8A5A-B3016B19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958082"/>
            <a:ext cx="9345144" cy="7489983"/>
          </a:xfrm>
          <a:custGeom xmlns:a="http://schemas.openxmlformats.org/drawingml/2006/main">
            <a:pathLst>
              <a:path w="9345144" h="7489983">
                <a:moveTo>
                  <a:pt x="0" y="7489983"/>
                </a:moveTo>
                <a:lnTo>
                  <a:pt x="9345144" y="7489983"/>
                </a:lnTo>
                <a:lnTo>
                  <a:pt x="934514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1-vector-7">
            <a:extLst xmlns:a="http://schemas.openxmlformats.org/drawingml/2006/main">
              <a:ext uri="{FF2B5EF4-FFF2-40B4-BE49-F238E27FC236}">
                <a16:creationId xmlns:a16="http://schemas.microsoft.com/office/drawing/2014/main" id="{788AB1BD-2B9C-425A-BD0E-22593A55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958082"/>
            <a:ext cx="9345145" cy="7489984"/>
          </a:xfrm>
          <a:custGeom xmlns:a="http://schemas.openxmlformats.org/drawingml/2006/main">
            <a:pathLst>
              <a:path w="9345145" h="7489984">
                <a:moveTo>
                  <a:pt x="76200" y="9525"/>
                </a:moveTo>
                <a:cubicBezTo>
                  <a:pt x="39529" y="9525"/>
                  <a:pt x="9525" y="39529"/>
                  <a:pt x="9525" y="76200"/>
                </a:cubicBezTo>
                <a:lnTo>
                  <a:pt x="9525" y="7413784"/>
                </a:lnTo>
                <a:cubicBezTo>
                  <a:pt x="9525" y="7450455"/>
                  <a:pt x="39529" y="7480459"/>
                  <a:pt x="76200" y="7480459"/>
                </a:cubicBezTo>
                <a:lnTo>
                  <a:pt x="9268945" y="7480459"/>
                </a:lnTo>
                <a:cubicBezTo>
                  <a:pt x="9305616" y="7480459"/>
                  <a:pt x="9335620" y="7450455"/>
                  <a:pt x="9335620" y="7413784"/>
                </a:cubicBezTo>
                <a:lnTo>
                  <a:pt x="9335620" y="76200"/>
                </a:lnTo>
                <a:cubicBezTo>
                  <a:pt x="9335620" y="39529"/>
                  <a:pt x="9305616" y="9525"/>
                  <a:pt x="9268945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9268945" y="0"/>
                </a:lnTo>
                <a:cubicBezTo>
                  <a:pt x="9310854" y="0"/>
                  <a:pt x="9345145" y="34290"/>
                  <a:pt x="9345145" y="76200"/>
                </a:cubicBezTo>
                <a:lnTo>
                  <a:pt x="9345145" y="7413784"/>
                </a:lnTo>
                <a:cubicBezTo>
                  <a:pt x="9345145" y="7455694"/>
                  <a:pt x="9310854" y="7489984"/>
                  <a:pt x="9268945" y="7489984"/>
                </a:cubicBezTo>
                <a:lnTo>
                  <a:pt x="76200" y="7489984"/>
                </a:lnTo>
                <a:cubicBezTo>
                  <a:pt x="34290" y="7489984"/>
                  <a:pt x="0" y="7455694"/>
                  <a:pt x="0" y="7413784"/>
                </a:cubicBezTo>
                <a:lnTo>
                  <a:pt x="0" y="76200"/>
                </a:lnTo>
                <a:cubicBezTo>
                  <a:pt x="0" y="34290"/>
                  <a:pt x="34290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1-vector-8">
            <a:extLst xmlns:a="http://schemas.openxmlformats.org/drawingml/2006/main">
              <a:ext uri="{FF2B5EF4-FFF2-40B4-BE49-F238E27FC236}">
                <a16:creationId xmlns:a16="http://schemas.microsoft.com/office/drawing/2014/main" id="{2FED0251-7DFB-4A15-A855-62AF0D91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45" y="1958082"/>
            <a:ext cx="4326455" cy="3047047"/>
          </a:xfrm>
          <a:custGeom xmlns:a="http://schemas.openxmlformats.org/drawingml/2006/main">
            <a:pathLst>
              <a:path w="4326455" h="3047047">
                <a:moveTo>
                  <a:pt x="0" y="3047047"/>
                </a:moveTo>
                <a:lnTo>
                  <a:pt x="4326455" y="3047047"/>
                </a:lnTo>
                <a:lnTo>
                  <a:pt x="43264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1-vector-9">
            <a:extLst xmlns:a="http://schemas.openxmlformats.org/drawingml/2006/main">
              <a:ext uri="{FF2B5EF4-FFF2-40B4-BE49-F238E27FC236}">
                <a16:creationId xmlns:a16="http://schemas.microsoft.com/office/drawing/2014/main" id="{AEE6DC39-476B-4009-97B1-3AFE69D9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45" y="1958082"/>
            <a:ext cx="4326455" cy="3047047"/>
          </a:xfrm>
          <a:custGeom xmlns:a="http://schemas.openxmlformats.org/drawingml/2006/main">
            <a:pathLst>
              <a:path w="4326455" h="3047047">
                <a:moveTo>
                  <a:pt x="76200" y="9525"/>
                </a:moveTo>
                <a:cubicBezTo>
                  <a:pt x="39528" y="9525"/>
                  <a:pt x="9525" y="39529"/>
                  <a:pt x="9525" y="76200"/>
                </a:cubicBezTo>
                <a:lnTo>
                  <a:pt x="9525" y="2970847"/>
                </a:lnTo>
                <a:cubicBezTo>
                  <a:pt x="9525" y="3007519"/>
                  <a:pt x="39528" y="3037522"/>
                  <a:pt x="76200" y="3037522"/>
                </a:cubicBezTo>
                <a:lnTo>
                  <a:pt x="4250255" y="3037522"/>
                </a:lnTo>
                <a:cubicBezTo>
                  <a:pt x="4286926" y="3037522"/>
                  <a:pt x="4316930" y="3007519"/>
                  <a:pt x="4316930" y="2970847"/>
                </a:cubicBezTo>
                <a:lnTo>
                  <a:pt x="4316930" y="76200"/>
                </a:lnTo>
                <a:cubicBezTo>
                  <a:pt x="4316930" y="39529"/>
                  <a:pt x="4286926" y="9525"/>
                  <a:pt x="4250255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4250255" y="0"/>
                </a:lnTo>
                <a:cubicBezTo>
                  <a:pt x="4292164" y="0"/>
                  <a:pt x="4326455" y="34290"/>
                  <a:pt x="4326455" y="76200"/>
                </a:cubicBezTo>
                <a:lnTo>
                  <a:pt x="4326455" y="2970847"/>
                </a:lnTo>
                <a:cubicBezTo>
                  <a:pt x="4326455" y="3012758"/>
                  <a:pt x="4292164" y="3047047"/>
                  <a:pt x="4250255" y="3047047"/>
                </a:cubicBezTo>
                <a:lnTo>
                  <a:pt x="76200" y="3047047"/>
                </a:lnTo>
                <a:cubicBezTo>
                  <a:pt x="34289" y="3047047"/>
                  <a:pt x="0" y="3012758"/>
                  <a:pt x="0" y="2970847"/>
                </a:cubicBezTo>
                <a:lnTo>
                  <a:pt x="0" y="76200"/>
                </a:lnTo>
                <a:cubicBezTo>
                  <a:pt x="0" y="34290"/>
                  <a:pt x="34289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1-vector-20">
            <a:extLst xmlns:a="http://schemas.openxmlformats.org/drawingml/2006/main">
              <a:ext uri="{FF2B5EF4-FFF2-40B4-BE49-F238E27FC236}">
                <a16:creationId xmlns:a16="http://schemas.microsoft.com/office/drawing/2014/main" id="{9B0D2D0B-B38E-4CFE-B25A-F39CD610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4358620"/>
            <a:ext cx="4078805" cy="541734"/>
          </a:xfrm>
          <a:custGeom xmlns:a="http://schemas.openxmlformats.org/drawingml/2006/main">
            <a:pathLst>
              <a:path w="4078805" h="541734">
                <a:moveTo>
                  <a:pt x="0" y="541734"/>
                </a:moveTo>
                <a:lnTo>
                  <a:pt x="4078805" y="541734"/>
                </a:lnTo>
                <a:lnTo>
                  <a:pt x="40788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1-vector-21">
            <a:extLst xmlns:a="http://schemas.openxmlformats.org/drawingml/2006/main">
              <a:ext uri="{FF2B5EF4-FFF2-40B4-BE49-F238E27FC236}">
                <a16:creationId xmlns:a16="http://schemas.microsoft.com/office/drawing/2014/main" id="{35B2F000-E413-4CE7-A8A3-DC45C6DB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45" y="5100379"/>
            <a:ext cx="4326455" cy="2201942"/>
          </a:xfrm>
          <a:custGeom xmlns:a="http://schemas.openxmlformats.org/drawingml/2006/main">
            <a:pathLst>
              <a:path w="4326455" h="2201942">
                <a:moveTo>
                  <a:pt x="0" y="2201942"/>
                </a:moveTo>
                <a:lnTo>
                  <a:pt x="4326455" y="2201942"/>
                </a:lnTo>
                <a:lnTo>
                  <a:pt x="43264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1-vector-22">
            <a:extLst xmlns:a="http://schemas.openxmlformats.org/drawingml/2006/main">
              <a:ext uri="{FF2B5EF4-FFF2-40B4-BE49-F238E27FC236}">
                <a16:creationId xmlns:a16="http://schemas.microsoft.com/office/drawing/2014/main" id="{473BC210-B366-4A38-989C-512207E3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45" y="5100379"/>
            <a:ext cx="4326455" cy="2201942"/>
          </a:xfrm>
          <a:custGeom xmlns:a="http://schemas.openxmlformats.org/drawingml/2006/main">
            <a:pathLst>
              <a:path w="4326455" h="2201942">
                <a:moveTo>
                  <a:pt x="76200" y="9525"/>
                </a:moveTo>
                <a:cubicBezTo>
                  <a:pt x="39528" y="9525"/>
                  <a:pt x="9525" y="39529"/>
                  <a:pt x="9525" y="76200"/>
                </a:cubicBezTo>
                <a:lnTo>
                  <a:pt x="9525" y="2125742"/>
                </a:lnTo>
                <a:cubicBezTo>
                  <a:pt x="9525" y="2162413"/>
                  <a:pt x="39528" y="2192417"/>
                  <a:pt x="76200" y="2192417"/>
                </a:cubicBezTo>
                <a:lnTo>
                  <a:pt x="4250255" y="2192417"/>
                </a:lnTo>
                <a:cubicBezTo>
                  <a:pt x="4286926" y="2192417"/>
                  <a:pt x="4316930" y="2162413"/>
                  <a:pt x="4316930" y="2125742"/>
                </a:cubicBezTo>
                <a:lnTo>
                  <a:pt x="4316930" y="76200"/>
                </a:lnTo>
                <a:cubicBezTo>
                  <a:pt x="4316930" y="39529"/>
                  <a:pt x="4286926" y="9525"/>
                  <a:pt x="4250255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4250255" y="0"/>
                </a:lnTo>
                <a:cubicBezTo>
                  <a:pt x="4292164" y="0"/>
                  <a:pt x="4326455" y="34290"/>
                  <a:pt x="4326455" y="76200"/>
                </a:cubicBezTo>
                <a:lnTo>
                  <a:pt x="4326455" y="2125742"/>
                </a:lnTo>
                <a:cubicBezTo>
                  <a:pt x="4326455" y="2167652"/>
                  <a:pt x="4292164" y="2201942"/>
                  <a:pt x="4250255" y="2201942"/>
                </a:cubicBezTo>
                <a:lnTo>
                  <a:pt x="76200" y="2201942"/>
                </a:lnTo>
                <a:cubicBezTo>
                  <a:pt x="34289" y="2201942"/>
                  <a:pt x="0" y="2167652"/>
                  <a:pt x="0" y="2125742"/>
                </a:cubicBezTo>
                <a:lnTo>
                  <a:pt x="0" y="76200"/>
                </a:lnTo>
                <a:cubicBezTo>
                  <a:pt x="0" y="34290"/>
                  <a:pt x="34289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1-vector-23">
            <a:extLst xmlns:a="http://schemas.openxmlformats.org/drawingml/2006/main">
              <a:ext uri="{FF2B5EF4-FFF2-40B4-BE49-F238E27FC236}">
                <a16:creationId xmlns:a16="http://schemas.microsoft.com/office/drawing/2014/main" id="{05BE3071-1336-479B-84FA-49C0D71A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6316246"/>
            <a:ext cx="4078805" cy="881301"/>
          </a:xfrm>
          <a:custGeom xmlns:a="http://schemas.openxmlformats.org/drawingml/2006/main">
            <a:pathLst>
              <a:path w="4078805" h="881301">
                <a:moveTo>
                  <a:pt x="0" y="881301"/>
                </a:moveTo>
                <a:lnTo>
                  <a:pt x="4078805" y="881301"/>
                </a:lnTo>
                <a:lnTo>
                  <a:pt x="40788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1-vector-24">
            <a:extLst xmlns:a="http://schemas.openxmlformats.org/drawingml/2006/main">
              <a:ext uri="{FF2B5EF4-FFF2-40B4-BE49-F238E27FC236}">
                <a16:creationId xmlns:a16="http://schemas.microsoft.com/office/drawing/2014/main" id="{B7AB17FC-D0EA-48C9-B11A-14573F9C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45" y="7397571"/>
            <a:ext cx="4326455" cy="2050494"/>
          </a:xfrm>
          <a:custGeom xmlns:a="http://schemas.openxmlformats.org/drawingml/2006/main">
            <a:pathLst>
              <a:path w="4326455" h="2050494">
                <a:moveTo>
                  <a:pt x="0" y="2050494"/>
                </a:moveTo>
                <a:lnTo>
                  <a:pt x="4326455" y="2050494"/>
                </a:lnTo>
                <a:lnTo>
                  <a:pt x="43264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1-vector-25">
            <a:extLst xmlns:a="http://schemas.openxmlformats.org/drawingml/2006/main">
              <a:ext uri="{FF2B5EF4-FFF2-40B4-BE49-F238E27FC236}">
                <a16:creationId xmlns:a16="http://schemas.microsoft.com/office/drawing/2014/main" id="{8BEDDDE6-B01B-4F26-9325-BD2A9C5A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45" y="7397571"/>
            <a:ext cx="4326455" cy="2050495"/>
          </a:xfrm>
          <a:custGeom xmlns:a="http://schemas.openxmlformats.org/drawingml/2006/main">
            <a:pathLst>
              <a:path w="4326455" h="2050495">
                <a:moveTo>
                  <a:pt x="76200" y="9525"/>
                </a:moveTo>
                <a:cubicBezTo>
                  <a:pt x="39528" y="9525"/>
                  <a:pt x="9525" y="39529"/>
                  <a:pt x="9525" y="76200"/>
                </a:cubicBezTo>
                <a:lnTo>
                  <a:pt x="9525" y="1974295"/>
                </a:lnTo>
                <a:cubicBezTo>
                  <a:pt x="9525" y="2010966"/>
                  <a:pt x="39528" y="2040970"/>
                  <a:pt x="76200" y="2040970"/>
                </a:cubicBezTo>
                <a:lnTo>
                  <a:pt x="4250255" y="2040970"/>
                </a:lnTo>
                <a:cubicBezTo>
                  <a:pt x="4286926" y="2040970"/>
                  <a:pt x="4316930" y="2010966"/>
                  <a:pt x="4316930" y="1974295"/>
                </a:cubicBezTo>
                <a:lnTo>
                  <a:pt x="4316930" y="76200"/>
                </a:lnTo>
                <a:cubicBezTo>
                  <a:pt x="4316930" y="39529"/>
                  <a:pt x="4286926" y="9525"/>
                  <a:pt x="4250255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4250255" y="0"/>
                </a:lnTo>
                <a:cubicBezTo>
                  <a:pt x="4292164" y="0"/>
                  <a:pt x="4326455" y="34290"/>
                  <a:pt x="4326455" y="76200"/>
                </a:cubicBezTo>
                <a:lnTo>
                  <a:pt x="4326455" y="1974295"/>
                </a:lnTo>
                <a:cubicBezTo>
                  <a:pt x="4326455" y="2016205"/>
                  <a:pt x="4292164" y="2050495"/>
                  <a:pt x="4250255" y="2050495"/>
                </a:cubicBezTo>
                <a:lnTo>
                  <a:pt x="76200" y="2050495"/>
                </a:lnTo>
                <a:cubicBezTo>
                  <a:pt x="34289" y="2050495"/>
                  <a:pt x="0" y="2016205"/>
                  <a:pt x="0" y="1974295"/>
                </a:cubicBezTo>
                <a:lnTo>
                  <a:pt x="0" y="76200"/>
                </a:lnTo>
                <a:cubicBezTo>
                  <a:pt x="0" y="34290"/>
                  <a:pt x="34289" y="0"/>
                  <a:pt x="76200" y="0"/>
                </a:cubicBezTo>
              </a:path>
            </a:pathLst>
          </a:custGeom>
          <a:solidFill xmlns:a="http://schemas.openxmlformats.org/drawingml/2006/main">
            <a:srgbClr val="EAD2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1-vector-32">
            <a:extLst xmlns:a="http://schemas.openxmlformats.org/drawingml/2006/main">
              <a:ext uri="{FF2B5EF4-FFF2-40B4-BE49-F238E27FC236}">
                <a16:creationId xmlns:a16="http://schemas.microsoft.com/office/drawing/2014/main" id="{A2EFBB2D-FA41-4434-BDE2-5C2D0DD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25" y="1572319"/>
            <a:ext cx="567314" cy="214313"/>
          </a:xfrm>
          <a:custGeom xmlns:a="http://schemas.openxmlformats.org/drawingml/2006/main">
            <a:pathLst>
              <a:path w="567314" h="214313">
                <a:moveTo>
                  <a:pt x="0" y="214313"/>
                </a:moveTo>
                <a:lnTo>
                  <a:pt x="567314" y="214313"/>
                </a:lnTo>
                <a:lnTo>
                  <a:pt x="56731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1-vector-33">
            <a:extLst xmlns:a="http://schemas.openxmlformats.org/drawingml/2006/main">
              <a:ext uri="{FF2B5EF4-FFF2-40B4-BE49-F238E27FC236}">
                <a16:creationId xmlns:a16="http://schemas.microsoft.com/office/drawing/2014/main" id="{CD993136-F1E1-499A-A54A-9E5E5C54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25" y="1572319"/>
            <a:ext cx="567314" cy="214313"/>
          </a:xfrm>
          <a:custGeom xmlns:a="http://schemas.openxmlformats.org/drawingml/2006/main">
            <a:pathLst>
              <a:path w="567314" h="214313">
                <a:moveTo>
                  <a:pt x="38100" y="9525"/>
                </a:moveTo>
                <a:cubicBezTo>
                  <a:pt x="22384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9"/>
                  <a:pt x="22384" y="204788"/>
                  <a:pt x="38100" y="204788"/>
                </a:cubicBezTo>
                <a:lnTo>
                  <a:pt x="529214" y="204788"/>
                </a:lnTo>
                <a:cubicBezTo>
                  <a:pt x="544930" y="204788"/>
                  <a:pt x="557789" y="191929"/>
                  <a:pt x="557789" y="176213"/>
                </a:cubicBezTo>
                <a:lnTo>
                  <a:pt x="557789" y="38100"/>
                </a:lnTo>
                <a:cubicBezTo>
                  <a:pt x="557789" y="22384"/>
                  <a:pt x="544930" y="9525"/>
                  <a:pt x="529214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29214" y="0"/>
                </a:lnTo>
                <a:cubicBezTo>
                  <a:pt x="550169" y="0"/>
                  <a:pt x="567314" y="17145"/>
                  <a:pt x="567314" y="38100"/>
                </a:cubicBezTo>
                <a:lnTo>
                  <a:pt x="567314" y="176213"/>
                </a:lnTo>
                <a:cubicBezTo>
                  <a:pt x="567314" y="197168"/>
                  <a:pt x="550169" y="214313"/>
                  <a:pt x="529214" y="214313"/>
                </a:cubicBezTo>
                <a:lnTo>
                  <a:pt x="38100" y="214313"/>
                </a:lnTo>
                <a:cubicBezTo>
                  <a:pt x="17145" y="214313"/>
                  <a:pt x="0" y="197168"/>
                  <a:pt x="0" y="176213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95D7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ge1-vector-34">
            <a:extLst xmlns:a="http://schemas.openxmlformats.org/drawingml/2006/main">
              <a:ext uri="{FF2B5EF4-FFF2-40B4-BE49-F238E27FC236}">
                <a16:creationId xmlns:a16="http://schemas.microsoft.com/office/drawing/2014/main" id="{06FB405F-4EAD-4DAA-9A0F-BBC70378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7143" y="4035246"/>
            <a:ext cx="551808" cy="209074"/>
          </a:xfrm>
          <a:custGeom xmlns:a="http://schemas.openxmlformats.org/drawingml/2006/main">
            <a:pathLst>
              <a:path w="551808" h="209074">
                <a:moveTo>
                  <a:pt x="0" y="209074"/>
                </a:moveTo>
                <a:lnTo>
                  <a:pt x="551808" y="209074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1-vector-35">
            <a:extLst xmlns:a="http://schemas.openxmlformats.org/drawingml/2006/main">
              <a:ext uri="{FF2B5EF4-FFF2-40B4-BE49-F238E27FC236}">
                <a16:creationId xmlns:a16="http://schemas.microsoft.com/office/drawing/2014/main" id="{955F7FDE-5C58-44DD-85AD-BBE98D95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7143" y="4035246"/>
            <a:ext cx="551807" cy="209074"/>
          </a:xfrm>
          <a:custGeom xmlns:a="http://schemas.openxmlformats.org/drawingml/2006/main">
            <a:pathLst>
              <a:path w="551807" h="209074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0974"/>
                </a:lnTo>
                <a:cubicBezTo>
                  <a:pt x="9525" y="186690"/>
                  <a:pt x="22383" y="199549"/>
                  <a:pt x="38100" y="199549"/>
                </a:cubicBezTo>
                <a:lnTo>
                  <a:pt x="513707" y="199549"/>
                </a:lnTo>
                <a:cubicBezTo>
                  <a:pt x="529422" y="199549"/>
                  <a:pt x="542282" y="186690"/>
                  <a:pt x="542282" y="170974"/>
                </a:cubicBezTo>
                <a:lnTo>
                  <a:pt x="542282" y="38100"/>
                </a:lnTo>
                <a:cubicBezTo>
                  <a:pt x="542282" y="22384"/>
                  <a:pt x="529422" y="9525"/>
                  <a:pt x="513707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7" y="0"/>
                </a:lnTo>
                <a:cubicBezTo>
                  <a:pt x="534662" y="0"/>
                  <a:pt x="551807" y="17145"/>
                  <a:pt x="551807" y="38100"/>
                </a:cubicBezTo>
                <a:lnTo>
                  <a:pt x="551807" y="170974"/>
                </a:lnTo>
                <a:cubicBezTo>
                  <a:pt x="551807" y="191929"/>
                  <a:pt x="534662" y="209074"/>
                  <a:pt x="513707" y="209074"/>
                </a:cubicBezTo>
                <a:lnTo>
                  <a:pt x="38100" y="209074"/>
                </a:lnTo>
                <a:cubicBezTo>
                  <a:pt x="17143" y="209074"/>
                  <a:pt x="0" y="191929"/>
                  <a:pt x="0" y="170974"/>
                </a:cubicBezTo>
                <a:lnTo>
                  <a:pt x="0" y="38100"/>
                </a:lnTo>
                <a:cubicBezTo>
                  <a:pt x="0" y="17145"/>
                  <a:pt x="17143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1-vector-36">
            <a:extLst xmlns:a="http://schemas.openxmlformats.org/drawingml/2006/main">
              <a:ext uri="{FF2B5EF4-FFF2-40B4-BE49-F238E27FC236}">
                <a16:creationId xmlns:a16="http://schemas.microsoft.com/office/drawing/2014/main" id="{92678EC6-B5A5-4002-8171-411F84EA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2857" y="4604603"/>
            <a:ext cx="551808" cy="219551"/>
          </a:xfrm>
          <a:custGeom xmlns:a="http://schemas.openxmlformats.org/drawingml/2006/main">
            <a:pathLst>
              <a:path w="551808" h="219551">
                <a:moveTo>
                  <a:pt x="0" y="219551"/>
                </a:moveTo>
                <a:lnTo>
                  <a:pt x="551808" y="219551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ge1-vector-37">
            <a:extLst xmlns:a="http://schemas.openxmlformats.org/drawingml/2006/main">
              <a:ext uri="{FF2B5EF4-FFF2-40B4-BE49-F238E27FC236}">
                <a16:creationId xmlns:a16="http://schemas.microsoft.com/office/drawing/2014/main" id="{70CB3875-301C-482B-A147-32A237A4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2857" y="4604603"/>
            <a:ext cx="551808" cy="219551"/>
          </a:xfrm>
          <a:custGeom xmlns:a="http://schemas.openxmlformats.org/drawingml/2006/main">
            <a:pathLst>
              <a:path w="551808" h="219551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81451"/>
                </a:lnTo>
                <a:cubicBezTo>
                  <a:pt x="9525" y="197167"/>
                  <a:pt x="22383" y="210026"/>
                  <a:pt x="38100" y="210026"/>
                </a:cubicBezTo>
                <a:lnTo>
                  <a:pt x="513708" y="210026"/>
                </a:lnTo>
                <a:cubicBezTo>
                  <a:pt x="529423" y="210026"/>
                  <a:pt x="542283" y="197167"/>
                  <a:pt x="542283" y="181451"/>
                </a:cubicBezTo>
                <a:lnTo>
                  <a:pt x="542283" y="38100"/>
                </a:lnTo>
                <a:cubicBezTo>
                  <a:pt x="542283" y="22384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81451"/>
                </a:lnTo>
                <a:cubicBezTo>
                  <a:pt x="551808" y="202406"/>
                  <a:pt x="534662" y="219551"/>
                  <a:pt x="513708" y="219551"/>
                </a:cubicBezTo>
                <a:lnTo>
                  <a:pt x="38100" y="219551"/>
                </a:lnTo>
                <a:cubicBezTo>
                  <a:pt x="17144" y="219551"/>
                  <a:pt x="0" y="202406"/>
                  <a:pt x="0" y="181451"/>
                </a:cubicBezTo>
                <a:lnTo>
                  <a:pt x="0" y="38100"/>
                </a:lnTo>
                <a:cubicBezTo>
                  <a:pt x="0" y="17145"/>
                  <a:pt x="17144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1-vector-38">
            <a:extLst xmlns:a="http://schemas.openxmlformats.org/drawingml/2006/main">
              <a:ext uri="{FF2B5EF4-FFF2-40B4-BE49-F238E27FC236}">
                <a16:creationId xmlns:a16="http://schemas.microsoft.com/office/drawing/2014/main" id="{EDD34197-5EAA-4AC0-93E3-86D5DEC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6025733"/>
            <a:ext cx="551808" cy="214313"/>
          </a:xfrm>
          <a:custGeom xmlns:a="http://schemas.openxmlformats.org/drawingml/2006/main">
            <a:pathLst>
              <a:path w="551808" h="214313">
                <a:moveTo>
                  <a:pt x="0" y="214313"/>
                </a:moveTo>
                <a:lnTo>
                  <a:pt x="551808" y="214313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1-vector-39">
            <a:extLst xmlns:a="http://schemas.openxmlformats.org/drawingml/2006/main">
              <a:ext uri="{FF2B5EF4-FFF2-40B4-BE49-F238E27FC236}">
                <a16:creationId xmlns:a16="http://schemas.microsoft.com/office/drawing/2014/main" id="{23917CB1-5859-4BDF-AD93-59E99E13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6025733"/>
            <a:ext cx="551808" cy="214313"/>
          </a:xfrm>
          <a:custGeom xmlns:a="http://schemas.openxmlformats.org/drawingml/2006/main">
            <a:pathLst>
              <a:path w="551808" h="214313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8"/>
                  <a:pt x="22383" y="204788"/>
                  <a:pt x="38100" y="204788"/>
                </a:cubicBezTo>
                <a:lnTo>
                  <a:pt x="513708" y="204788"/>
                </a:lnTo>
                <a:cubicBezTo>
                  <a:pt x="529423" y="204788"/>
                  <a:pt x="542283" y="191928"/>
                  <a:pt x="542283" y="176213"/>
                </a:cubicBezTo>
                <a:lnTo>
                  <a:pt x="542283" y="38100"/>
                </a:lnTo>
                <a:cubicBezTo>
                  <a:pt x="542283" y="22384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76213"/>
                </a:lnTo>
                <a:cubicBezTo>
                  <a:pt x="551808" y="197167"/>
                  <a:pt x="534662" y="214313"/>
                  <a:pt x="513708" y="214313"/>
                </a:cubicBezTo>
                <a:lnTo>
                  <a:pt x="38100" y="214313"/>
                </a:lnTo>
                <a:cubicBezTo>
                  <a:pt x="17144" y="214313"/>
                  <a:pt x="0" y="197167"/>
                  <a:pt x="0" y="176213"/>
                </a:cubicBezTo>
                <a:lnTo>
                  <a:pt x="0" y="38100"/>
                </a:lnTo>
                <a:cubicBezTo>
                  <a:pt x="0" y="17145"/>
                  <a:pt x="17144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ge1-vector-40">
            <a:extLst xmlns:a="http://schemas.openxmlformats.org/drawingml/2006/main">
              <a:ext uri="{FF2B5EF4-FFF2-40B4-BE49-F238E27FC236}">
                <a16:creationId xmlns:a16="http://schemas.microsoft.com/office/drawing/2014/main" id="{6AFCAD67-8F9B-48FB-A8CE-09EBF786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5716" y="6025733"/>
            <a:ext cx="551808" cy="214313"/>
          </a:xfrm>
          <a:custGeom xmlns:a="http://schemas.openxmlformats.org/drawingml/2006/main">
            <a:pathLst>
              <a:path w="551808" h="214313">
                <a:moveTo>
                  <a:pt x="0" y="214313"/>
                </a:moveTo>
                <a:lnTo>
                  <a:pt x="551808" y="214313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1-vector-41">
            <a:extLst xmlns:a="http://schemas.openxmlformats.org/drawingml/2006/main">
              <a:ext uri="{FF2B5EF4-FFF2-40B4-BE49-F238E27FC236}">
                <a16:creationId xmlns:a16="http://schemas.microsoft.com/office/drawing/2014/main" id="{9406624B-7842-436C-B2AA-4A086CA1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5716" y="6025733"/>
            <a:ext cx="551808" cy="214313"/>
          </a:xfrm>
          <a:custGeom xmlns:a="http://schemas.openxmlformats.org/drawingml/2006/main">
            <a:pathLst>
              <a:path w="551808" h="214313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8"/>
                  <a:pt x="22383" y="204788"/>
                  <a:pt x="38100" y="204788"/>
                </a:cubicBezTo>
                <a:lnTo>
                  <a:pt x="513708" y="204788"/>
                </a:lnTo>
                <a:cubicBezTo>
                  <a:pt x="529423" y="204788"/>
                  <a:pt x="542283" y="191928"/>
                  <a:pt x="542283" y="176213"/>
                </a:cubicBezTo>
                <a:lnTo>
                  <a:pt x="542283" y="38100"/>
                </a:lnTo>
                <a:cubicBezTo>
                  <a:pt x="542283" y="22384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76213"/>
                </a:lnTo>
                <a:cubicBezTo>
                  <a:pt x="551808" y="197167"/>
                  <a:pt x="534662" y="214313"/>
                  <a:pt x="513708" y="214313"/>
                </a:cubicBezTo>
                <a:lnTo>
                  <a:pt x="38100" y="214313"/>
                </a:lnTo>
                <a:cubicBezTo>
                  <a:pt x="17144" y="214313"/>
                  <a:pt x="0" y="197167"/>
                  <a:pt x="0" y="176213"/>
                </a:cubicBezTo>
                <a:lnTo>
                  <a:pt x="0" y="38100"/>
                </a:lnTo>
                <a:cubicBezTo>
                  <a:pt x="0" y="17145"/>
                  <a:pt x="17144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ge1-vector-42">
            <a:extLst xmlns:a="http://schemas.openxmlformats.org/drawingml/2006/main">
              <a:ext uri="{FF2B5EF4-FFF2-40B4-BE49-F238E27FC236}">
                <a16:creationId xmlns:a16="http://schemas.microsoft.com/office/drawing/2014/main" id="{1FF56EA4-EBEB-4A5E-B8B0-DB28D166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173" y="6901795"/>
            <a:ext cx="551808" cy="219551"/>
          </a:xfrm>
          <a:custGeom xmlns:a="http://schemas.openxmlformats.org/drawingml/2006/main">
            <a:pathLst>
              <a:path w="551808" h="219551">
                <a:moveTo>
                  <a:pt x="0" y="219551"/>
                </a:moveTo>
                <a:lnTo>
                  <a:pt x="551808" y="219551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ge1-vector-43">
            <a:extLst xmlns:a="http://schemas.openxmlformats.org/drawingml/2006/main">
              <a:ext uri="{FF2B5EF4-FFF2-40B4-BE49-F238E27FC236}">
                <a16:creationId xmlns:a16="http://schemas.microsoft.com/office/drawing/2014/main" id="{C237335D-DC48-4811-B9B6-B5975578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173" y="6901795"/>
            <a:ext cx="551808" cy="219551"/>
          </a:xfrm>
          <a:custGeom xmlns:a="http://schemas.openxmlformats.org/drawingml/2006/main">
            <a:pathLst>
              <a:path w="551808" h="219551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81451"/>
                </a:lnTo>
                <a:cubicBezTo>
                  <a:pt x="9525" y="197168"/>
                  <a:pt x="22383" y="210026"/>
                  <a:pt x="38100" y="210026"/>
                </a:cubicBezTo>
                <a:lnTo>
                  <a:pt x="513708" y="210026"/>
                </a:lnTo>
                <a:cubicBezTo>
                  <a:pt x="529423" y="210026"/>
                  <a:pt x="542283" y="197168"/>
                  <a:pt x="542283" y="181451"/>
                </a:cubicBezTo>
                <a:lnTo>
                  <a:pt x="542283" y="38100"/>
                </a:lnTo>
                <a:cubicBezTo>
                  <a:pt x="542283" y="22384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81451"/>
                </a:lnTo>
                <a:cubicBezTo>
                  <a:pt x="551808" y="202406"/>
                  <a:pt x="534662" y="219551"/>
                  <a:pt x="513708" y="219551"/>
                </a:cubicBezTo>
                <a:lnTo>
                  <a:pt x="38100" y="219551"/>
                </a:lnTo>
                <a:cubicBezTo>
                  <a:pt x="17144" y="219551"/>
                  <a:pt x="0" y="202406"/>
                  <a:pt x="0" y="181451"/>
                </a:cubicBezTo>
                <a:lnTo>
                  <a:pt x="0" y="38100"/>
                </a:lnTo>
                <a:cubicBezTo>
                  <a:pt x="0" y="17145"/>
                  <a:pt x="17144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ge1-vector-44">
            <a:extLst xmlns:a="http://schemas.openxmlformats.org/drawingml/2006/main">
              <a:ext uri="{FF2B5EF4-FFF2-40B4-BE49-F238E27FC236}">
                <a16:creationId xmlns:a16="http://schemas.microsoft.com/office/drawing/2014/main" id="{2907041D-FEA8-48D0-BDC6-13AA31FA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7340" y="8544620"/>
            <a:ext cx="551808" cy="209074"/>
          </a:xfrm>
          <a:custGeom xmlns:a="http://schemas.openxmlformats.org/drawingml/2006/main">
            <a:pathLst>
              <a:path w="551808" h="209074">
                <a:moveTo>
                  <a:pt x="0" y="209074"/>
                </a:moveTo>
                <a:lnTo>
                  <a:pt x="551808" y="209074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ge1-vector-45">
            <a:extLst xmlns:a="http://schemas.openxmlformats.org/drawingml/2006/main">
              <a:ext uri="{FF2B5EF4-FFF2-40B4-BE49-F238E27FC236}">
                <a16:creationId xmlns:a16="http://schemas.microsoft.com/office/drawing/2014/main" id="{88741696-CFF1-4097-83EC-3407764C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7340" y="8544620"/>
            <a:ext cx="551808" cy="209073"/>
          </a:xfrm>
          <a:custGeom xmlns:a="http://schemas.openxmlformats.org/drawingml/2006/main">
            <a:pathLst>
              <a:path w="551808" h="209073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0973"/>
                </a:lnTo>
                <a:cubicBezTo>
                  <a:pt x="9525" y="186690"/>
                  <a:pt x="22383" y="199548"/>
                  <a:pt x="38100" y="199548"/>
                </a:cubicBezTo>
                <a:lnTo>
                  <a:pt x="513708" y="199548"/>
                </a:lnTo>
                <a:cubicBezTo>
                  <a:pt x="529425" y="199548"/>
                  <a:pt x="542283" y="186690"/>
                  <a:pt x="542283" y="170973"/>
                </a:cubicBezTo>
                <a:lnTo>
                  <a:pt x="542283" y="38100"/>
                </a:lnTo>
                <a:cubicBezTo>
                  <a:pt x="542283" y="22384"/>
                  <a:pt x="529425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70973"/>
                </a:lnTo>
                <a:cubicBezTo>
                  <a:pt x="551808" y="191929"/>
                  <a:pt x="534662" y="209073"/>
                  <a:pt x="513708" y="209073"/>
                </a:cubicBezTo>
                <a:lnTo>
                  <a:pt x="38100" y="209073"/>
                </a:lnTo>
                <a:cubicBezTo>
                  <a:pt x="17145" y="209073"/>
                  <a:pt x="0" y="191929"/>
                  <a:pt x="0" y="170973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1-vector-46">
            <a:extLst xmlns:a="http://schemas.openxmlformats.org/drawingml/2006/main">
              <a:ext uri="{FF2B5EF4-FFF2-40B4-BE49-F238E27FC236}">
                <a16:creationId xmlns:a16="http://schemas.microsoft.com/office/drawing/2014/main" id="{38725BE2-C8D8-4273-AA20-A1AF18ED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757" y="2095555"/>
            <a:ext cx="3203632" cy="486740"/>
          </a:xfrm>
          <a:custGeom xmlns:a="http://schemas.openxmlformats.org/drawingml/2006/main">
            <a:pathLst>
              <a:path w="3203632" h="486740">
                <a:moveTo>
                  <a:pt x="79648" y="0"/>
                </a:moveTo>
                <a:lnTo>
                  <a:pt x="3123983" y="0"/>
                </a:lnTo>
                <a:cubicBezTo>
                  <a:pt x="3167972" y="0"/>
                  <a:pt x="3203632" y="43989"/>
                  <a:pt x="3203632" y="79648"/>
                </a:cubicBezTo>
                <a:lnTo>
                  <a:pt x="3203632" y="407091"/>
                </a:lnTo>
                <a:cubicBezTo>
                  <a:pt x="3203632" y="451080"/>
                  <a:pt x="3167972" y="486740"/>
                  <a:pt x="3123983" y="486740"/>
                </a:cubicBezTo>
                <a:lnTo>
                  <a:pt x="79648" y="486740"/>
                </a:lnTo>
                <a:cubicBezTo>
                  <a:pt x="35660" y="486740"/>
                  <a:pt x="0" y="442751"/>
                  <a:pt x="0" y="407091"/>
                </a:cubicBezTo>
                <a:lnTo>
                  <a:pt x="0" y="79648"/>
                </a:lnTo>
                <a:cubicBezTo>
                  <a:pt x="0" y="35660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EAF8F5"/>
          </a:solidFill>
          <a:ln xmlns:a="http://schemas.openxmlformats.org/drawingml/2006/main" w="8850">
            <a:solidFill>
              <a:srgbClr val="3AAB93"/>
            </a:solidFill>
            <a:prstDash val="solid"/>
          </a:ln>
        </p:spPr>
      </p:sp>
      <p:sp>
        <p:nvSpPr>
          <p:cNvPr id="31" name="page1-vector-47">
            <a:extLst xmlns:a="http://schemas.openxmlformats.org/drawingml/2006/main">
              <a:ext uri="{FF2B5EF4-FFF2-40B4-BE49-F238E27FC236}">
                <a16:creationId xmlns:a16="http://schemas.microsoft.com/office/drawing/2014/main" id="{6869795B-1F25-40DF-9CD7-5EB43AAE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2582295"/>
            <a:ext cx="95" cy="168146"/>
          </a:xfrm>
          <a:custGeom xmlns:a="http://schemas.openxmlformats.org/drawingml/2006/main">
            <a:pathLst>
              <a:path w="95" h="168146">
                <a:moveTo>
                  <a:pt x="0" y="0"/>
                </a:moveTo>
                <a:lnTo>
                  <a:pt x="0" y="16814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32" name="page1-vector-48">
            <a:extLst xmlns:a="http://schemas.openxmlformats.org/drawingml/2006/main">
              <a:ext uri="{FF2B5EF4-FFF2-40B4-BE49-F238E27FC236}">
                <a16:creationId xmlns:a16="http://schemas.microsoft.com/office/drawing/2014/main" id="{8EC98F73-E69F-44F5-A27F-D5EA7A73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2664421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ge1-vector-49">
            <a:extLst xmlns:a="http://schemas.openxmlformats.org/drawingml/2006/main">
              <a:ext uri="{FF2B5EF4-FFF2-40B4-BE49-F238E27FC236}">
                <a16:creationId xmlns:a16="http://schemas.microsoft.com/office/drawing/2014/main" id="{D3F84EA7-4DD5-4C4D-BF72-3608D9B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757" y="2759291"/>
            <a:ext cx="3203632" cy="486740"/>
          </a:xfrm>
          <a:custGeom xmlns:a="http://schemas.openxmlformats.org/drawingml/2006/main">
            <a:pathLst>
              <a:path w="3203632" h="486740">
                <a:moveTo>
                  <a:pt x="79648" y="0"/>
                </a:moveTo>
                <a:lnTo>
                  <a:pt x="3123983" y="0"/>
                </a:lnTo>
                <a:cubicBezTo>
                  <a:pt x="3167972" y="0"/>
                  <a:pt x="3203632" y="43989"/>
                  <a:pt x="3203632" y="79648"/>
                </a:cubicBezTo>
                <a:lnTo>
                  <a:pt x="3203632" y="407091"/>
                </a:lnTo>
                <a:cubicBezTo>
                  <a:pt x="3203632" y="451080"/>
                  <a:pt x="3167972" y="486740"/>
                  <a:pt x="3123983" y="486740"/>
                </a:cubicBezTo>
                <a:lnTo>
                  <a:pt x="79648" y="486740"/>
                </a:lnTo>
                <a:cubicBezTo>
                  <a:pt x="35660" y="486740"/>
                  <a:pt x="0" y="442751"/>
                  <a:pt x="0" y="407091"/>
                </a:cubicBezTo>
                <a:lnTo>
                  <a:pt x="0" y="79648"/>
                </a:lnTo>
                <a:cubicBezTo>
                  <a:pt x="0" y="35660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F1F6FC"/>
          </a:solidFill>
          <a:ln xmlns:a="http://schemas.openxmlformats.org/drawingml/2006/main" w="8850">
            <a:solidFill>
              <a:srgbClr val="A9BFD6"/>
            </a:solidFill>
            <a:prstDash val="solid"/>
          </a:ln>
        </p:spPr>
      </p:sp>
      <p:sp>
        <p:nvSpPr>
          <p:cNvPr id="34" name="page1-vector-50">
            <a:extLst xmlns:a="http://schemas.openxmlformats.org/drawingml/2006/main">
              <a:ext uri="{FF2B5EF4-FFF2-40B4-BE49-F238E27FC236}">
                <a16:creationId xmlns:a16="http://schemas.microsoft.com/office/drawing/2014/main" id="{5503B983-23CB-49EB-A359-A660423B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3246031"/>
            <a:ext cx="95" cy="168146"/>
          </a:xfrm>
          <a:custGeom xmlns:a="http://schemas.openxmlformats.org/drawingml/2006/main">
            <a:pathLst>
              <a:path w="95" h="168146">
                <a:moveTo>
                  <a:pt x="0" y="0"/>
                </a:moveTo>
                <a:lnTo>
                  <a:pt x="0" y="16814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35" name="page1-vector-51">
            <a:extLst xmlns:a="http://schemas.openxmlformats.org/drawingml/2006/main">
              <a:ext uri="{FF2B5EF4-FFF2-40B4-BE49-F238E27FC236}">
                <a16:creationId xmlns:a16="http://schemas.microsoft.com/office/drawing/2014/main" id="{AB77BACF-6E51-4A76-9042-7969770A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3328157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ge1-vector-52">
            <a:extLst xmlns:a="http://schemas.openxmlformats.org/drawingml/2006/main">
              <a:ext uri="{FF2B5EF4-FFF2-40B4-BE49-F238E27FC236}">
                <a16:creationId xmlns:a16="http://schemas.microsoft.com/office/drawing/2014/main" id="{C57BA03D-E233-4E8A-BE0C-3547E8E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98" y="3458426"/>
            <a:ext cx="7097548" cy="95"/>
          </a:xfrm>
          <a:custGeom xmlns:a="http://schemas.openxmlformats.org/drawingml/2006/main">
            <a:pathLst>
              <a:path w="7097548" h="95">
                <a:moveTo>
                  <a:pt x="0" y="0"/>
                </a:moveTo>
                <a:lnTo>
                  <a:pt x="70975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61949">
            <a:solidFill>
              <a:srgbClr val="1D5368"/>
            </a:solidFill>
            <a:prstDash val="solid"/>
          </a:ln>
        </p:spPr>
      </p:sp>
      <p:sp>
        <p:nvSpPr>
          <p:cNvPr id="37" name="page1-vector-53">
            <a:extLst xmlns:a="http://schemas.openxmlformats.org/drawingml/2006/main">
              <a:ext uri="{FF2B5EF4-FFF2-40B4-BE49-F238E27FC236}">
                <a16:creationId xmlns:a16="http://schemas.microsoft.com/office/drawing/2014/main" id="{5EA5E5A1-D765-48A8-B106-51A916E6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629" y="3493826"/>
            <a:ext cx="95" cy="274344"/>
          </a:xfrm>
          <a:custGeom xmlns:a="http://schemas.openxmlformats.org/drawingml/2006/main">
            <a:pathLst>
              <a:path w="95" h="274344">
                <a:moveTo>
                  <a:pt x="0" y="0"/>
                </a:moveTo>
                <a:lnTo>
                  <a:pt x="0" y="274344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38" name="page1-vector-54">
            <a:extLst xmlns:a="http://schemas.openxmlformats.org/drawingml/2006/main">
              <a:ext uri="{FF2B5EF4-FFF2-40B4-BE49-F238E27FC236}">
                <a16:creationId xmlns:a16="http://schemas.microsoft.com/office/drawing/2014/main" id="{2AD435B3-C286-4198-AAAA-7CDBD5EF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40" y="3682150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ge1-vector-55">
            <a:extLst xmlns:a="http://schemas.openxmlformats.org/drawingml/2006/main">
              <a:ext uri="{FF2B5EF4-FFF2-40B4-BE49-F238E27FC236}">
                <a16:creationId xmlns:a16="http://schemas.microsoft.com/office/drawing/2014/main" id="{386F2C85-E1D5-4FE2-9997-22A1FEDD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3493826"/>
            <a:ext cx="95" cy="274344"/>
          </a:xfrm>
          <a:custGeom xmlns:a="http://schemas.openxmlformats.org/drawingml/2006/main">
            <a:pathLst>
              <a:path w="95" h="274344">
                <a:moveTo>
                  <a:pt x="0" y="0"/>
                </a:moveTo>
                <a:lnTo>
                  <a:pt x="0" y="274344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40" name="page1-vector-56">
            <a:extLst xmlns:a="http://schemas.openxmlformats.org/drawingml/2006/main">
              <a:ext uri="{FF2B5EF4-FFF2-40B4-BE49-F238E27FC236}">
                <a16:creationId xmlns:a16="http://schemas.microsoft.com/office/drawing/2014/main" id="{D914B467-69B7-4772-BDCE-0624B545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3682150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ge1-vector-57">
            <a:extLst xmlns:a="http://schemas.openxmlformats.org/drawingml/2006/main">
              <a:ext uri="{FF2B5EF4-FFF2-40B4-BE49-F238E27FC236}">
                <a16:creationId xmlns:a16="http://schemas.microsoft.com/office/drawing/2014/main" id="{3F380C01-54BC-4886-88CC-C00C4476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516" y="3493826"/>
            <a:ext cx="95" cy="274344"/>
          </a:xfrm>
          <a:custGeom xmlns:a="http://schemas.openxmlformats.org/drawingml/2006/main">
            <a:pathLst>
              <a:path w="95" h="274344">
                <a:moveTo>
                  <a:pt x="0" y="0"/>
                </a:moveTo>
                <a:lnTo>
                  <a:pt x="0" y="274344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42" name="page1-vector-58">
            <a:extLst xmlns:a="http://schemas.openxmlformats.org/drawingml/2006/main">
              <a:ext uri="{FF2B5EF4-FFF2-40B4-BE49-F238E27FC236}">
                <a16:creationId xmlns:a16="http://schemas.microsoft.com/office/drawing/2014/main" id="{77D7BFFB-9EAB-4E12-A754-C54421CE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727" y="3682150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ge1-vector-59">
            <a:extLst xmlns:a="http://schemas.openxmlformats.org/drawingml/2006/main">
              <a:ext uri="{FF2B5EF4-FFF2-40B4-BE49-F238E27FC236}">
                <a16:creationId xmlns:a16="http://schemas.microsoft.com/office/drawing/2014/main" id="{9B4AC239-1DC7-47EC-9F2B-07A9FB43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03" y="3785870"/>
            <a:ext cx="2212453" cy="513289"/>
          </a:xfrm>
          <a:custGeom xmlns:a="http://schemas.openxmlformats.org/drawingml/2006/main">
            <a:pathLst>
              <a:path w="2212453" h="513289">
                <a:moveTo>
                  <a:pt x="79648" y="0"/>
                </a:moveTo>
                <a:lnTo>
                  <a:pt x="2132804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33641"/>
                </a:lnTo>
                <a:cubicBezTo>
                  <a:pt x="2212453" y="477629"/>
                  <a:pt x="2176793" y="513289"/>
                  <a:pt x="2132804" y="513289"/>
                </a:cubicBezTo>
                <a:lnTo>
                  <a:pt x="79648" y="513289"/>
                </a:lnTo>
                <a:cubicBezTo>
                  <a:pt x="35660" y="513289"/>
                  <a:pt x="0" y="469300"/>
                  <a:pt x="0" y="433641"/>
                </a:cubicBezTo>
                <a:lnTo>
                  <a:pt x="0" y="79648"/>
                </a:lnTo>
                <a:cubicBezTo>
                  <a:pt x="0" y="35659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EAF8FA"/>
          </a:solidFill>
          <a:ln xmlns:a="http://schemas.openxmlformats.org/drawingml/2006/main" w="8850">
            <a:solidFill>
              <a:srgbClr val="84C5D1"/>
            </a:solidFill>
            <a:prstDash val="solid"/>
          </a:ln>
        </p:spPr>
      </p:sp>
      <p:sp>
        <p:nvSpPr>
          <p:cNvPr id="44" name="page1-vector-60">
            <a:extLst xmlns:a="http://schemas.openxmlformats.org/drawingml/2006/main">
              <a:ext uri="{FF2B5EF4-FFF2-40B4-BE49-F238E27FC236}">
                <a16:creationId xmlns:a16="http://schemas.microsoft.com/office/drawing/2014/main" id="{AE00B4E9-850D-462A-87D8-8D1AC603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46" y="3785870"/>
            <a:ext cx="2212453" cy="513289"/>
          </a:xfrm>
          <a:custGeom xmlns:a="http://schemas.openxmlformats.org/drawingml/2006/main">
            <a:pathLst>
              <a:path w="2212453" h="513289">
                <a:moveTo>
                  <a:pt x="79648" y="0"/>
                </a:moveTo>
                <a:lnTo>
                  <a:pt x="2132805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33641"/>
                </a:lnTo>
                <a:cubicBezTo>
                  <a:pt x="2212453" y="477629"/>
                  <a:pt x="2176793" y="513289"/>
                  <a:pt x="2132805" y="513289"/>
                </a:cubicBezTo>
                <a:lnTo>
                  <a:pt x="79648" y="513289"/>
                </a:lnTo>
                <a:cubicBezTo>
                  <a:pt x="35660" y="513289"/>
                  <a:pt x="0" y="469300"/>
                  <a:pt x="0" y="433641"/>
                </a:cubicBezTo>
                <a:lnTo>
                  <a:pt x="0" y="79648"/>
                </a:lnTo>
                <a:cubicBezTo>
                  <a:pt x="0" y="35659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FFF6EB"/>
          </a:solidFill>
          <a:ln xmlns:a="http://schemas.openxmlformats.org/drawingml/2006/main" w="8850">
            <a:solidFill>
              <a:srgbClr val="DFB884"/>
            </a:solidFill>
            <a:prstDash val="solid"/>
          </a:ln>
        </p:spPr>
      </p:sp>
      <p:sp>
        <p:nvSpPr>
          <p:cNvPr id="45" name="page1-vector-61">
            <a:extLst xmlns:a="http://schemas.openxmlformats.org/drawingml/2006/main">
              <a:ext uri="{FF2B5EF4-FFF2-40B4-BE49-F238E27FC236}">
                <a16:creationId xmlns:a16="http://schemas.microsoft.com/office/drawing/2014/main" id="{FE2267FE-BBC7-46C7-8423-3BD649D0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289" y="3785870"/>
            <a:ext cx="2212453" cy="513289"/>
          </a:xfrm>
          <a:custGeom xmlns:a="http://schemas.openxmlformats.org/drawingml/2006/main">
            <a:pathLst>
              <a:path w="2212453" h="513289">
                <a:moveTo>
                  <a:pt x="79649" y="0"/>
                </a:moveTo>
                <a:lnTo>
                  <a:pt x="2132805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33641"/>
                </a:lnTo>
                <a:cubicBezTo>
                  <a:pt x="2212453" y="477629"/>
                  <a:pt x="2176793" y="513289"/>
                  <a:pt x="2132805" y="513289"/>
                </a:cubicBezTo>
                <a:lnTo>
                  <a:pt x="79649" y="513289"/>
                </a:lnTo>
                <a:cubicBezTo>
                  <a:pt x="35660" y="513289"/>
                  <a:pt x="0" y="469300"/>
                  <a:pt x="0" y="433641"/>
                </a:cubicBezTo>
                <a:lnTo>
                  <a:pt x="0" y="79648"/>
                </a:lnTo>
                <a:cubicBezTo>
                  <a:pt x="0" y="35659"/>
                  <a:pt x="35660" y="0"/>
                  <a:pt x="79649" y="0"/>
                </a:cubicBezTo>
              </a:path>
            </a:pathLst>
          </a:custGeom>
          <a:solidFill xmlns:a="http://schemas.openxmlformats.org/drawingml/2006/main">
            <a:srgbClr val="EEF4FC"/>
          </a:solidFill>
          <a:ln xmlns:a="http://schemas.openxmlformats.org/drawingml/2006/main" w="8850">
            <a:solidFill>
              <a:srgbClr val="A0BEDC"/>
            </a:solidFill>
            <a:prstDash val="solid"/>
          </a:ln>
        </p:spPr>
      </p:sp>
      <p:sp>
        <p:nvSpPr>
          <p:cNvPr id="46" name="page1-vector-62">
            <a:extLst xmlns:a="http://schemas.openxmlformats.org/drawingml/2006/main">
              <a:ext uri="{FF2B5EF4-FFF2-40B4-BE49-F238E27FC236}">
                <a16:creationId xmlns:a16="http://schemas.microsoft.com/office/drawing/2014/main" id="{3F60B9F5-EEAD-4B5E-81BF-FEA1AB68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629" y="4299159"/>
            <a:ext cx="95" cy="203546"/>
          </a:xfrm>
          <a:custGeom xmlns:a="http://schemas.openxmlformats.org/drawingml/2006/main">
            <a:pathLst>
              <a:path w="95" h="203546">
                <a:moveTo>
                  <a:pt x="0" y="0"/>
                </a:moveTo>
                <a:lnTo>
                  <a:pt x="0" y="20354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47" name="page1-vector-63">
            <a:extLst xmlns:a="http://schemas.openxmlformats.org/drawingml/2006/main">
              <a:ext uri="{FF2B5EF4-FFF2-40B4-BE49-F238E27FC236}">
                <a16:creationId xmlns:a16="http://schemas.microsoft.com/office/drawing/2014/main" id="{31DD570C-3438-4391-A336-F02B2CA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40" y="4416684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ge1-vector-64">
            <a:extLst xmlns:a="http://schemas.openxmlformats.org/drawingml/2006/main">
              <a:ext uri="{FF2B5EF4-FFF2-40B4-BE49-F238E27FC236}">
                <a16:creationId xmlns:a16="http://schemas.microsoft.com/office/drawing/2014/main" id="{C0DE5F52-6AD5-427D-83E4-5A68EDD8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4299159"/>
            <a:ext cx="95" cy="203546"/>
          </a:xfrm>
          <a:custGeom xmlns:a="http://schemas.openxmlformats.org/drawingml/2006/main">
            <a:pathLst>
              <a:path w="95" h="203546">
                <a:moveTo>
                  <a:pt x="0" y="0"/>
                </a:moveTo>
                <a:lnTo>
                  <a:pt x="0" y="20354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49" name="page1-vector-65">
            <a:extLst xmlns:a="http://schemas.openxmlformats.org/drawingml/2006/main">
              <a:ext uri="{FF2B5EF4-FFF2-40B4-BE49-F238E27FC236}">
                <a16:creationId xmlns:a16="http://schemas.microsoft.com/office/drawing/2014/main" id="{62503013-56CB-47C2-B8A3-2DFD6F89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4416684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ge1-vector-66">
            <a:extLst xmlns:a="http://schemas.openxmlformats.org/drawingml/2006/main">
              <a:ext uri="{FF2B5EF4-FFF2-40B4-BE49-F238E27FC236}">
                <a16:creationId xmlns:a16="http://schemas.microsoft.com/office/drawing/2014/main" id="{7E55D4A6-6F0E-4FED-ADC9-155DEB95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516" y="4299159"/>
            <a:ext cx="95" cy="203546"/>
          </a:xfrm>
          <a:custGeom xmlns:a="http://schemas.openxmlformats.org/drawingml/2006/main">
            <a:pathLst>
              <a:path w="95" h="203546">
                <a:moveTo>
                  <a:pt x="0" y="0"/>
                </a:moveTo>
                <a:lnTo>
                  <a:pt x="0" y="20354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51" name="page1-vector-67">
            <a:extLst xmlns:a="http://schemas.openxmlformats.org/drawingml/2006/main">
              <a:ext uri="{FF2B5EF4-FFF2-40B4-BE49-F238E27FC236}">
                <a16:creationId xmlns:a16="http://schemas.microsoft.com/office/drawing/2014/main" id="{0936442C-E545-46AB-944C-18072736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727" y="4416684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ge1-vector-68">
            <a:extLst xmlns:a="http://schemas.openxmlformats.org/drawingml/2006/main">
              <a:ext uri="{FF2B5EF4-FFF2-40B4-BE49-F238E27FC236}">
                <a16:creationId xmlns:a16="http://schemas.microsoft.com/office/drawing/2014/main" id="{B87B5D65-DA0A-47B7-B5CF-FAF659A3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03" y="4520404"/>
            <a:ext cx="2212453" cy="530989"/>
          </a:xfrm>
          <a:custGeom xmlns:a="http://schemas.openxmlformats.org/drawingml/2006/main">
            <a:pathLst>
              <a:path w="2212453" h="530989">
                <a:moveTo>
                  <a:pt x="79648" y="0"/>
                </a:moveTo>
                <a:lnTo>
                  <a:pt x="2132804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51340"/>
                </a:lnTo>
                <a:cubicBezTo>
                  <a:pt x="2212453" y="495329"/>
                  <a:pt x="2176793" y="530989"/>
                  <a:pt x="2132804" y="530989"/>
                </a:cubicBezTo>
                <a:lnTo>
                  <a:pt x="79648" y="530989"/>
                </a:lnTo>
                <a:cubicBezTo>
                  <a:pt x="35660" y="530989"/>
                  <a:pt x="0" y="487000"/>
                  <a:pt x="0" y="451340"/>
                </a:cubicBezTo>
                <a:lnTo>
                  <a:pt x="0" y="79648"/>
                </a:lnTo>
                <a:cubicBezTo>
                  <a:pt x="0" y="35660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EAF8FA"/>
          </a:solidFill>
          <a:ln xmlns:a="http://schemas.openxmlformats.org/drawingml/2006/main" w="8850">
            <a:solidFill>
              <a:srgbClr val="84C5D1"/>
            </a:solidFill>
            <a:prstDash val="solid"/>
          </a:ln>
        </p:spPr>
      </p:sp>
      <p:sp>
        <p:nvSpPr>
          <p:cNvPr id="53" name="page1-vector-69">
            <a:extLst xmlns:a="http://schemas.openxmlformats.org/drawingml/2006/main">
              <a:ext uri="{FF2B5EF4-FFF2-40B4-BE49-F238E27FC236}">
                <a16:creationId xmlns:a16="http://schemas.microsoft.com/office/drawing/2014/main" id="{3FB5CAC0-254F-4A85-BCC5-0C0B93E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46" y="4520404"/>
            <a:ext cx="2212453" cy="530989"/>
          </a:xfrm>
          <a:custGeom xmlns:a="http://schemas.openxmlformats.org/drawingml/2006/main">
            <a:pathLst>
              <a:path w="2212453" h="530989">
                <a:moveTo>
                  <a:pt x="79648" y="0"/>
                </a:moveTo>
                <a:lnTo>
                  <a:pt x="2132805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51340"/>
                </a:lnTo>
                <a:cubicBezTo>
                  <a:pt x="2212453" y="495329"/>
                  <a:pt x="2176793" y="530989"/>
                  <a:pt x="2132805" y="530989"/>
                </a:cubicBezTo>
                <a:lnTo>
                  <a:pt x="79648" y="530989"/>
                </a:lnTo>
                <a:cubicBezTo>
                  <a:pt x="35660" y="530989"/>
                  <a:pt x="0" y="487000"/>
                  <a:pt x="0" y="451340"/>
                </a:cubicBezTo>
                <a:lnTo>
                  <a:pt x="0" y="79648"/>
                </a:lnTo>
                <a:cubicBezTo>
                  <a:pt x="0" y="35660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FFF6EB"/>
          </a:solidFill>
          <a:ln xmlns:a="http://schemas.openxmlformats.org/drawingml/2006/main" w="8850">
            <a:solidFill>
              <a:srgbClr val="DFB884"/>
            </a:solidFill>
            <a:prstDash val="solid"/>
          </a:ln>
        </p:spPr>
      </p:sp>
      <p:sp>
        <p:nvSpPr>
          <p:cNvPr id="54" name="page1-vector-70">
            <a:extLst xmlns:a="http://schemas.openxmlformats.org/drawingml/2006/main">
              <a:ext uri="{FF2B5EF4-FFF2-40B4-BE49-F238E27FC236}">
                <a16:creationId xmlns:a16="http://schemas.microsoft.com/office/drawing/2014/main" id="{955F05B4-2BFD-48CF-AFC3-7CEFBFEF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289" y="4520404"/>
            <a:ext cx="2212453" cy="530989"/>
          </a:xfrm>
          <a:custGeom xmlns:a="http://schemas.openxmlformats.org/drawingml/2006/main">
            <a:pathLst>
              <a:path w="2212453" h="530989">
                <a:moveTo>
                  <a:pt x="79649" y="0"/>
                </a:moveTo>
                <a:lnTo>
                  <a:pt x="2132805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51340"/>
                </a:lnTo>
                <a:cubicBezTo>
                  <a:pt x="2212453" y="495329"/>
                  <a:pt x="2176793" y="530989"/>
                  <a:pt x="2132805" y="530989"/>
                </a:cubicBezTo>
                <a:lnTo>
                  <a:pt x="79649" y="530989"/>
                </a:lnTo>
                <a:cubicBezTo>
                  <a:pt x="35660" y="530989"/>
                  <a:pt x="0" y="487000"/>
                  <a:pt x="0" y="451340"/>
                </a:cubicBezTo>
                <a:lnTo>
                  <a:pt x="0" y="79648"/>
                </a:lnTo>
                <a:cubicBezTo>
                  <a:pt x="0" y="35660"/>
                  <a:pt x="35660" y="0"/>
                  <a:pt x="79649" y="0"/>
                </a:cubicBezTo>
              </a:path>
            </a:pathLst>
          </a:custGeom>
          <a:solidFill xmlns:a="http://schemas.openxmlformats.org/drawingml/2006/main">
            <a:srgbClr val="EEF4FC"/>
          </a:solidFill>
          <a:ln xmlns:a="http://schemas.openxmlformats.org/drawingml/2006/main" w="8850">
            <a:solidFill>
              <a:srgbClr val="A0BEDC"/>
            </a:solidFill>
            <a:prstDash val="solid"/>
          </a:ln>
        </p:spPr>
      </p:sp>
      <p:sp>
        <p:nvSpPr>
          <p:cNvPr id="55" name="page1-vector-71">
            <a:extLst xmlns:a="http://schemas.openxmlformats.org/drawingml/2006/main">
              <a:ext uri="{FF2B5EF4-FFF2-40B4-BE49-F238E27FC236}">
                <a16:creationId xmlns:a16="http://schemas.microsoft.com/office/drawing/2014/main" id="{6BFF2916-ECF0-4F95-AA03-92D70184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629" y="5051392"/>
            <a:ext cx="95" cy="212396"/>
          </a:xfrm>
          <a:custGeom xmlns:a="http://schemas.openxmlformats.org/drawingml/2006/main">
            <a:pathLst>
              <a:path w="95" h="212396">
                <a:moveTo>
                  <a:pt x="0" y="0"/>
                </a:moveTo>
                <a:lnTo>
                  <a:pt x="0" y="2123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56" name="page1-vector-72">
            <a:extLst xmlns:a="http://schemas.openxmlformats.org/drawingml/2006/main">
              <a:ext uri="{FF2B5EF4-FFF2-40B4-BE49-F238E27FC236}">
                <a16:creationId xmlns:a16="http://schemas.microsoft.com/office/drawing/2014/main" id="{9437CE2D-6DB6-40D7-B014-5E8C8EEE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40" y="5177768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ge1-vector-73">
            <a:extLst xmlns:a="http://schemas.openxmlformats.org/drawingml/2006/main">
              <a:ext uri="{FF2B5EF4-FFF2-40B4-BE49-F238E27FC236}">
                <a16:creationId xmlns:a16="http://schemas.microsoft.com/office/drawing/2014/main" id="{6F3FA989-83CB-4401-B118-A9DA3B64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5051392"/>
            <a:ext cx="95" cy="212396"/>
          </a:xfrm>
          <a:custGeom xmlns:a="http://schemas.openxmlformats.org/drawingml/2006/main">
            <a:pathLst>
              <a:path w="95" h="212396">
                <a:moveTo>
                  <a:pt x="0" y="0"/>
                </a:moveTo>
                <a:lnTo>
                  <a:pt x="0" y="2123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58" name="page1-vector-74">
            <a:extLst xmlns:a="http://schemas.openxmlformats.org/drawingml/2006/main">
              <a:ext uri="{FF2B5EF4-FFF2-40B4-BE49-F238E27FC236}">
                <a16:creationId xmlns:a16="http://schemas.microsoft.com/office/drawing/2014/main" id="{0B3F0B20-B342-4639-BBEA-AE76FB56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5177768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ge1-vector-75">
            <a:extLst xmlns:a="http://schemas.openxmlformats.org/drawingml/2006/main">
              <a:ext uri="{FF2B5EF4-FFF2-40B4-BE49-F238E27FC236}">
                <a16:creationId xmlns:a16="http://schemas.microsoft.com/office/drawing/2014/main" id="{0BCDF92B-7BB6-4A7A-8930-0A95C502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516" y="5051392"/>
            <a:ext cx="95" cy="212396"/>
          </a:xfrm>
          <a:custGeom xmlns:a="http://schemas.openxmlformats.org/drawingml/2006/main">
            <a:pathLst>
              <a:path w="95" h="212396">
                <a:moveTo>
                  <a:pt x="0" y="0"/>
                </a:moveTo>
                <a:lnTo>
                  <a:pt x="0" y="2123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60" name="page1-vector-76">
            <a:extLst xmlns:a="http://schemas.openxmlformats.org/drawingml/2006/main">
              <a:ext uri="{FF2B5EF4-FFF2-40B4-BE49-F238E27FC236}">
                <a16:creationId xmlns:a16="http://schemas.microsoft.com/office/drawing/2014/main" id="{D643FB4B-5037-4FDA-9EC5-6FDCEA4E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727" y="5177768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ge1-vector-77">
            <a:extLst xmlns:a="http://schemas.openxmlformats.org/drawingml/2006/main">
              <a:ext uri="{FF2B5EF4-FFF2-40B4-BE49-F238E27FC236}">
                <a16:creationId xmlns:a16="http://schemas.microsoft.com/office/drawing/2014/main" id="{912D072A-BED6-48D6-A037-FFE1B66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03" y="5281488"/>
            <a:ext cx="2212453" cy="522139"/>
          </a:xfrm>
          <a:custGeom xmlns:a="http://schemas.openxmlformats.org/drawingml/2006/main">
            <a:pathLst>
              <a:path w="2212453" h="522139">
                <a:moveTo>
                  <a:pt x="79648" y="0"/>
                </a:moveTo>
                <a:lnTo>
                  <a:pt x="2132804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42490"/>
                </a:lnTo>
                <a:cubicBezTo>
                  <a:pt x="2212453" y="486479"/>
                  <a:pt x="2176793" y="522139"/>
                  <a:pt x="2132804" y="522139"/>
                </a:cubicBezTo>
                <a:lnTo>
                  <a:pt x="79648" y="522139"/>
                </a:lnTo>
                <a:cubicBezTo>
                  <a:pt x="35660" y="522139"/>
                  <a:pt x="0" y="478150"/>
                  <a:pt x="0" y="442490"/>
                </a:cubicBezTo>
                <a:lnTo>
                  <a:pt x="0" y="79648"/>
                </a:lnTo>
                <a:cubicBezTo>
                  <a:pt x="0" y="35660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EAF8FA"/>
          </a:solidFill>
          <a:ln xmlns:a="http://schemas.openxmlformats.org/drawingml/2006/main" w="8850">
            <a:solidFill>
              <a:srgbClr val="84C5D1"/>
            </a:solidFill>
            <a:prstDash val="solid"/>
          </a:ln>
        </p:spPr>
      </p:sp>
      <p:sp>
        <p:nvSpPr>
          <p:cNvPr id="62" name="page1-vector-78">
            <a:extLst xmlns:a="http://schemas.openxmlformats.org/drawingml/2006/main">
              <a:ext uri="{FF2B5EF4-FFF2-40B4-BE49-F238E27FC236}">
                <a16:creationId xmlns:a16="http://schemas.microsoft.com/office/drawing/2014/main" id="{7C8A28F0-FBC5-49A9-A93A-8844EB97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46" y="5281488"/>
            <a:ext cx="2212453" cy="522139"/>
          </a:xfrm>
          <a:custGeom xmlns:a="http://schemas.openxmlformats.org/drawingml/2006/main">
            <a:pathLst>
              <a:path w="2212453" h="522139">
                <a:moveTo>
                  <a:pt x="79648" y="0"/>
                </a:moveTo>
                <a:lnTo>
                  <a:pt x="2132805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42490"/>
                </a:lnTo>
                <a:cubicBezTo>
                  <a:pt x="2212453" y="486479"/>
                  <a:pt x="2176793" y="522139"/>
                  <a:pt x="2132805" y="522139"/>
                </a:cubicBezTo>
                <a:lnTo>
                  <a:pt x="79648" y="522139"/>
                </a:lnTo>
                <a:cubicBezTo>
                  <a:pt x="35660" y="522139"/>
                  <a:pt x="0" y="478150"/>
                  <a:pt x="0" y="442490"/>
                </a:cubicBezTo>
                <a:lnTo>
                  <a:pt x="0" y="79648"/>
                </a:lnTo>
                <a:cubicBezTo>
                  <a:pt x="0" y="35660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FFF6EB"/>
          </a:solidFill>
          <a:ln xmlns:a="http://schemas.openxmlformats.org/drawingml/2006/main" w="8850">
            <a:solidFill>
              <a:srgbClr val="DFB884"/>
            </a:solidFill>
            <a:prstDash val="solid"/>
          </a:ln>
        </p:spPr>
      </p:sp>
      <p:sp>
        <p:nvSpPr>
          <p:cNvPr id="63" name="page1-vector-79">
            <a:extLst xmlns:a="http://schemas.openxmlformats.org/drawingml/2006/main">
              <a:ext uri="{FF2B5EF4-FFF2-40B4-BE49-F238E27FC236}">
                <a16:creationId xmlns:a16="http://schemas.microsoft.com/office/drawing/2014/main" id="{8A04F13E-52A1-4EBE-A380-EE6C2431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289" y="5281488"/>
            <a:ext cx="2212453" cy="522139"/>
          </a:xfrm>
          <a:custGeom xmlns:a="http://schemas.openxmlformats.org/drawingml/2006/main">
            <a:pathLst>
              <a:path w="2212453" h="522139">
                <a:moveTo>
                  <a:pt x="79649" y="0"/>
                </a:moveTo>
                <a:lnTo>
                  <a:pt x="2132805" y="0"/>
                </a:lnTo>
                <a:cubicBezTo>
                  <a:pt x="2176793" y="0"/>
                  <a:pt x="2212453" y="43988"/>
                  <a:pt x="2212453" y="79648"/>
                </a:cubicBezTo>
                <a:lnTo>
                  <a:pt x="2212453" y="442490"/>
                </a:lnTo>
                <a:cubicBezTo>
                  <a:pt x="2212453" y="486479"/>
                  <a:pt x="2176793" y="522139"/>
                  <a:pt x="2132805" y="522139"/>
                </a:cubicBezTo>
                <a:lnTo>
                  <a:pt x="79649" y="522139"/>
                </a:lnTo>
                <a:cubicBezTo>
                  <a:pt x="35660" y="522139"/>
                  <a:pt x="0" y="478150"/>
                  <a:pt x="0" y="442490"/>
                </a:cubicBezTo>
                <a:lnTo>
                  <a:pt x="0" y="79648"/>
                </a:lnTo>
                <a:cubicBezTo>
                  <a:pt x="0" y="35660"/>
                  <a:pt x="35660" y="0"/>
                  <a:pt x="79649" y="0"/>
                </a:cubicBezTo>
              </a:path>
            </a:pathLst>
          </a:custGeom>
          <a:solidFill xmlns:a="http://schemas.openxmlformats.org/drawingml/2006/main">
            <a:srgbClr val="EEF4FC"/>
          </a:solidFill>
          <a:ln xmlns:a="http://schemas.openxmlformats.org/drawingml/2006/main" w="8850">
            <a:solidFill>
              <a:srgbClr val="A0BEDC"/>
            </a:solidFill>
            <a:prstDash val="solid"/>
          </a:ln>
        </p:spPr>
      </p:sp>
      <p:sp>
        <p:nvSpPr>
          <p:cNvPr id="64" name="page1-vector-80">
            <a:extLst xmlns:a="http://schemas.openxmlformats.org/drawingml/2006/main">
              <a:ext uri="{FF2B5EF4-FFF2-40B4-BE49-F238E27FC236}">
                <a16:creationId xmlns:a16="http://schemas.microsoft.com/office/drawing/2014/main" id="{BA126ED8-7541-48A4-8B92-20DB7FB9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629" y="5803626"/>
            <a:ext cx="95" cy="194696"/>
          </a:xfrm>
          <a:custGeom xmlns:a="http://schemas.openxmlformats.org/drawingml/2006/main">
            <a:pathLst>
              <a:path w="95" h="194696">
                <a:moveTo>
                  <a:pt x="0" y="0"/>
                </a:moveTo>
                <a:lnTo>
                  <a:pt x="0" y="1946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65" name="page1-vector-81">
            <a:extLst xmlns:a="http://schemas.openxmlformats.org/drawingml/2006/main">
              <a:ext uri="{FF2B5EF4-FFF2-40B4-BE49-F238E27FC236}">
                <a16:creationId xmlns:a16="http://schemas.microsoft.com/office/drawing/2014/main" id="{B3F9768D-F7A0-4D4E-9F09-D61591F4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5803626"/>
            <a:ext cx="95" cy="194696"/>
          </a:xfrm>
          <a:custGeom xmlns:a="http://schemas.openxmlformats.org/drawingml/2006/main">
            <a:pathLst>
              <a:path w="95" h="194696">
                <a:moveTo>
                  <a:pt x="0" y="0"/>
                </a:moveTo>
                <a:lnTo>
                  <a:pt x="0" y="1946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66" name="page1-vector-82">
            <a:extLst xmlns:a="http://schemas.openxmlformats.org/drawingml/2006/main">
              <a:ext uri="{FF2B5EF4-FFF2-40B4-BE49-F238E27FC236}">
                <a16:creationId xmlns:a16="http://schemas.microsoft.com/office/drawing/2014/main" id="{309AA0B3-857A-4A44-BF62-4762C5F1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516" y="5803626"/>
            <a:ext cx="95" cy="194696"/>
          </a:xfrm>
          <a:custGeom xmlns:a="http://schemas.openxmlformats.org/drawingml/2006/main">
            <a:pathLst>
              <a:path w="95" h="194696">
                <a:moveTo>
                  <a:pt x="0" y="0"/>
                </a:moveTo>
                <a:lnTo>
                  <a:pt x="0" y="1946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67" name="page1-vector-83">
            <a:extLst xmlns:a="http://schemas.openxmlformats.org/drawingml/2006/main">
              <a:ext uri="{FF2B5EF4-FFF2-40B4-BE49-F238E27FC236}">
                <a16:creationId xmlns:a16="http://schemas.microsoft.com/office/drawing/2014/main" id="{F1E7D83B-3FDD-46F9-842C-7325B335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798" y="6033722"/>
            <a:ext cx="7097548" cy="95"/>
          </a:xfrm>
          <a:custGeom xmlns:a="http://schemas.openxmlformats.org/drawingml/2006/main">
            <a:pathLst>
              <a:path w="7097548" h="95">
                <a:moveTo>
                  <a:pt x="0" y="0"/>
                </a:moveTo>
                <a:lnTo>
                  <a:pt x="70975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61949">
            <a:solidFill>
              <a:srgbClr val="1D5368"/>
            </a:solidFill>
            <a:prstDash val="solid"/>
          </a:ln>
        </p:spPr>
      </p:sp>
      <p:sp>
        <p:nvSpPr>
          <p:cNvPr id="68" name="page1-vector-84">
            <a:extLst xmlns:a="http://schemas.openxmlformats.org/drawingml/2006/main">
              <a:ext uri="{FF2B5EF4-FFF2-40B4-BE49-F238E27FC236}">
                <a16:creationId xmlns:a16="http://schemas.microsoft.com/office/drawing/2014/main" id="{0B5E13C6-5BF3-4109-8BC6-CBD015C0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6077970"/>
            <a:ext cx="95" cy="176996"/>
          </a:xfrm>
          <a:custGeom xmlns:a="http://schemas.openxmlformats.org/drawingml/2006/main">
            <a:pathLst>
              <a:path w="95" h="176996">
                <a:moveTo>
                  <a:pt x="0" y="0"/>
                </a:moveTo>
                <a:lnTo>
                  <a:pt x="0" y="1769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69" name="page1-vector-85">
            <a:extLst xmlns:a="http://schemas.openxmlformats.org/drawingml/2006/main">
              <a:ext uri="{FF2B5EF4-FFF2-40B4-BE49-F238E27FC236}">
                <a16:creationId xmlns:a16="http://schemas.microsoft.com/office/drawing/2014/main" id="{5D86EC8F-9381-4503-A2A1-730C2ACC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6168946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ge1-vector-86">
            <a:extLst xmlns:a="http://schemas.openxmlformats.org/drawingml/2006/main">
              <a:ext uri="{FF2B5EF4-FFF2-40B4-BE49-F238E27FC236}">
                <a16:creationId xmlns:a16="http://schemas.microsoft.com/office/drawing/2014/main" id="{EB32B419-CE48-4320-BCA7-AC8005B7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776" y="6272666"/>
            <a:ext cx="4973593" cy="486740"/>
          </a:xfrm>
          <a:custGeom xmlns:a="http://schemas.openxmlformats.org/drawingml/2006/main">
            <a:pathLst>
              <a:path w="4973593" h="486740">
                <a:moveTo>
                  <a:pt x="79648" y="0"/>
                </a:moveTo>
                <a:lnTo>
                  <a:pt x="4893945" y="0"/>
                </a:lnTo>
                <a:cubicBezTo>
                  <a:pt x="4937933" y="0"/>
                  <a:pt x="4973593" y="43988"/>
                  <a:pt x="4973593" y="79648"/>
                </a:cubicBezTo>
                <a:lnTo>
                  <a:pt x="4973593" y="407092"/>
                </a:lnTo>
                <a:cubicBezTo>
                  <a:pt x="4973593" y="451080"/>
                  <a:pt x="4937933" y="486740"/>
                  <a:pt x="4893945" y="486740"/>
                </a:cubicBezTo>
                <a:lnTo>
                  <a:pt x="79648" y="486740"/>
                </a:lnTo>
                <a:cubicBezTo>
                  <a:pt x="35659" y="486740"/>
                  <a:pt x="0" y="442751"/>
                  <a:pt x="0" y="407092"/>
                </a:cubicBezTo>
                <a:lnTo>
                  <a:pt x="0" y="79648"/>
                </a:lnTo>
                <a:cubicBezTo>
                  <a:pt x="0" y="35660"/>
                  <a:pt x="35659" y="0"/>
                  <a:pt x="79648" y="0"/>
                </a:cubicBezTo>
              </a:path>
            </a:pathLst>
          </a:custGeom>
          <a:solidFill xmlns:a="http://schemas.openxmlformats.org/drawingml/2006/main">
            <a:srgbClr val="EAF6F0"/>
          </a:solidFill>
          <a:ln xmlns:a="http://schemas.openxmlformats.org/drawingml/2006/main" w="8850">
            <a:solidFill>
              <a:srgbClr val="77B396"/>
            </a:solidFill>
            <a:prstDash val="solid"/>
          </a:ln>
        </p:spPr>
      </p:sp>
      <p:sp>
        <p:nvSpPr>
          <p:cNvPr id="71" name="page1-vector-87">
            <a:extLst xmlns:a="http://schemas.openxmlformats.org/drawingml/2006/main">
              <a:ext uri="{FF2B5EF4-FFF2-40B4-BE49-F238E27FC236}">
                <a16:creationId xmlns:a16="http://schemas.microsoft.com/office/drawing/2014/main" id="{C3F8307A-499F-439C-8FB4-EAC37090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6759406"/>
            <a:ext cx="95" cy="176996"/>
          </a:xfrm>
          <a:custGeom xmlns:a="http://schemas.openxmlformats.org/drawingml/2006/main">
            <a:pathLst>
              <a:path w="95" h="176996">
                <a:moveTo>
                  <a:pt x="0" y="0"/>
                </a:moveTo>
                <a:lnTo>
                  <a:pt x="0" y="1769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72" name="page1-vector-88">
            <a:extLst xmlns:a="http://schemas.openxmlformats.org/drawingml/2006/main">
              <a:ext uri="{FF2B5EF4-FFF2-40B4-BE49-F238E27FC236}">
                <a16:creationId xmlns:a16="http://schemas.microsoft.com/office/drawing/2014/main" id="{070C20A9-A897-4A15-A5DE-12D516C3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6850382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ge1-vector-89">
            <a:extLst xmlns:a="http://schemas.openxmlformats.org/drawingml/2006/main">
              <a:ext uri="{FF2B5EF4-FFF2-40B4-BE49-F238E27FC236}">
                <a16:creationId xmlns:a16="http://schemas.microsoft.com/office/drawing/2014/main" id="{40FBC2D3-952F-42AF-B6F4-88EA7525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757" y="6954102"/>
            <a:ext cx="3203632" cy="486740"/>
          </a:xfrm>
          <a:custGeom xmlns:a="http://schemas.openxmlformats.org/drawingml/2006/main">
            <a:pathLst>
              <a:path w="3203632" h="486740">
                <a:moveTo>
                  <a:pt x="79648" y="0"/>
                </a:moveTo>
                <a:lnTo>
                  <a:pt x="3123983" y="0"/>
                </a:lnTo>
                <a:cubicBezTo>
                  <a:pt x="3167972" y="0"/>
                  <a:pt x="3203632" y="43989"/>
                  <a:pt x="3203632" y="79649"/>
                </a:cubicBezTo>
                <a:lnTo>
                  <a:pt x="3203632" y="407091"/>
                </a:lnTo>
                <a:cubicBezTo>
                  <a:pt x="3203632" y="451080"/>
                  <a:pt x="3167972" y="486740"/>
                  <a:pt x="3123983" y="486740"/>
                </a:cubicBezTo>
                <a:lnTo>
                  <a:pt x="79648" y="486740"/>
                </a:lnTo>
                <a:cubicBezTo>
                  <a:pt x="35660" y="486740"/>
                  <a:pt x="0" y="442750"/>
                  <a:pt x="0" y="407091"/>
                </a:cubicBezTo>
                <a:lnTo>
                  <a:pt x="0" y="79649"/>
                </a:lnTo>
                <a:cubicBezTo>
                  <a:pt x="0" y="35659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F1F6FC"/>
          </a:solidFill>
          <a:ln xmlns:a="http://schemas.openxmlformats.org/drawingml/2006/main" w="8850">
            <a:solidFill>
              <a:srgbClr val="A9BFD6"/>
            </a:solidFill>
            <a:prstDash val="solid"/>
          </a:ln>
        </p:spPr>
      </p:sp>
      <p:sp>
        <p:nvSpPr>
          <p:cNvPr id="74" name="page1-vector-90">
            <a:extLst xmlns:a="http://schemas.openxmlformats.org/drawingml/2006/main">
              <a:ext uri="{FF2B5EF4-FFF2-40B4-BE49-F238E27FC236}">
                <a16:creationId xmlns:a16="http://schemas.microsoft.com/office/drawing/2014/main" id="{A2015E1E-11F4-4AA9-9BDA-384BC5D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7440842"/>
            <a:ext cx="95" cy="159296"/>
          </a:xfrm>
          <a:custGeom xmlns:a="http://schemas.openxmlformats.org/drawingml/2006/main">
            <a:pathLst>
              <a:path w="95" h="159296">
                <a:moveTo>
                  <a:pt x="0" y="0"/>
                </a:moveTo>
                <a:lnTo>
                  <a:pt x="0" y="1592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75" name="page1-vector-91">
            <a:extLst xmlns:a="http://schemas.openxmlformats.org/drawingml/2006/main">
              <a:ext uri="{FF2B5EF4-FFF2-40B4-BE49-F238E27FC236}">
                <a16:creationId xmlns:a16="http://schemas.microsoft.com/office/drawing/2014/main" id="{F38DEA67-9001-4167-AA02-868B4302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7514117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ge1-vector-92">
            <a:extLst xmlns:a="http://schemas.openxmlformats.org/drawingml/2006/main">
              <a:ext uri="{FF2B5EF4-FFF2-40B4-BE49-F238E27FC236}">
                <a16:creationId xmlns:a16="http://schemas.microsoft.com/office/drawing/2014/main" id="{ADED0394-346A-4BEB-BB4E-6A59579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8757" y="7617837"/>
            <a:ext cx="3203632" cy="486740"/>
          </a:xfrm>
          <a:custGeom xmlns:a="http://schemas.openxmlformats.org/drawingml/2006/main">
            <a:pathLst>
              <a:path w="3203632" h="486740">
                <a:moveTo>
                  <a:pt x="79648" y="0"/>
                </a:moveTo>
                <a:lnTo>
                  <a:pt x="3123983" y="0"/>
                </a:lnTo>
                <a:cubicBezTo>
                  <a:pt x="3167972" y="0"/>
                  <a:pt x="3203632" y="43990"/>
                  <a:pt x="3203632" y="79649"/>
                </a:cubicBezTo>
                <a:lnTo>
                  <a:pt x="3203632" y="407091"/>
                </a:lnTo>
                <a:cubicBezTo>
                  <a:pt x="3203632" y="451080"/>
                  <a:pt x="3167972" y="486740"/>
                  <a:pt x="3123983" y="486740"/>
                </a:cubicBezTo>
                <a:lnTo>
                  <a:pt x="79648" y="486740"/>
                </a:lnTo>
                <a:cubicBezTo>
                  <a:pt x="35660" y="486740"/>
                  <a:pt x="0" y="442751"/>
                  <a:pt x="0" y="407091"/>
                </a:cubicBezTo>
                <a:lnTo>
                  <a:pt x="0" y="79649"/>
                </a:lnTo>
                <a:cubicBezTo>
                  <a:pt x="0" y="35660"/>
                  <a:pt x="35660" y="0"/>
                  <a:pt x="79648" y="0"/>
                </a:cubicBezTo>
              </a:path>
            </a:pathLst>
          </a:custGeom>
          <a:solidFill xmlns:a="http://schemas.openxmlformats.org/drawingml/2006/main">
            <a:srgbClr val="F1F6FC"/>
          </a:solidFill>
          <a:ln xmlns:a="http://schemas.openxmlformats.org/drawingml/2006/main" w="8850">
            <a:solidFill>
              <a:srgbClr val="A9BFD6"/>
            </a:solidFill>
            <a:prstDash val="solid"/>
          </a:ln>
        </p:spPr>
      </p:sp>
      <p:sp>
        <p:nvSpPr>
          <p:cNvPr id="77" name="page1-vector-93">
            <a:extLst xmlns:a="http://schemas.openxmlformats.org/drawingml/2006/main">
              <a:ext uri="{FF2B5EF4-FFF2-40B4-BE49-F238E27FC236}">
                <a16:creationId xmlns:a16="http://schemas.microsoft.com/office/drawing/2014/main" id="{8ECFF30F-CDA8-4FFC-8723-80DF89CC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573" y="8104577"/>
            <a:ext cx="95" cy="159296"/>
          </a:xfrm>
          <a:custGeom xmlns:a="http://schemas.openxmlformats.org/drawingml/2006/main">
            <a:pathLst>
              <a:path w="95" h="159296">
                <a:moveTo>
                  <a:pt x="0" y="0"/>
                </a:moveTo>
                <a:lnTo>
                  <a:pt x="0" y="159296"/>
                </a:lnTo>
              </a:path>
            </a:pathLst>
          </a:custGeom>
          <a:noFill xmlns:a="http://schemas.openxmlformats.org/drawingml/2006/main"/>
          <a:ln xmlns:a="http://schemas.openxmlformats.org/drawingml/2006/main" w="15930">
            <a:solidFill>
              <a:srgbClr val="557087"/>
            </a:solidFill>
            <a:prstDash val="solid"/>
          </a:ln>
        </p:spPr>
      </p:sp>
      <p:sp>
        <p:nvSpPr>
          <p:cNvPr id="78" name="page1-vector-94">
            <a:extLst xmlns:a="http://schemas.openxmlformats.org/drawingml/2006/main">
              <a:ext uri="{FF2B5EF4-FFF2-40B4-BE49-F238E27FC236}">
                <a16:creationId xmlns:a16="http://schemas.microsoft.com/office/drawing/2014/main" id="{9AEE00AF-EC14-4ACA-AB2D-8951E6AF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784" y="8177854"/>
            <a:ext cx="95578" cy="95578"/>
          </a:xfrm>
          <a:custGeom xmlns:a="http://schemas.openxmlformats.org/drawingml/2006/main">
            <a:pathLst>
              <a:path w="95578" h="95578">
                <a:moveTo>
                  <a:pt x="95578" y="0"/>
                </a:moveTo>
                <a:lnTo>
                  <a:pt x="47789" y="95578"/>
                </a:lnTo>
                <a:lnTo>
                  <a:pt x="0" y="0"/>
                </a:lnTo>
                <a:lnTo>
                  <a:pt x="95578" y="0"/>
                </a:lnTo>
              </a:path>
            </a:pathLst>
          </a:custGeom>
          <a:solidFill xmlns:a="http://schemas.openxmlformats.org/drawingml/2006/main">
            <a:srgbClr val="5570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ge1-vector-95">
            <a:extLst xmlns:a="http://schemas.openxmlformats.org/drawingml/2006/main">
              <a:ext uri="{FF2B5EF4-FFF2-40B4-BE49-F238E27FC236}">
                <a16:creationId xmlns:a16="http://schemas.microsoft.com/office/drawing/2014/main" id="{D767180E-DD1F-42C8-82ED-79E2F8E2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776" y="8281574"/>
            <a:ext cx="4973593" cy="548688"/>
          </a:xfrm>
          <a:custGeom xmlns:a="http://schemas.openxmlformats.org/drawingml/2006/main">
            <a:pathLst>
              <a:path w="4973593" h="548688">
                <a:moveTo>
                  <a:pt x="79648" y="0"/>
                </a:moveTo>
                <a:lnTo>
                  <a:pt x="4893945" y="0"/>
                </a:lnTo>
                <a:cubicBezTo>
                  <a:pt x="4937933" y="0"/>
                  <a:pt x="4973593" y="43989"/>
                  <a:pt x="4973593" y="79648"/>
                </a:cubicBezTo>
                <a:lnTo>
                  <a:pt x="4973593" y="469040"/>
                </a:lnTo>
                <a:cubicBezTo>
                  <a:pt x="4973593" y="513028"/>
                  <a:pt x="4937933" y="548688"/>
                  <a:pt x="4893945" y="548688"/>
                </a:cubicBezTo>
                <a:lnTo>
                  <a:pt x="79648" y="548688"/>
                </a:lnTo>
                <a:cubicBezTo>
                  <a:pt x="35659" y="548688"/>
                  <a:pt x="0" y="504699"/>
                  <a:pt x="0" y="469040"/>
                </a:cubicBezTo>
                <a:lnTo>
                  <a:pt x="0" y="79648"/>
                </a:lnTo>
                <a:cubicBezTo>
                  <a:pt x="0" y="35660"/>
                  <a:pt x="35659" y="0"/>
                  <a:pt x="79648" y="0"/>
                </a:cubicBezTo>
              </a:path>
            </a:pathLst>
          </a:custGeom>
          <a:solidFill xmlns:a="http://schemas.openxmlformats.org/drawingml/2006/main">
            <a:srgbClr val="EAF6F0"/>
          </a:solidFill>
          <a:ln xmlns:a="http://schemas.openxmlformats.org/drawingml/2006/main" w="8850">
            <a:solidFill>
              <a:srgbClr val="77B396"/>
            </a:solidFill>
            <a:prstDash val="solid"/>
          </a:ln>
        </p:spPr>
      </p:sp>
      <p:sp>
        <p:nvSpPr>
          <p:cNvPr id="80" name="page1-vector-96">
            <a:extLst xmlns:a="http://schemas.openxmlformats.org/drawingml/2006/main">
              <a:ext uri="{FF2B5EF4-FFF2-40B4-BE49-F238E27FC236}">
                <a16:creationId xmlns:a16="http://schemas.microsoft.com/office/drawing/2014/main" id="{018A02D0-0732-4DB7-B127-AF8A73DC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9969975"/>
            <a:ext cx="13824000" cy="200025"/>
          </a:xfrm>
          <a:custGeom xmlns:a="http://schemas.openxmlformats.org/drawingml/2006/main">
            <a:pathLst>
              <a:path w="13824000" h="200025">
                <a:moveTo>
                  <a:pt x="0" y="200025"/>
                </a:moveTo>
                <a:lnTo>
                  <a:pt x="13824000" y="200025"/>
                </a:lnTo>
                <a:lnTo>
                  <a:pt x="13824000" y="9525"/>
                </a:lnTo>
                <a:lnTo>
                  <a:pt x="0" y="9525"/>
                </a:lnTo>
                <a:close/>
                <a:moveTo>
                  <a:pt x="0" y="0"/>
                </a:moveTo>
                <a:lnTo>
                  <a:pt x="13824000" y="0"/>
                </a:lnTo>
                <a:lnTo>
                  <a:pt x="13824000" y="20002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D9E3E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A3BA81-C284-465F-AA23-DB8C59D77780}"/>
              </a:ext>
            </a:extLst>
          </p:cNvPr>
          <p:cNvGraphicFramePr/>
          <p:nvPr/>
        </p:nvGraphicFramePr>
        <p:xfrm>
          <a:off xmlns:a="http://schemas.openxmlformats.org/drawingml/2006/main" x="10269369" y="2333367"/>
          <a:ext xmlns:a="http://schemas.openxmlformats.org/drawingml/2006/main" cx="4078806" cy="1949053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978913"/>
                <a:gridCol w="3099892"/>
              </a:tblGrid>
              <a:tr h="290036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</a:p>
                  </a:txBody>
                  <a:tcPr marL="76200" marR="76200" marT="5722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9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진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행</a:t>
                      </a:r>
                      <a:r>
                        <a:rPr sz="825" b="0" kern="0" spc="-154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1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-15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825" b="0" kern="0" spc="4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</a:p>
                  </a:txBody>
                  <a:tcPr marL="76200" marR="76200" marT="5722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03384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209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송</a:t>
                      </a:r>
                    </a:p>
                  </a:txBody>
                  <a:tcPr marL="57150" marR="57150" marT="3366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송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락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으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</a:t>
                      </a:r>
                      <a:r>
                        <a:rPr sz="862" b="0" kern="0" spc="3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투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진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행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-6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-21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-27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862" b="0" kern="0" spc="-208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를</a:t>
                      </a:r>
                      <a:r>
                        <a:rPr sz="862" b="0" kern="0" spc="48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투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</a:t>
                      </a:r>
                      <a:r>
                        <a:rPr sz="862" b="0" kern="0" spc="44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에</a:t>
                      </a:r>
                      <a:r>
                        <a:rPr sz="862" b="0" kern="0" spc="42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직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렬</a:t>
                      </a:r>
                      <a:r>
                        <a:rPr sz="862" b="0" kern="0" spc="44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합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</a:t>
                      </a:r>
                      <a:r>
                        <a:rPr sz="862" b="0" kern="0" spc="4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않</a:t>
                      </a:r>
                      <a:r>
                        <a:rPr sz="862" b="0" kern="0" spc="-209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음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366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403384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209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핀</a:t>
                      </a:r>
                    </a:p>
                  </a:txBody>
                  <a:tcPr marL="57150" marR="57150" marT="33847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당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델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862" b="0" kern="0" spc="2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</a:t>
                      </a:r>
                      <a:r>
                        <a:rPr sz="862" b="0" kern="0" spc="-47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-20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택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→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→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치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-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3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-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862" b="0" kern="0" spc="-20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과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함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께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3847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403384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21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</a:p>
                  </a:txBody>
                  <a:tcPr marL="57150" marR="57150" marT="3403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좌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</a:t>
                      </a:r>
                      <a:r>
                        <a:rPr sz="776" b="0" kern="0" spc="-48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-3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2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광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76" b="0" kern="0" spc="-2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을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갱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</a:t>
                      </a:r>
                    </a:p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각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4772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448866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합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류</a:t>
                      </a:r>
                    </a:p>
                  </a:txBody>
                  <a:tcPr marL="57150" marR="57150" marT="3311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43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-20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핀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를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두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  <a:p>
                      <a:pPr algn="l">
                        <a:lnSpc>
                          <a:spcPts val="16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22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에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합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류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는</a:t>
                      </a:r>
                      <a:r>
                        <a:rPr sz="776" b="0" kern="0" spc="4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본</a:t>
                      </a:r>
                      <a:r>
                        <a:rPr sz="776" b="0" kern="0" spc="-21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안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  <a:r>
                        <a:rPr sz="776" b="0" kern="0" spc="6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42" b="0" kern="0" spc="-202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46807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D3423F4-22B1-4B82-A65F-52CC3CA5898C}"/>
              </a:ext>
            </a:extLst>
          </p:cNvPr>
          <p:cNvGraphicFramePr/>
          <p:nvPr/>
        </p:nvGraphicFramePr>
        <p:xfrm>
          <a:off xmlns:a="http://schemas.openxmlformats.org/drawingml/2006/main" x="10269369" y="7772856"/>
          <a:ext xmlns:a="http://schemas.openxmlformats.org/drawingml/2006/main" cx="4078806" cy="1127522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509158"/>
                <a:gridCol w="2569648"/>
              </a:tblGrid>
              <a:tr h="239792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불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치</a:t>
                      </a:r>
                    </a:p>
                  </a:txBody>
                  <a:tcPr marL="57150" marR="57150" marT="2883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류</a:t>
                      </a:r>
                      <a:r>
                        <a:rPr sz="862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를</a:t>
                      </a:r>
                      <a:r>
                        <a:rPr sz="86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본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안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으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</a:t>
                      </a:r>
                      <a:r>
                        <a:rPr sz="862" b="0" kern="0" spc="3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2883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44554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핀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862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누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락</a:t>
                      </a:r>
                    </a:p>
                  </a:txBody>
                  <a:tcPr marL="57150" marR="57150" marT="337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86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태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를</a:t>
                      </a:r>
                      <a:r>
                        <a:rPr sz="86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37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44554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통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절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862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-4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-20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</a:p>
                  </a:txBody>
                  <a:tcPr marL="57150" marR="57150" marT="3381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862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태</a:t>
                      </a:r>
                      <a:r>
                        <a:rPr sz="862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요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청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태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를</a:t>
                      </a:r>
                      <a:r>
                        <a:rPr sz="86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에</a:t>
                      </a:r>
                      <a:r>
                        <a:rPr sz="86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381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98621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얼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라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862" b="0" kern="0" spc="-16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862" b="0" kern="0" spc="-1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-2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862" b="0" kern="0" spc="2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</a:t>
                      </a:r>
                    </a:p>
                    <a:p>
                      <a:pPr algn="l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워</a:t>
                      </a:r>
                      <a:r>
                        <a:rPr sz="862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</a:p>
                  </a:txBody>
                  <a:tcPr marL="57150" marR="57150" marT="3393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6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862" b="0" kern="0" spc="-21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</a:t>
                      </a:r>
                      <a:r>
                        <a:rPr sz="862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리</a:t>
                      </a:r>
                      <a:r>
                        <a:rPr sz="862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방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법</a:t>
                      </a:r>
                      <a:r>
                        <a:rPr sz="862" b="0" kern="0" spc="43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25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25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  <a:r>
                        <a:rPr sz="825" b="0" kern="0" spc="-202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825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6591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3" name="text-0-A3 LD · AUTO JOB CHANGE / 01">
            <a:extLst xmlns:a="http://schemas.openxmlformats.org/drawingml/2006/main">
              <a:ext uri="{FF2B5EF4-FFF2-40B4-BE49-F238E27FC236}">
                <a16:creationId xmlns:a16="http://schemas.microsoft.com/office/drawing/2014/main" id="{33D13464-FD91-4C89-BF80-B9EA312E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559542"/>
            <a:ext cx="2033703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136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25" b="0" kern="0" spc="138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12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20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825" b="0" kern="0" spc="112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J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25" b="0" kern="0" spc="139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11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  <p:sp>
        <p:nvSpPr>
          <p:cNvPr id="84" name="text-1-오토 잡체인지 시퀀스 플로우차트">
            <a:extLst xmlns:a="http://schemas.openxmlformats.org/drawingml/2006/main">
              <a:ext uri="{FF2B5EF4-FFF2-40B4-BE49-F238E27FC236}">
                <a16:creationId xmlns:a16="http://schemas.microsoft.com/office/drawing/2014/main" id="{082D5CB5-42FC-49EA-85F9-7066216C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57639"/>
            <a:ext cx="3763061" cy="438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2175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오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토</a:t>
            </a:r>
            <a:r>
              <a:rPr sz="2175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잡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2175" b="0" kern="0" spc="5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퀀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2175" b="0" kern="0" spc="5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플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우</a:t>
            </a:r>
            <a:r>
              <a:rPr sz="2175" b="0" kern="0" spc="-6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차</a:t>
            </a:r>
            <a:r>
              <a:rPr sz="21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트</a:t>
            </a:r>
          </a:p>
        </p:txBody>
      </p:sp>
      <p:sp>
        <p:nvSpPr>
          <p:cNvPr id="85" name="text-2-앞단 모델 식별 → 기판 투입 · 핀 이동 · 레시피 갱신 동시 진행">
            <a:extLst xmlns:a="http://schemas.openxmlformats.org/drawingml/2006/main">
              <a:ext uri="{FF2B5EF4-FFF2-40B4-BE49-F238E27FC236}">
                <a16:creationId xmlns:a16="http://schemas.microsoft.com/office/drawing/2014/main" id="{71F19939-2A97-4846-AB7A-F258CB9A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133837"/>
            <a:ext cx="4143509" cy="2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앞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단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식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975" b="0" kern="0" spc="-17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-27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75" b="0" kern="0" spc="-449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975" b="0" kern="0" spc="6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975" b="0" kern="0" spc="-17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-27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75" b="0" kern="0" spc="-449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레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피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갱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신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진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행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준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료</a:t>
            </a:r>
          </a:p>
        </p:txBody>
      </p:sp>
      <p:sp>
        <p:nvSpPr>
          <p:cNvPr id="86" name="text-3-SEQUENCE">
            <a:extLst xmlns:a="http://schemas.openxmlformats.org/drawingml/2006/main">
              <a:ext uri="{FF2B5EF4-FFF2-40B4-BE49-F238E27FC236}">
                <a16:creationId xmlns:a16="http://schemas.microsoft.com/office/drawing/2014/main" id="{64199DBA-5F2A-4273-98B5-19487AA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0901" y="614180"/>
            <a:ext cx="788715" cy="24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125" b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Q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E</a:t>
            </a:r>
          </a:p>
        </p:txBody>
      </p:sp>
      <p:sp>
        <p:nvSpPr>
          <p:cNvPr id="87" name="text-4-1 / 3">
            <a:extLst xmlns:a="http://schemas.openxmlformats.org/drawingml/2006/main">
              <a:ext uri="{FF2B5EF4-FFF2-40B4-BE49-F238E27FC236}">
                <a16:creationId xmlns:a16="http://schemas.microsoft.com/office/drawing/2014/main" id="{78CBC28B-9D87-4065-86EA-C1A517A1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646" y="782813"/>
            <a:ext cx="641984" cy="47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2400" b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88" name="text-5-반영 조건">
            <a:extLst xmlns:a="http://schemas.openxmlformats.org/drawingml/2006/main">
              <a:ext uri="{FF2B5EF4-FFF2-40B4-BE49-F238E27FC236}">
                <a16:creationId xmlns:a16="http://schemas.microsoft.com/office/drawing/2014/main" id="{0C8B6027-0324-4CD7-84B4-11F4C6E3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25" y="1620411"/>
            <a:ext cx="462534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영</a:t>
            </a:r>
            <a:r>
              <a:rPr sz="825" b="0" kern="0" spc="42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건</a:t>
            </a:r>
          </a:p>
        </p:txBody>
      </p:sp>
      <p:sp>
        <p:nvSpPr>
          <p:cNvPr id="89" name="text-6-기판은 Passive 반송이며, 투입 중 Center Pin과 기판 ">
            <a:extLst xmlns:a="http://schemas.openxmlformats.org/drawingml/2006/main">
              <a:ext uri="{FF2B5EF4-FFF2-40B4-BE49-F238E27FC236}">
                <a16:creationId xmlns:a16="http://schemas.microsoft.com/office/drawing/2014/main" id="{8C3515FF-E80F-4C9F-BF66-7D17F807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77" y="1601717"/>
            <a:ext cx="3839395" cy="2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975" b="0" kern="0" spc="-174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-92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75" b="0" kern="0" spc="-3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75" b="0" kern="0" spc="-231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송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-229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며</a:t>
            </a:r>
            <a:r>
              <a:rPr sz="975" b="0" kern="0" spc="1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975" b="0" kern="0" spc="-174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975" b="0" kern="0" spc="55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중</a:t>
            </a:r>
            <a:r>
              <a:rPr sz="975" b="0" kern="0" spc="-172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975" b="0" kern="0" spc="-26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75" b="0" kern="0" spc="-227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975" b="0" kern="0" spc="6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975" b="0" kern="0" spc="55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975" b="0" kern="0" spc="6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섭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55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없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습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75" b="0" kern="0" spc="-229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90" name="text-7- Pin 이동 완료를 투입 시작의 선행 조건으로 두지 않고, 두 동작">
            <a:extLst xmlns:a="http://schemas.openxmlformats.org/drawingml/2006/main">
              <a:ext uri="{FF2B5EF4-FFF2-40B4-BE49-F238E27FC236}">
                <a16:creationId xmlns:a16="http://schemas.microsoft.com/office/drawing/2014/main" id="{2C2CFFD0-4079-4173-8AA1-7BD0397F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467" y="1601717"/>
            <a:ext cx="4649466" cy="2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975" b="0" kern="0" spc="-22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행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건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으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975" b="0" kern="0" spc="5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두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않</a:t>
            </a:r>
            <a:r>
              <a:rPr sz="975" b="0" kern="0" spc="-23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975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975" b="0" kern="0" spc="-17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두</a:t>
            </a:r>
            <a:r>
              <a:rPr sz="975" b="0" kern="0" spc="6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겹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쳐</a:t>
            </a:r>
            <a:r>
              <a:rPr sz="975" b="0" kern="0" spc="5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계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75" b="0" kern="0" spc="-22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91" name="text-8-동시 동작과 완료 조건">
            <a:extLst xmlns:a="http://schemas.openxmlformats.org/drawingml/2006/main">
              <a:ext uri="{FF2B5EF4-FFF2-40B4-BE49-F238E27FC236}">
                <a16:creationId xmlns:a16="http://schemas.microsoft.com/office/drawing/2014/main" id="{C2BCE018-A045-446F-ADC9-E00640BF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2083586"/>
            <a:ext cx="1437510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1200" b="0" kern="0" spc="6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건</a:t>
            </a:r>
          </a:p>
        </p:txBody>
      </p:sp>
      <p:sp>
        <p:nvSpPr>
          <p:cNvPr id="92" name="text-9-이전 기판 가공 중에는 다음 모델 데이터만 별도 준비합니다. 실제 설">
            <a:extLst xmlns:a="http://schemas.openxmlformats.org/drawingml/2006/main">
              <a:ext uri="{FF2B5EF4-FFF2-40B4-BE49-F238E27FC236}">
                <a16:creationId xmlns:a16="http://schemas.microsoft.com/office/drawing/2014/main" id="{DE556C87-8134-4862-9D87-6C60119F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4458793"/>
            <a:ext cx="3872548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중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음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만</a:t>
            </a:r>
            <a:r>
              <a:rPr sz="862" b="0" kern="0" spc="4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도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꿀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점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과</a:t>
            </a:r>
          </a:p>
        </p:txBody>
      </p:sp>
      <p:sp>
        <p:nvSpPr>
          <p:cNvPr id="93" name="text-10-Pin 이동 허용 상태는 ">
            <a:extLst xmlns:a="http://schemas.openxmlformats.org/drawingml/2006/main">
              <a:ext uri="{FF2B5EF4-FFF2-40B4-BE49-F238E27FC236}">
                <a16:creationId xmlns:a16="http://schemas.microsoft.com/office/drawing/2014/main" id="{BE62F386-2D4B-46BC-B891-7A04D10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4651374"/>
            <a:ext cx="103586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94" name="text-11-C03 협의">
            <a:extLst xmlns:a="http://schemas.openxmlformats.org/drawingml/2006/main">
              <a:ext uri="{FF2B5EF4-FFF2-40B4-BE49-F238E27FC236}">
                <a16:creationId xmlns:a16="http://schemas.microsoft.com/office/drawing/2014/main" id="{2EAD4FD2-578B-466A-9711-74B8D7EA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9057" y="4655413"/>
            <a:ext cx="447026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95" name="text-12-에서 정합니다.">
            <a:extLst xmlns:a="http://schemas.openxmlformats.org/drawingml/2006/main">
              <a:ext uri="{FF2B5EF4-FFF2-40B4-BE49-F238E27FC236}">
                <a16:creationId xmlns:a16="http://schemas.microsoft.com/office/drawing/2014/main" id="{C206C116-B5A4-48D8-94E9-646AEC25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666" y="4651374"/>
            <a:ext cx="713501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96" name="text-13-요청과 실제 기판을 연결">
            <a:extLst xmlns:a="http://schemas.openxmlformats.org/drawingml/2006/main">
              <a:ext uri="{FF2B5EF4-FFF2-40B4-BE49-F238E27FC236}">
                <a16:creationId xmlns:a16="http://schemas.microsoft.com/office/drawing/2014/main" id="{BFD57231-CDCC-4FF2-8E0C-2242460D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5226101"/>
            <a:ext cx="1577717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1200" b="0" kern="0" spc="6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1200" b="0" kern="0" spc="6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결</a:t>
            </a:r>
          </a:p>
        </p:txBody>
      </p:sp>
      <p:sp>
        <p:nvSpPr>
          <p:cNvPr id="97" name="text-14-Glass ID + Model Code + 요청 Seq">
            <a:extLst xmlns:a="http://schemas.openxmlformats.org/drawingml/2006/main">
              <a:ext uri="{FF2B5EF4-FFF2-40B4-BE49-F238E27FC236}">
                <a16:creationId xmlns:a16="http://schemas.microsoft.com/office/drawing/2014/main" id="{C07BCD19-5D0A-49A4-912C-519B8502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5496767"/>
            <a:ext cx="1700654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62" b="0" kern="0" spc="-233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862" b="0" kern="0" spc="-16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q</a:t>
            </a:r>
          </a:p>
        </p:txBody>
      </p:sp>
      <p:sp>
        <p:nvSpPr>
          <p:cNvPr id="98" name="text-15-에 Recipe / Pin Version을 연결합니다. 완료 응답도">
            <a:extLst xmlns:a="http://schemas.openxmlformats.org/drawingml/2006/main">
              <a:ext uri="{FF2B5EF4-FFF2-40B4-BE49-F238E27FC236}">
                <a16:creationId xmlns:a16="http://schemas.microsoft.com/office/drawing/2014/main" id="{95194076-F74D-4CD9-8CE1-C8B123DC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395" y="5496767"/>
            <a:ext cx="2415164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62" b="0" kern="0" spc="-15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2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1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3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3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-208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862" b="0" kern="0" spc="48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연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결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-15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응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답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도</a:t>
            </a:r>
          </a:p>
        </p:txBody>
      </p:sp>
      <p:sp>
        <p:nvSpPr>
          <p:cNvPr id="99" name="text-16-같은 Seq와 적용 버전을 반환하는 인터페이스를 제안합니다.">
            <a:extLst xmlns:a="http://schemas.openxmlformats.org/drawingml/2006/main">
              <a:ext uri="{FF2B5EF4-FFF2-40B4-BE49-F238E27FC236}">
                <a16:creationId xmlns:a16="http://schemas.microsoft.com/office/drawing/2014/main" id="{681AF329-93FD-4EB1-BC4E-9B78BE6E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5661220"/>
            <a:ext cx="2773892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같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862" b="0" kern="0" spc="-16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208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q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862" b="0" kern="0" spc="48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적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버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862" b="0" kern="0" spc="4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환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4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터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페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862" b="0" kern="0" spc="39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00" name="text-17-같은 모델이라도 버전·실제 위치를 대조합니다. 동일 설정 재사용과 파">
            <a:extLst xmlns:a="http://schemas.openxmlformats.org/drawingml/2006/main">
              <a:ext uri="{FF2B5EF4-FFF2-40B4-BE49-F238E27FC236}">
                <a16:creationId xmlns:a16="http://schemas.microsoft.com/office/drawing/2014/main" id="{18B256AB-D802-4B52-A4AA-ECA3F77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5882734"/>
            <a:ext cx="3872438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같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라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도</a:t>
            </a:r>
            <a:r>
              <a:rPr sz="862" b="0" kern="0" spc="38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버</a:t>
            </a:r>
            <a:r>
              <a:rPr sz="862" b="0" kern="0" spc="-209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-69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862" b="0" kern="0" spc="4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-15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재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사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862" b="0" kern="0" spc="4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워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측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생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략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01" name="text-18-C04 협의">
            <a:extLst xmlns:a="http://schemas.openxmlformats.org/drawingml/2006/main">
              <a:ext uri="{FF2B5EF4-FFF2-40B4-BE49-F238E27FC236}">
                <a16:creationId xmlns:a16="http://schemas.microsoft.com/office/drawing/2014/main" id="{F33F1108-E2CE-495D-996B-4ED45AB2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570" y="6073680"/>
            <a:ext cx="447026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02" name="text-19-C08 협의">
            <a:extLst xmlns:a="http://schemas.openxmlformats.org/drawingml/2006/main">
              <a:ext uri="{FF2B5EF4-FFF2-40B4-BE49-F238E27FC236}">
                <a16:creationId xmlns:a16="http://schemas.microsoft.com/office/drawing/2014/main" id="{D22924DA-15DA-4D74-AE8A-87A250B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1916" y="6073680"/>
            <a:ext cx="447026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03" name="text-20-로 구분합니다.">
            <a:extLst xmlns:a="http://schemas.openxmlformats.org/drawingml/2006/main">
              <a:ext uri="{FF2B5EF4-FFF2-40B4-BE49-F238E27FC236}">
                <a16:creationId xmlns:a16="http://schemas.microsoft.com/office/drawing/2014/main" id="{8012B000-7DB4-47E3-9A79-5D069F05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524" y="6069996"/>
            <a:ext cx="713501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862" b="0" kern="0" spc="48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04" name="text-21-첨부 그림 반영">
            <a:extLst xmlns:a="http://schemas.openxmlformats.org/drawingml/2006/main">
              <a:ext uri="{FF2B5EF4-FFF2-40B4-BE49-F238E27FC236}">
                <a16:creationId xmlns:a16="http://schemas.microsoft.com/office/drawing/2014/main" id="{F6C26BC4-7E2B-48F5-A133-3A04700C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6416365"/>
            <a:ext cx="713610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첨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부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그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림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영</a:t>
            </a:r>
          </a:p>
        </p:txBody>
      </p:sp>
      <p:sp>
        <p:nvSpPr>
          <p:cNvPr id="105" name="text-22-상위 모델 코드 선제 전달 → PLC Pin Table 설정 / 가공">
            <a:extLst xmlns:a="http://schemas.openxmlformats.org/drawingml/2006/main">
              <a:ext uri="{FF2B5EF4-FFF2-40B4-BE49-F238E27FC236}">
                <a16:creationId xmlns:a16="http://schemas.microsoft.com/office/drawing/2014/main" id="{72F572CB-7FA7-4FFD-AAB3-FFDA1057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6586018"/>
            <a:ext cx="3779010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달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862" b="0" kern="0" spc="-15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-5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14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21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-16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-15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6" name="text-23-RMS Validation / Interlock 해제 순서를 반영했습">
            <a:extLst xmlns:a="http://schemas.openxmlformats.org/drawingml/2006/main">
              <a:ext uri="{FF2B5EF4-FFF2-40B4-BE49-F238E27FC236}">
                <a16:creationId xmlns:a16="http://schemas.microsoft.com/office/drawing/2014/main" id="{32043506-7654-4C82-B2A2-698BDD3C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6756014"/>
            <a:ext cx="3862262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-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-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-2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-1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2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62" b="0" kern="0" spc="-21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영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습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증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한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점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대</a:t>
            </a:r>
          </a:p>
        </p:txBody>
      </p:sp>
      <p:sp>
        <p:nvSpPr>
          <p:cNvPr id="107" name="text-24-상·허가 범위는 ">
            <a:extLst xmlns:a="http://schemas.openxmlformats.org/drawingml/2006/main">
              <a:ext uri="{FF2B5EF4-FFF2-40B4-BE49-F238E27FC236}">
                <a16:creationId xmlns:a16="http://schemas.microsoft.com/office/drawing/2014/main" id="{13B5314E-7EBB-4F88-9E55-19D7A63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6948595"/>
            <a:ext cx="744171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-20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08" name="text-25-C02 협의">
            <a:extLst xmlns:a="http://schemas.openxmlformats.org/drawingml/2006/main">
              <a:ext uri="{FF2B5EF4-FFF2-40B4-BE49-F238E27FC236}">
                <a16:creationId xmlns:a16="http://schemas.microsoft.com/office/drawing/2014/main" id="{E0746704-35D4-413C-ABDC-B40584A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373" y="6952633"/>
            <a:ext cx="447026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09" name="text-26-입니다.">
            <a:extLst xmlns:a="http://schemas.openxmlformats.org/drawingml/2006/main">
              <a:ext uri="{FF2B5EF4-FFF2-40B4-BE49-F238E27FC236}">
                <a16:creationId xmlns:a16="http://schemas.microsoft.com/office/drawing/2014/main" id="{A8722395-D49A-477B-8593-C2647B94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981" y="6948595"/>
            <a:ext cx="380508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10" name="text-27-이상 발생 시 Recovery는 협의 대상">
            <a:extLst xmlns:a="http://schemas.openxmlformats.org/drawingml/2006/main">
              <a:ext uri="{FF2B5EF4-FFF2-40B4-BE49-F238E27FC236}">
                <a16:creationId xmlns:a16="http://schemas.microsoft.com/office/drawing/2014/main" id="{F3F57747-9052-4522-A6A1-FA05C531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7523333"/>
            <a:ext cx="2314726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발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생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200" b="0" kern="0" spc="-219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-24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200" b="0" kern="0" spc="-56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200" b="0" kern="0" spc="4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1200" b="0" kern="0" spc="-12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200" b="0" kern="0" spc="34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200" b="0" kern="0" spc="-28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상</a:t>
            </a:r>
          </a:p>
        </p:txBody>
      </p:sp>
      <p:sp>
        <p:nvSpPr>
          <p:cNvPr id="111" name="text-28-자동 재이동, 재시도, 반송, 이전 설정 복귀, 수동 개입 여부와 재">
            <a:extLst xmlns:a="http://schemas.openxmlformats.org/drawingml/2006/main">
              <a:ext uri="{FF2B5EF4-FFF2-40B4-BE49-F238E27FC236}">
                <a16:creationId xmlns:a16="http://schemas.microsoft.com/office/drawing/2014/main" id="{152881E5-6E6A-4473-AB92-F2772B67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8978575"/>
            <a:ext cx="4095676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자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재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-21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62" b="0" kern="0" spc="-15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재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62" b="0" kern="0" spc="-21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도</a:t>
            </a:r>
            <a:r>
              <a:rPr sz="862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62" b="0" kern="0" spc="-15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62" b="0" kern="0" spc="-209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송</a:t>
            </a:r>
            <a:r>
              <a:rPr sz="862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62" b="0" kern="0" spc="-15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복</a:t>
            </a:r>
            <a:r>
              <a:rPr sz="862" b="0" kern="0" spc="-209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귀</a:t>
            </a:r>
            <a:r>
              <a:rPr sz="862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62" b="0" kern="0" spc="-15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수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개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여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부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862" b="0" kern="0" spc="4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재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개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건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862" b="0" kern="0" spc="4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862" b="0" kern="0" spc="4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않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습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</a:p>
        </p:txBody>
      </p:sp>
      <p:sp>
        <p:nvSpPr>
          <p:cNvPr id="112" name="text-29-다. 상세 협의 항목은 2페이지 C05에서 정리합니다.">
            <a:extLst xmlns:a="http://schemas.openxmlformats.org/drawingml/2006/main">
              <a:ext uri="{FF2B5EF4-FFF2-40B4-BE49-F238E27FC236}">
                <a16:creationId xmlns:a16="http://schemas.microsoft.com/office/drawing/2014/main" id="{C6735E93-A4EA-4E14-9709-013313D9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9143026"/>
            <a:ext cx="2358965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-20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-15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세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항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862" b="0" kern="0" spc="-16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20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페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862" b="0" kern="0" spc="-16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62" b="0" kern="0" spc="-21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62" b="0" kern="0" spc="4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리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13" name="text-30-01·앞단모델선제전달">
            <a:extLst xmlns:a="http://schemas.openxmlformats.org/drawingml/2006/main">
              <a:ext uri="{FF2B5EF4-FFF2-40B4-BE49-F238E27FC236}">
                <a16:creationId xmlns:a16="http://schemas.microsoft.com/office/drawing/2014/main" id="{019F64AD-D585-4F2C-9705-BA3D7C30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811" y="2166492"/>
            <a:ext cx="1395149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앞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단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달</a:t>
            </a:r>
          </a:p>
        </p:txBody>
      </p:sp>
      <p:sp>
        <p:nvSpPr>
          <p:cNvPr id="114" name="text-31-GlassID·ModelCode·요청Seq">
            <a:extLst xmlns:a="http://schemas.openxmlformats.org/drawingml/2006/main">
              <a:ext uri="{FF2B5EF4-FFF2-40B4-BE49-F238E27FC236}">
                <a16:creationId xmlns:a16="http://schemas.microsoft.com/office/drawing/2014/main" id="{79477506-C53E-4568-BC35-F3DB6BA3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557" y="2378601"/>
            <a:ext cx="1645652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18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-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19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-1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q</a:t>
            </a:r>
          </a:p>
        </p:txBody>
      </p:sp>
      <p:sp>
        <p:nvSpPr>
          <p:cNvPr id="115" name="text-32-02·요청고정·모델매핑확인">
            <a:extLst xmlns:a="http://schemas.openxmlformats.org/drawingml/2006/main">
              <a:ext uri="{FF2B5EF4-FFF2-40B4-BE49-F238E27FC236}">
                <a16:creationId xmlns:a16="http://schemas.microsoft.com/office/drawing/2014/main" id="{830010EA-CF47-4DD2-B084-9979B16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12" y="2830477"/>
            <a:ext cx="1773349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1045" b="0" kern="0" spc="-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1045" b="0" kern="0" spc="-17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매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핑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인</a:t>
            </a:r>
          </a:p>
        </p:txBody>
      </p:sp>
      <p:sp>
        <p:nvSpPr>
          <p:cNvPr id="116" name="text-33-PPID/RecipeRev.↔PinProfile/Rev.">
            <a:extLst xmlns:a="http://schemas.openxmlformats.org/drawingml/2006/main">
              <a:ext uri="{FF2B5EF4-FFF2-40B4-BE49-F238E27FC236}">
                <a16:creationId xmlns:a16="http://schemas.microsoft.com/office/drawing/2014/main" id="{439E7D7F-F54A-4EFE-AF56-52FEC477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722" y="3042600"/>
            <a:ext cx="1909327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20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18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1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1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-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-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36" b="0" kern="0" spc="18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↔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-23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836" b="0" kern="0" spc="23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-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1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-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3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17" name="text-34-미등록·버전불일치">
            <a:extLst xmlns:a="http://schemas.openxmlformats.org/drawingml/2006/main">
              <a:ext uri="{FF2B5EF4-FFF2-40B4-BE49-F238E27FC236}">
                <a16:creationId xmlns:a16="http://schemas.microsoft.com/office/drawing/2014/main" id="{9B4FA43F-72C7-42EB-80F6-0159D228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685" y="2856671"/>
            <a:ext cx="960201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미</a:t>
            </a:r>
            <a:r>
              <a:rPr sz="836" b="0" kern="0" spc="-5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등</a:t>
            </a:r>
            <a:r>
              <a:rPr sz="836" b="0" kern="0" spc="-16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록</a:t>
            </a:r>
            <a:r>
              <a:rPr sz="836" b="0" kern="0" spc="-13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-5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버</a:t>
            </a:r>
            <a:r>
              <a:rPr sz="836" b="0" kern="0" spc="183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불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치</a:t>
            </a:r>
          </a:p>
        </p:txBody>
      </p:sp>
      <p:sp>
        <p:nvSpPr>
          <p:cNvPr id="118" name="text-35-→이상보고/C05협의">
            <a:extLst xmlns:a="http://schemas.openxmlformats.org/drawingml/2006/main">
              <a:ext uri="{FF2B5EF4-FFF2-40B4-BE49-F238E27FC236}">
                <a16:creationId xmlns:a16="http://schemas.microsoft.com/office/drawing/2014/main" id="{47950634-711C-46C3-B4B4-10DC7DB1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685" y="3060004"/>
            <a:ext cx="1086267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836" b="0" kern="0" spc="-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36" b="0" kern="0" spc="183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36" b="0" kern="0" spc="-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836" b="0" kern="0" spc="-16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-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-12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19" name="text-36-동시시작">
            <a:extLst xmlns:a="http://schemas.openxmlformats.org/drawingml/2006/main">
              <a:ext uri="{FF2B5EF4-FFF2-40B4-BE49-F238E27FC236}">
                <a16:creationId xmlns:a16="http://schemas.microsoft.com/office/drawing/2014/main" id="{AB401E2C-CEF1-46A4-901A-AD55DDE3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07" y="3272387"/>
            <a:ext cx="462226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5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36" b="0" kern="0" spc="183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작</a:t>
            </a:r>
          </a:p>
        </p:txBody>
      </p:sp>
      <p:sp>
        <p:nvSpPr>
          <p:cNvPr id="120" name="text-37-A·Passive기판투입">
            <a:extLst xmlns:a="http://schemas.openxmlformats.org/drawingml/2006/main">
              <a:ext uri="{FF2B5EF4-FFF2-40B4-BE49-F238E27FC236}">
                <a16:creationId xmlns:a16="http://schemas.microsoft.com/office/drawing/2014/main" id="{BB59A5B8-4D0F-40B2-9C5A-E0BEFD69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852" y="3573791"/>
            <a:ext cx="1109179" cy="204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6" b="0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6" b="0" kern="0" spc="231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906" b="0" kern="0" spc="203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06" b="0" kern="0" spc="48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06" b="0" kern="0" spc="0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906" b="0" kern="0" spc="0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06" b="0" kern="0" spc="4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06" b="0" kern="0" spc="0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06" b="0" kern="0" spc="0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906" b="0" kern="0" spc="-11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06" b="0" kern="0" spc="6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06" b="0" kern="0" spc="208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906" b="0" kern="0" spc="4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906" b="0" kern="0" spc="0">
                <a:solidFill>
                  <a:srgbClr val="0f8d9c"/>
                </a:solidFill>
                <a:latin typeface="Noto Sans CJK KR"/>
                <a:ea typeface="Noto Sans CJK KR"/>
                <a:cs typeface="Noto Sans CJK KR"/>
              </a:rPr>
              <a:t>입</a:t>
            </a:r>
          </a:p>
        </p:txBody>
      </p:sp>
      <p:sp>
        <p:nvSpPr>
          <p:cNvPr id="121" name="text-38-B·PLC/CenterPin">
            <a:extLst xmlns:a="http://schemas.openxmlformats.org/drawingml/2006/main">
              <a:ext uri="{FF2B5EF4-FFF2-40B4-BE49-F238E27FC236}">
                <a16:creationId xmlns:a16="http://schemas.microsoft.com/office/drawing/2014/main" id="{CD553670-35E1-4CC5-BDEB-EC31766E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336" y="3573791"/>
            <a:ext cx="1104100" cy="204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6" b="0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6" b="0" kern="0" spc="227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906" b="0" kern="0" spc="203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06" b="0" kern="0" spc="6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06" b="0" kern="0" spc="0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906" b="0" kern="0" spc="207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06" b="0" kern="0" spc="203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06" b="0" kern="0" spc="5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06" b="0" kern="0" spc="0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06" b="0" kern="0" spc="0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906" b="0" kern="0" spc="15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906" b="0" kern="0" spc="4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06" b="0" kern="0" spc="203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906" b="0" kern="0" spc="6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06" b="0" kern="0" spc="0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06" b="0" kern="0" spc="0">
                <a:solidFill>
                  <a:srgbClr val="d47924"/>
                </a:solidFill>
                <a:latin typeface="Noto Sans CJK KR"/>
                <a:ea typeface="Noto Sans CJK KR"/>
                <a:cs typeface="Noto Sans CJK KR"/>
              </a:rPr>
              <a:t>n</a:t>
            </a:r>
          </a:p>
        </p:txBody>
      </p:sp>
      <p:sp>
        <p:nvSpPr>
          <p:cNvPr id="122" name="text-39-C·가공/비전/광학PC">
            <a:extLst xmlns:a="http://schemas.openxmlformats.org/drawingml/2006/main">
              <a:ext uri="{FF2B5EF4-FFF2-40B4-BE49-F238E27FC236}">
                <a16:creationId xmlns:a16="http://schemas.microsoft.com/office/drawing/2014/main" id="{9A76D66F-7051-4A01-8A6F-F83CA4F5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608" y="3573791"/>
            <a:ext cx="1237441" cy="2046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6" b="0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6" b="0" kern="0" spc="258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06" b="0" kern="0" spc="-10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06" b="0" kern="0" spc="6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06" b="0" kern="0" spc="-8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906" b="0" kern="0" spc="-10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06" b="0" kern="0" spc="6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906" b="0" kern="0" spc="-8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906" b="0" kern="0" spc="-10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06" b="0" kern="0" spc="6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광</a:t>
            </a:r>
            <a:r>
              <a:rPr sz="906" b="0" kern="0" spc="-8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학</a:t>
            </a:r>
            <a:r>
              <a:rPr sz="906" b="0" kern="0" spc="6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06" b="0" kern="0" spc="0">
                <a:solidFill>
                  <a:srgbClr val="276fbd"/>
                </a:solidFill>
                <a:latin typeface="Noto Sans CJK KR"/>
                <a:ea typeface="Noto Sans CJK KR"/>
                <a:cs typeface="Noto Sans CJK KR"/>
              </a:rPr>
              <a:t>C</a:t>
            </a:r>
          </a:p>
        </p:txBody>
      </p:sp>
      <p:sp>
        <p:nvSpPr>
          <p:cNvPr id="123" name="text-40-03-A·투입시퀀스진행">
            <a:extLst xmlns:a="http://schemas.openxmlformats.org/drawingml/2006/main">
              <a:ext uri="{FF2B5EF4-FFF2-40B4-BE49-F238E27FC236}">
                <a16:creationId xmlns:a16="http://schemas.microsoft.com/office/drawing/2014/main" id="{0BEF8FD1-8677-4437-BA67-3173EA7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413" y="3856914"/>
            <a:ext cx="1370060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sz="1045" b="0" kern="0" spc="267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-22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045" b="0" kern="0" spc="-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퀀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진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행</a:t>
            </a:r>
          </a:p>
        </p:txBody>
      </p:sp>
      <p:sp>
        <p:nvSpPr>
          <p:cNvPr id="124" name="text-41-일반반송허가조건적용">
            <a:extLst xmlns:a="http://schemas.openxmlformats.org/drawingml/2006/main">
              <a:ext uri="{FF2B5EF4-FFF2-40B4-BE49-F238E27FC236}">
                <a16:creationId xmlns:a16="http://schemas.microsoft.com/office/drawing/2014/main" id="{51C13618-2F1A-4D1A-AC7A-F0E506E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533" y="4069037"/>
            <a:ext cx="1119817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송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허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건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적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용</a:t>
            </a:r>
          </a:p>
        </p:txBody>
      </p:sp>
      <p:sp>
        <p:nvSpPr>
          <p:cNvPr id="125" name="text-42-03-B·PinTable선택">
            <a:extLst xmlns:a="http://schemas.openxmlformats.org/drawingml/2006/main">
              <a:ext uri="{FF2B5EF4-FFF2-40B4-BE49-F238E27FC236}">
                <a16:creationId xmlns:a16="http://schemas.microsoft.com/office/drawing/2014/main" id="{B921934F-97C1-4B10-B29F-52789648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895" y="3856914"/>
            <a:ext cx="1314982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sz="1045" b="0" kern="0" spc="261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1045" b="0" kern="0" spc="88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1045" b="0" kern="0" spc="-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택</a:t>
            </a:r>
          </a:p>
        </p:txBody>
      </p:sp>
      <p:sp>
        <p:nvSpPr>
          <p:cNvPr id="126" name="text-43-ProfileID/Version/Checksum">
            <a:extLst xmlns:a="http://schemas.openxmlformats.org/drawingml/2006/main">
              <a:ext uri="{FF2B5EF4-FFF2-40B4-BE49-F238E27FC236}">
                <a16:creationId xmlns:a16="http://schemas.microsoft.com/office/drawing/2014/main" id="{421475D8-4FE9-4B68-80F8-E2DE6868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865" y="4069037"/>
            <a:ext cx="1565037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-23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836" b="0" kern="0" spc="23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-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20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18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1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-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18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m</a:t>
            </a:r>
          </a:p>
        </p:txBody>
      </p:sp>
      <p:sp>
        <p:nvSpPr>
          <p:cNvPr id="127" name="text-44-03-C·레시피갱신요청">
            <a:extLst xmlns:a="http://schemas.openxmlformats.org/drawingml/2006/main">
              <a:ext uri="{FF2B5EF4-FFF2-40B4-BE49-F238E27FC236}">
                <a16:creationId xmlns:a16="http://schemas.microsoft.com/office/drawing/2014/main" id="{40B5E0B5-60D9-48B5-86B3-5340B241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307" y="3856914"/>
            <a:ext cx="1374044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sz="1045" b="0" kern="0" spc="298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레</a:t>
            </a:r>
            <a:r>
              <a:rPr sz="1045" b="0" kern="0" spc="-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피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갱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신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청</a:t>
            </a:r>
          </a:p>
        </p:txBody>
      </p:sp>
      <p:sp>
        <p:nvSpPr>
          <p:cNvPr id="128" name="text-45-대상PPID/Version고정">
            <a:extLst xmlns:a="http://schemas.openxmlformats.org/drawingml/2006/main">
              <a:ext uri="{FF2B5EF4-FFF2-40B4-BE49-F238E27FC236}">
                <a16:creationId xmlns:a16="http://schemas.microsoft.com/office/drawing/2014/main" id="{85E9B9D8-FF94-4BD0-8D85-4B62A676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823" y="4069037"/>
            <a:ext cx="1183011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20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18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1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-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-1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정</a:t>
            </a:r>
          </a:p>
        </p:txBody>
      </p:sp>
      <p:sp>
        <p:nvSpPr>
          <p:cNvPr id="129" name="text-46-04-A·실제기판수신">
            <a:extLst xmlns:a="http://schemas.openxmlformats.org/drawingml/2006/main">
              <a:ext uri="{FF2B5EF4-FFF2-40B4-BE49-F238E27FC236}">
                <a16:creationId xmlns:a16="http://schemas.microsoft.com/office/drawing/2014/main" id="{FB5EFF0F-F880-432E-A08F-30FB432A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475" y="4591580"/>
            <a:ext cx="1247934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sz="1045" b="0" kern="0" spc="267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-22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수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신</a:t>
            </a:r>
          </a:p>
        </p:txBody>
      </p:sp>
      <p:sp>
        <p:nvSpPr>
          <p:cNvPr id="130" name="text-47-GlassID/ModelCode재확인">
            <a:extLst xmlns:a="http://schemas.openxmlformats.org/drawingml/2006/main">
              <a:ext uri="{FF2B5EF4-FFF2-40B4-BE49-F238E27FC236}">
                <a16:creationId xmlns:a16="http://schemas.microsoft.com/office/drawing/2014/main" id="{D52A88D6-EA76-4C46-8D07-4FA8137C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311" y="4803703"/>
            <a:ext cx="1430260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20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18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-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-1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재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인</a:t>
            </a:r>
          </a:p>
        </p:txBody>
      </p:sp>
      <p:sp>
        <p:nvSpPr>
          <p:cNvPr id="131" name="text-48-04-B·핀목표위치이동">
            <a:extLst xmlns:a="http://schemas.openxmlformats.org/drawingml/2006/main">
              <a:ext uri="{FF2B5EF4-FFF2-40B4-BE49-F238E27FC236}">
                <a16:creationId xmlns:a16="http://schemas.microsoft.com/office/drawing/2014/main" id="{A9A800F9-4EAB-48EF-B36E-8A144B53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233" y="4591580"/>
            <a:ext cx="1406306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sz="1045" b="0" kern="0" spc="261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동</a:t>
            </a:r>
          </a:p>
        </p:txBody>
      </p:sp>
      <p:sp>
        <p:nvSpPr>
          <p:cNvPr id="132" name="text-49-실제위치또는완료센서확인">
            <a:extLst xmlns:a="http://schemas.openxmlformats.org/drawingml/2006/main">
              <a:ext uri="{FF2B5EF4-FFF2-40B4-BE49-F238E27FC236}">
                <a16:creationId xmlns:a16="http://schemas.microsoft.com/office/drawing/2014/main" id="{60B71F62-40DB-4259-A933-FD08C597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77" y="4803703"/>
            <a:ext cx="1339014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또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센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인</a:t>
            </a:r>
          </a:p>
        </p:txBody>
      </p:sp>
      <p:sp>
        <p:nvSpPr>
          <p:cNvPr id="133" name="text-50-04-C·모델별설정적용">
            <a:extLst xmlns:a="http://schemas.openxmlformats.org/drawingml/2006/main">
              <a:ext uri="{FF2B5EF4-FFF2-40B4-BE49-F238E27FC236}">
                <a16:creationId xmlns:a16="http://schemas.microsoft.com/office/drawing/2014/main" id="{DB60C6E6-2E83-4EE1-971C-E83AA12D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307" y="4591580"/>
            <a:ext cx="1374044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sz="1045" b="0" kern="0" spc="298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1045" b="0" kern="0" spc="-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적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용</a:t>
            </a:r>
          </a:p>
        </p:txBody>
      </p:sp>
      <p:sp>
        <p:nvSpPr>
          <p:cNvPr id="134" name="text-51-좌표·Script/Vision/Head설정">
            <a:extLst xmlns:a="http://schemas.openxmlformats.org/drawingml/2006/main">
              <a:ext uri="{FF2B5EF4-FFF2-40B4-BE49-F238E27FC236}">
                <a16:creationId xmlns:a16="http://schemas.microsoft.com/office/drawing/2014/main" id="{25CF6603-EC53-45B0-8386-2DC98255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279" y="4803703"/>
            <a:ext cx="1554097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좌</a:t>
            </a:r>
            <a:r>
              <a:rPr sz="836" b="0" kern="0" spc="-20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181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36" b="0" kern="0" spc="18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-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18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36" b="0" kern="0" spc="1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-1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정</a:t>
            </a:r>
          </a:p>
        </p:txBody>
      </p:sp>
      <p:sp>
        <p:nvSpPr>
          <p:cNvPr id="135" name="text-52-LoadDone·실물정보일치">
            <a:extLst xmlns:a="http://schemas.openxmlformats.org/drawingml/2006/main">
              <a:ext uri="{FF2B5EF4-FFF2-40B4-BE49-F238E27FC236}">
                <a16:creationId xmlns:a16="http://schemas.microsoft.com/office/drawing/2014/main" id="{2401BB9A-9585-4A0D-AD44-F7BEAFD8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612" y="5352713"/>
            <a:ext cx="1609662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1045" b="0" kern="0" spc="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1045" b="0" kern="0" spc="-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1045" b="0" kern="0" spc="242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물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치</a:t>
            </a:r>
          </a:p>
        </p:txBody>
      </p:sp>
      <p:sp>
        <p:nvSpPr>
          <p:cNvPr id="136" name="text-53-불일치:가공보류/C05협의">
            <a:extLst xmlns:a="http://schemas.openxmlformats.org/drawingml/2006/main">
              <a:ext uri="{FF2B5EF4-FFF2-40B4-BE49-F238E27FC236}">
                <a16:creationId xmlns:a16="http://schemas.microsoft.com/office/drawing/2014/main" id="{02F1B5FC-9C54-43CE-9993-5C3C2A91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092" y="5564835"/>
            <a:ext cx="1302699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불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836" b="0" kern="0" spc="-20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836" b="0" kern="0" spc="-11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류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-1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37" name="text-54-PinReady·AckSeq반환">
            <a:extLst xmlns:a="http://schemas.openxmlformats.org/drawingml/2006/main">
              <a:ext uri="{FF2B5EF4-FFF2-40B4-BE49-F238E27FC236}">
                <a16:creationId xmlns:a16="http://schemas.microsoft.com/office/drawing/2014/main" id="{08E084AF-A10D-4EF6-9C17-140591D4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497" y="5352713"/>
            <a:ext cx="1497778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1045" b="0" kern="0" spc="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045" b="0" kern="0" spc="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-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1045" b="0" kern="0" spc="228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1045" b="0" kern="0" spc="-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-1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q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환</a:t>
            </a:r>
          </a:p>
        </p:txBody>
      </p:sp>
      <p:sp>
        <p:nvSpPr>
          <p:cNvPr id="138" name="text-55-이번요청의선택버전완료">
            <a:extLst xmlns:a="http://schemas.openxmlformats.org/drawingml/2006/main">
              <a:ext uri="{FF2B5EF4-FFF2-40B4-BE49-F238E27FC236}">
                <a16:creationId xmlns:a16="http://schemas.microsoft.com/office/drawing/2014/main" id="{DD692E77-AF46-4D0A-B77F-06A5E647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625" y="5564835"/>
            <a:ext cx="1217519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번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택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버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료</a:t>
            </a:r>
          </a:p>
        </p:txBody>
      </p:sp>
      <p:sp>
        <p:nvSpPr>
          <p:cNvPr id="139" name="text-56-RecipeReady·AckSeq반환">
            <a:extLst xmlns:a="http://schemas.openxmlformats.org/drawingml/2006/main">
              <a:ext uri="{FF2B5EF4-FFF2-40B4-BE49-F238E27FC236}">
                <a16:creationId xmlns:a16="http://schemas.microsoft.com/office/drawing/2014/main" id="{CE44E3AC-03C0-477C-8842-8573ADA1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256" y="5352713"/>
            <a:ext cx="1714148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12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045" b="0" kern="0" spc="18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-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1045" b="0" kern="0" spc="228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1045" b="0" kern="0" spc="-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-1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q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환</a:t>
            </a:r>
          </a:p>
        </p:txBody>
      </p:sp>
      <p:sp>
        <p:nvSpPr>
          <p:cNvPr id="140" name="text-57-각PC의실제적용버전확인">
            <a:extLst xmlns:a="http://schemas.openxmlformats.org/drawingml/2006/main">
              <a:ext uri="{FF2B5EF4-FFF2-40B4-BE49-F238E27FC236}">
                <a16:creationId xmlns:a16="http://schemas.microsoft.com/office/drawing/2014/main" id="{8C984027-CCC3-42FB-8F70-CE88BF9A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034" y="5564835"/>
            <a:ext cx="1278587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각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-20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적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버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인</a:t>
            </a:r>
          </a:p>
        </p:txBody>
      </p:sp>
      <p:sp>
        <p:nvSpPr>
          <p:cNvPr id="141" name="text-58-05·세분기완료를동일요청기준으로합류">
            <a:extLst xmlns:a="http://schemas.openxmlformats.org/drawingml/2006/main">
              <a:ext uri="{FF2B5EF4-FFF2-40B4-BE49-F238E27FC236}">
                <a16:creationId xmlns:a16="http://schemas.microsoft.com/office/drawing/2014/main" id="{C7E792A4-F061-42C6-B20C-79ED6B08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701" y="6343632"/>
            <a:ext cx="2461370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세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1045" b="0" kern="0" spc="-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준</a:t>
            </a:r>
            <a:r>
              <a:rPr sz="1045" b="0" kern="0" spc="-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으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류</a:t>
            </a:r>
          </a:p>
        </p:txBody>
      </p:sp>
      <p:sp>
        <p:nvSpPr>
          <p:cNvPr id="142" name="text-59-LoadDone∧IdentityOK∧PinReady∧RecipeRea">
            <a:extLst xmlns:a="http://schemas.openxmlformats.org/drawingml/2006/main">
              <a:ext uri="{FF2B5EF4-FFF2-40B4-BE49-F238E27FC236}">
                <a16:creationId xmlns:a16="http://schemas.microsoft.com/office/drawing/2014/main" id="{3404BAE5-6105-44F3-BB44-19420156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49" y="6555743"/>
            <a:ext cx="2660273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9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1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-11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18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∧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36" b="0" kern="0" spc="-1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36" b="0" kern="0" spc="18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∧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1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-8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36" b="0" kern="0" spc="18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∧</a:t>
            </a:r>
            <a:r>
              <a:rPr sz="836" b="0" kern="0" spc="1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1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y</a:t>
            </a:r>
          </a:p>
        </p:txBody>
      </p:sp>
      <p:sp>
        <p:nvSpPr>
          <p:cNvPr id="143" name="text-60-C03·합류지점협의">
            <a:extLst xmlns:a="http://schemas.openxmlformats.org/drawingml/2006/main">
              <a:ext uri="{FF2B5EF4-FFF2-40B4-BE49-F238E27FC236}">
                <a16:creationId xmlns:a16="http://schemas.microsoft.com/office/drawing/2014/main" id="{B093D54A-8969-47A0-BD7A-797ED4C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868" y="6361117"/>
            <a:ext cx="974227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-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36" b="0" kern="0" spc="-1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-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36" b="0" kern="0" spc="183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류</a:t>
            </a:r>
            <a:r>
              <a:rPr sz="836" b="0" kern="0" spc="-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836" b="0" kern="0" spc="183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점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44" name="text-61-기본안:Chuck/Align전">
            <a:extLst xmlns:a="http://schemas.openxmlformats.org/drawingml/2006/main">
              <a:ext uri="{FF2B5EF4-FFF2-40B4-BE49-F238E27FC236}">
                <a16:creationId xmlns:a16="http://schemas.microsoft.com/office/drawing/2014/main" id="{B8BE025D-896A-48CE-9B17-C32E2BA0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868" y="6547046"/>
            <a:ext cx="1162830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본</a:t>
            </a:r>
            <a:r>
              <a:rPr sz="836" b="0" kern="0" spc="-206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836" b="0" kern="0" spc="-6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36" b="0" kern="0" spc="182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36" b="0" kern="0" spc="-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36" b="0" kern="0" spc="-1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전</a:t>
            </a:r>
          </a:p>
        </p:txBody>
      </p:sp>
      <p:sp>
        <p:nvSpPr>
          <p:cNvPr id="145" name="text-62-06·Chuck/얼라인/디스토션">
            <a:extLst xmlns:a="http://schemas.openxmlformats.org/drawingml/2006/main">
              <a:ext uri="{FF2B5EF4-FFF2-40B4-BE49-F238E27FC236}">
                <a16:creationId xmlns:a16="http://schemas.microsoft.com/office/drawing/2014/main" id="{7FDBD04F-210C-4D02-916F-8BE9F5BB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548" y="7025021"/>
            <a:ext cx="1793676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1045" b="0" kern="0" spc="-2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얼</a:t>
            </a:r>
            <a:r>
              <a:rPr sz="1045" b="0" kern="0" spc="-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라</a:t>
            </a:r>
            <a:r>
              <a:rPr sz="1045" b="0" kern="0" spc="-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1045" b="0" kern="0" spc="-1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디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토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션</a:t>
            </a:r>
          </a:p>
        </p:txBody>
      </p:sp>
      <p:sp>
        <p:nvSpPr>
          <p:cNvPr id="146" name="text-63-이번Glass좌표생성·최대총10Key">
            <a:extLst xmlns:a="http://schemas.openxmlformats.org/drawingml/2006/main">
              <a:ext uri="{FF2B5EF4-FFF2-40B4-BE49-F238E27FC236}">
                <a16:creationId xmlns:a16="http://schemas.microsoft.com/office/drawing/2014/main" id="{7347120E-8ABD-48CC-91EF-9C4E6C5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6" y="7237145"/>
            <a:ext cx="1740040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번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-1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좌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생</a:t>
            </a:r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성</a:t>
            </a:r>
            <a:r>
              <a:rPr sz="836" b="0" kern="0" spc="-1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최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836" b="0" kern="0" spc="-1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총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y</a:t>
            </a:r>
          </a:p>
        </p:txBody>
      </p:sp>
      <p:sp>
        <p:nvSpPr>
          <p:cNvPr id="147" name="text-64-NG/Chuckretry">
            <a:extLst xmlns:a="http://schemas.openxmlformats.org/drawingml/2006/main">
              <a:ext uri="{FF2B5EF4-FFF2-40B4-BE49-F238E27FC236}">
                <a16:creationId xmlns:a16="http://schemas.microsoft.com/office/drawing/2014/main" id="{B2B52634-D34C-4CC7-A37D-DAAFA766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135" y="7068960"/>
            <a:ext cx="856666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836" b="0" kern="0" spc="-6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36" b="0" kern="0" spc="1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8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36" b="0" kern="0" spc="-23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y</a:t>
            </a:r>
          </a:p>
        </p:txBody>
      </p:sp>
      <p:sp>
        <p:nvSpPr>
          <p:cNvPr id="148" name="text-65-→C05Recovery협의">
            <a:extLst xmlns:a="http://schemas.openxmlformats.org/drawingml/2006/main">
              <a:ext uri="{FF2B5EF4-FFF2-40B4-BE49-F238E27FC236}">
                <a16:creationId xmlns:a16="http://schemas.microsoft.com/office/drawing/2014/main" id="{A9CAD2DC-7188-4D72-8EB5-A0300717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135" y="7246196"/>
            <a:ext cx="1061741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-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36" b="0" kern="0" spc="1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19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-8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36" b="0" kern="0" spc="-12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49" name="text-66-07·가공파워측정·ATT보정">
            <a:extLst xmlns:a="http://schemas.openxmlformats.org/drawingml/2006/main">
              <a:ext uri="{FF2B5EF4-FFF2-40B4-BE49-F238E27FC236}">
                <a16:creationId xmlns:a16="http://schemas.microsoft.com/office/drawing/2014/main" id="{4AB818C1-05B3-4794-91FD-9EADE323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963" y="7689007"/>
            <a:ext cx="1768846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7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워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측</a:t>
            </a:r>
            <a:r>
              <a:rPr sz="1045" b="0" kern="0" spc="-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6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1045" b="0" kern="0" spc="-17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정</a:t>
            </a:r>
          </a:p>
        </p:txBody>
      </p:sp>
      <p:sp>
        <p:nvSpPr>
          <p:cNvPr id="150" name="text-67-활성Head별결과확인/C04협의">
            <a:extLst xmlns:a="http://schemas.openxmlformats.org/drawingml/2006/main">
              <a:ext uri="{FF2B5EF4-FFF2-40B4-BE49-F238E27FC236}">
                <a16:creationId xmlns:a16="http://schemas.microsoft.com/office/drawing/2014/main" id="{050DEDD5-40B1-49A2-AD5E-ED05236C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007" y="7901129"/>
            <a:ext cx="1558756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활</a:t>
            </a:r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성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36" b="0" kern="0" spc="1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36" b="0" kern="0" spc="-20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결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-1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51" name="text-68-측정시점·경로·반복">
            <a:extLst xmlns:a="http://schemas.openxmlformats.org/drawingml/2006/main">
              <a:ext uri="{FF2B5EF4-FFF2-40B4-BE49-F238E27FC236}">
                <a16:creationId xmlns:a16="http://schemas.microsoft.com/office/drawing/2014/main" id="{932EC514-7B13-4B8F-A60F-EE63A181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135" y="7697441"/>
            <a:ext cx="972196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-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측</a:t>
            </a:r>
            <a:r>
              <a:rPr sz="836" b="0" kern="0" spc="183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36" b="0" kern="0" spc="-20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점</a:t>
            </a:r>
            <a:r>
              <a:rPr sz="836" b="0" kern="0" spc="-20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경</a:t>
            </a:r>
            <a:r>
              <a:rPr sz="836" b="0" kern="0" spc="-204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836" b="0" kern="0" spc="-20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복</a:t>
            </a:r>
          </a:p>
        </p:txBody>
      </p:sp>
      <p:sp>
        <p:nvSpPr>
          <p:cNvPr id="152" name="text-69-미확정/C04·C05협의">
            <a:extLst xmlns:a="http://schemas.openxmlformats.org/drawingml/2006/main">
              <a:ext uri="{FF2B5EF4-FFF2-40B4-BE49-F238E27FC236}">
                <a16:creationId xmlns:a16="http://schemas.microsoft.com/office/drawing/2014/main" id="{E9463E31-F9F0-4C7B-A1D1-90AE9A5F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135" y="7901129"/>
            <a:ext cx="1080002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미</a:t>
            </a:r>
            <a:r>
              <a:rPr sz="836" b="0" kern="0" spc="-5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36" b="0" kern="0" spc="-16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36" b="0" kern="0" spc="18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-7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-12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36" b="0" kern="0" spc="0">
                <a:solidFill>
                  <a:srgbClr val="a2681e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53" name="text-70-08·완료보고→RMS검증/Interlock해제">
            <a:extLst xmlns:a="http://schemas.openxmlformats.org/drawingml/2006/main">
              <a:ext uri="{FF2B5EF4-FFF2-40B4-BE49-F238E27FC236}">
                <a16:creationId xmlns:a16="http://schemas.microsoft.com/office/drawing/2014/main" id="{8075B854-1D3F-4670-9159-84237546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295" y="8352637"/>
            <a:ext cx="2524183" cy="230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45" b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1045" b="0" kern="0" spc="238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1045" b="0" kern="0" spc="-19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1045" b="0" kern="0" spc="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1045" b="0" kern="0" spc="-17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검</a:t>
            </a:r>
            <a:r>
              <a:rPr sz="1045" b="0" kern="0" spc="-16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증</a:t>
            </a:r>
            <a:r>
              <a:rPr sz="1045" b="0" kern="0" spc="23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1045" b="0" kern="0" spc="18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1045" b="0" kern="0" spc="-4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45" b="0" kern="0" spc="-1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1045" b="0" kern="0" spc="5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해</a:t>
            </a:r>
            <a:r>
              <a:rPr sz="1045" b="0" kern="0" spc="0">
                <a:solidFill>
                  <a:srgbClr val="203e53"/>
                </a:solidFill>
                <a:latin typeface="Noto Sans CJK KR"/>
                <a:ea typeface="Noto Sans CJK KR"/>
                <a:cs typeface="Noto Sans CJK KR"/>
              </a:rPr>
              <a:t>제</a:t>
            </a:r>
          </a:p>
        </p:txBody>
      </p:sp>
      <p:sp>
        <p:nvSpPr>
          <p:cNvPr id="154" name="text-71-C02협의→가공시작→0선방어/검사">
            <a:extLst xmlns:a="http://schemas.openxmlformats.org/drawingml/2006/main">
              <a:ext uri="{FF2B5EF4-FFF2-40B4-BE49-F238E27FC236}">
                <a16:creationId xmlns:a16="http://schemas.microsoft.com/office/drawing/2014/main" id="{3E224213-3605-4E0F-8C24-644936A1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6841" y="8564760"/>
            <a:ext cx="1835088" cy="191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36" b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-1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36" b="0" kern="0" spc="18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836" b="0" kern="0" spc="-5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36" b="0" kern="0" spc="187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836" b="0" kern="0" spc="-18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836" b="0" kern="0" spc="-199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36" b="0" kern="0" spc="183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836" b="0" kern="0" spc="-4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방</a:t>
            </a:r>
            <a:r>
              <a:rPr sz="836" b="0" kern="0" spc="-16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어</a:t>
            </a:r>
            <a:r>
              <a:rPr sz="836" b="0" kern="0" spc="-12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검</a:t>
            </a:r>
            <a:r>
              <a:rPr sz="836" b="0" kern="0" spc="0">
                <a:solidFill>
                  <a:srgbClr val="516e80"/>
                </a:solidFill>
                <a:latin typeface="Noto Sans CJK KR"/>
                <a:ea typeface="Noto Sans CJK KR"/>
                <a:cs typeface="Noto Sans CJK KR"/>
              </a:rPr>
              <a:t>사</a:t>
            </a:r>
          </a:p>
        </p:txBody>
      </p:sp>
      <p:sp>
        <p:nvSpPr>
          <p:cNvPr id="155" name="text-72-청록: 제공된 기구 조건 반영 · 파랑: 구현 기본안 · 주황 Cxx">
            <a:extLst xmlns:a="http://schemas.openxmlformats.org/drawingml/2006/main">
              <a:ext uri="{FF2B5EF4-FFF2-40B4-BE49-F238E27FC236}">
                <a16:creationId xmlns:a16="http://schemas.microsoft.com/office/drawing/2014/main" id="{18AC8B4E-8C08-4587-B968-00DF5D8C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0044796"/>
            <a:ext cx="2780538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750" b="0" kern="0" spc="-18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록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750" b="0" kern="0" spc="-14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된</a:t>
            </a:r>
            <a:r>
              <a:rPr sz="750" b="0" kern="0" spc="3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건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영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21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35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750" b="0" kern="0" spc="-18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랑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750" b="0" kern="0" spc="-14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현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본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21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35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주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황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x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x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750" b="0" kern="0" spc="-18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필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요</a:t>
            </a:r>
          </a:p>
        </p:txBody>
      </p:sp>
      <p:sp>
        <p:nvSpPr>
          <p:cNvPr id="156" name="text-73-첨부 시퀀스·파워·MOF 자료 반영 / 2026.10.10">
            <a:extLst xmlns:a="http://schemas.openxmlformats.org/drawingml/2006/main">
              <a:ext uri="{FF2B5EF4-FFF2-40B4-BE49-F238E27FC236}">
                <a16:creationId xmlns:a16="http://schemas.microsoft.com/office/drawing/2014/main" id="{513C8B59-161C-43D1-8F25-CF35B1FB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2821" y="10044796"/>
            <a:ext cx="1906812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첨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부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퀀</a:t>
            </a:r>
            <a:r>
              <a:rPr sz="750" b="0" kern="0" spc="-18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750" b="0" kern="0" spc="-60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750" b="0" kern="0" spc="-18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워</a:t>
            </a:r>
            <a:r>
              <a:rPr sz="750" b="0" kern="0" spc="-427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750" b="0" kern="0" spc="-18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자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영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750" b="0" kern="0" spc="37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76734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page2-vector-1">
            <a:extLst xmlns:a="http://schemas.openxmlformats.org/drawingml/2006/main">
              <a:ext uri="{FF2B5EF4-FFF2-40B4-BE49-F238E27FC236}">
                <a16:creationId xmlns:a16="http://schemas.microsoft.com/office/drawing/2014/main" id="{C180D423-75EE-4BEF-82AF-AE787841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60000"/>
            <a:ext cx="14400000" cy="9972000"/>
          </a:xfrm>
          <a:custGeom xmlns:a="http://schemas.openxmlformats.org/drawingml/2006/main">
            <a:pathLst>
              <a:path w="14400000" h="9972000">
                <a:moveTo>
                  <a:pt x="0" y="9972000"/>
                </a:moveTo>
                <a:lnTo>
                  <a:pt x="14400000" y="9972000"/>
                </a:lnTo>
                <a:lnTo>
                  <a:pt x="14400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2-vector-2">
            <a:extLst xmlns:a="http://schemas.openxmlformats.org/drawingml/2006/main">
              <a:ext uri="{FF2B5EF4-FFF2-40B4-BE49-F238E27FC236}">
                <a16:creationId xmlns:a16="http://schemas.microsoft.com/office/drawing/2014/main" id="{7736DD67-D904-41DB-9477-E4598E0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60000"/>
            <a:ext cx="14400000" cy="9954001"/>
          </a:xfrm>
          <a:custGeom xmlns:a="http://schemas.openxmlformats.org/drawingml/2006/main">
            <a:pathLst>
              <a:path w="14400000" h="9954001">
                <a:moveTo>
                  <a:pt x="0" y="9954001"/>
                </a:moveTo>
                <a:lnTo>
                  <a:pt x="14400000" y="9954001"/>
                </a:lnTo>
                <a:lnTo>
                  <a:pt x="14400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2-vector-3">
            <a:extLst xmlns:a="http://schemas.openxmlformats.org/drawingml/2006/main">
              <a:ext uri="{FF2B5EF4-FFF2-40B4-BE49-F238E27FC236}">
                <a16:creationId xmlns:a16="http://schemas.microsoft.com/office/drawing/2014/main" id="{9AEC90D8-837D-409F-A5D5-517B951E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540000"/>
            <a:ext cx="13824000" cy="860869"/>
          </a:xfrm>
          <a:custGeom xmlns:a="http://schemas.openxmlformats.org/drawingml/2006/main">
            <a:pathLst>
              <a:path w="13824000" h="860869">
                <a:moveTo>
                  <a:pt x="0" y="841819"/>
                </a:moveTo>
                <a:lnTo>
                  <a:pt x="13824000" y="841819"/>
                </a:lnTo>
                <a:lnTo>
                  <a:pt x="1382400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3824000" y="0"/>
                </a:lnTo>
                <a:lnTo>
                  <a:pt x="13824000" y="860869"/>
                </a:lnTo>
                <a:lnTo>
                  <a:pt x="0" y="860869"/>
                </a:lnTo>
                <a:close/>
              </a:path>
            </a:pathLst>
          </a:custGeom>
          <a:solidFill xmlns:a="http://schemas.openxmlformats.org/drawingml/2006/main">
            <a:srgbClr val="193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2-vector-4">
            <a:extLst xmlns:a="http://schemas.openxmlformats.org/drawingml/2006/main">
              <a:ext uri="{FF2B5EF4-FFF2-40B4-BE49-F238E27FC236}">
                <a16:creationId xmlns:a16="http://schemas.microsoft.com/office/drawing/2014/main" id="{1DCC5C46-F930-4292-9FFF-ABB1AE3E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496119"/>
            <a:ext cx="13824000" cy="366713"/>
          </a:xfrm>
          <a:custGeom xmlns:a="http://schemas.openxmlformats.org/drawingml/2006/main">
            <a:pathLst>
              <a:path w="13824000" h="366713">
                <a:moveTo>
                  <a:pt x="0" y="366713"/>
                </a:moveTo>
                <a:lnTo>
                  <a:pt x="13824000" y="366713"/>
                </a:lnTo>
                <a:lnTo>
                  <a:pt x="13824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2-vector-5">
            <a:extLst xmlns:a="http://schemas.openxmlformats.org/drawingml/2006/main">
              <a:ext uri="{FF2B5EF4-FFF2-40B4-BE49-F238E27FC236}">
                <a16:creationId xmlns:a16="http://schemas.microsoft.com/office/drawing/2014/main" id="{CB7BE85B-5985-4986-99F2-E739DE45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496119"/>
            <a:ext cx="13824000" cy="366713"/>
          </a:xfrm>
          <a:custGeom xmlns:a="http://schemas.openxmlformats.org/drawingml/2006/main">
            <a:pathLst>
              <a:path w="13824000" h="366713">
                <a:moveTo>
                  <a:pt x="38100" y="366713"/>
                </a:moveTo>
                <a:lnTo>
                  <a:pt x="13824000" y="366713"/>
                </a:lnTo>
                <a:lnTo>
                  <a:pt x="13824000" y="0"/>
                </a:lnTo>
                <a:lnTo>
                  <a:pt x="38100" y="0"/>
                </a:lnTo>
                <a:close/>
                <a:moveTo>
                  <a:pt x="0" y="0"/>
                </a:moveTo>
                <a:lnTo>
                  <a:pt x="13824000" y="0"/>
                </a:lnTo>
                <a:lnTo>
                  <a:pt x="13824000" y="366713"/>
                </a:lnTo>
                <a:lnTo>
                  <a:pt x="0" y="366713"/>
                </a:lnTo>
                <a:close/>
              </a:path>
            </a:pathLst>
          </a:custGeom>
          <a:solidFill xmlns:a="http://schemas.openxmlformats.org/drawingml/2006/main">
            <a:srgbClr val="DBA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2-vector-6">
            <a:extLst xmlns:a="http://schemas.openxmlformats.org/drawingml/2006/main">
              <a:ext uri="{FF2B5EF4-FFF2-40B4-BE49-F238E27FC236}">
                <a16:creationId xmlns:a16="http://schemas.microsoft.com/office/drawing/2014/main" id="{6A45D076-71DF-492A-8ED1-EB81EA50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958082"/>
            <a:ext cx="3363131" cy="961867"/>
          </a:xfrm>
          <a:custGeom xmlns:a="http://schemas.openxmlformats.org/drawingml/2006/main">
            <a:pathLst>
              <a:path w="3363131" h="961867">
                <a:moveTo>
                  <a:pt x="0" y="961867"/>
                </a:moveTo>
                <a:lnTo>
                  <a:pt x="3363131" y="961867"/>
                </a:lnTo>
                <a:lnTo>
                  <a:pt x="33631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2-vector-7">
            <a:extLst xmlns:a="http://schemas.openxmlformats.org/drawingml/2006/main">
              <a:ext uri="{FF2B5EF4-FFF2-40B4-BE49-F238E27FC236}">
                <a16:creationId xmlns:a16="http://schemas.microsoft.com/office/drawing/2014/main" id="{4E12362E-292B-43C5-99BF-481AB4E1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958082"/>
            <a:ext cx="3363131" cy="961867"/>
          </a:xfrm>
          <a:custGeom xmlns:a="http://schemas.openxmlformats.org/drawingml/2006/main">
            <a:pathLst>
              <a:path w="3363131" h="961867">
                <a:moveTo>
                  <a:pt x="66675" y="9525"/>
                </a:moveTo>
                <a:cubicBezTo>
                  <a:pt x="35243" y="9525"/>
                  <a:pt x="9525" y="35242"/>
                  <a:pt x="9525" y="66675"/>
                </a:cubicBezTo>
                <a:lnTo>
                  <a:pt x="9525" y="895192"/>
                </a:lnTo>
                <a:cubicBezTo>
                  <a:pt x="9525" y="926624"/>
                  <a:pt x="35243" y="952342"/>
                  <a:pt x="66675" y="952342"/>
                </a:cubicBezTo>
                <a:lnTo>
                  <a:pt x="3296456" y="952342"/>
                </a:lnTo>
                <a:cubicBezTo>
                  <a:pt x="3327889" y="952342"/>
                  <a:pt x="3353606" y="926624"/>
                  <a:pt x="3353606" y="895192"/>
                </a:cubicBezTo>
                <a:lnTo>
                  <a:pt x="3353606" y="66675"/>
                </a:lnTo>
                <a:cubicBezTo>
                  <a:pt x="3353606" y="35242"/>
                  <a:pt x="3327889" y="9525"/>
                  <a:pt x="3296456" y="9525"/>
                </a:cubicBezTo>
                <a:lnTo>
                  <a:pt x="66675" y="9525"/>
                </a:lnTo>
                <a:close/>
                <a:moveTo>
                  <a:pt x="66675" y="0"/>
                </a:moveTo>
                <a:lnTo>
                  <a:pt x="3296456" y="0"/>
                </a:lnTo>
                <a:cubicBezTo>
                  <a:pt x="3333128" y="0"/>
                  <a:pt x="3363131" y="30004"/>
                  <a:pt x="3363131" y="66675"/>
                </a:cubicBezTo>
                <a:lnTo>
                  <a:pt x="3363131" y="895192"/>
                </a:lnTo>
                <a:cubicBezTo>
                  <a:pt x="3363131" y="931863"/>
                  <a:pt x="3333128" y="961867"/>
                  <a:pt x="3296456" y="961867"/>
                </a:cubicBezTo>
                <a:lnTo>
                  <a:pt x="66675" y="961867"/>
                </a:lnTo>
                <a:cubicBezTo>
                  <a:pt x="30004" y="961867"/>
                  <a:pt x="0" y="931863"/>
                  <a:pt x="0" y="895192"/>
                </a:cubicBezTo>
                <a:lnTo>
                  <a:pt x="0" y="66675"/>
                </a:lnTo>
                <a:cubicBezTo>
                  <a:pt x="0" y="30004"/>
                  <a:pt x="30004" y="0"/>
                  <a:pt x="66675" y="0"/>
                </a:cubicBezTo>
              </a:path>
            </a:pathLst>
          </a:custGeom>
          <a:solidFill xmlns:a="http://schemas.openxmlformats.org/drawingml/2006/main">
            <a:srgbClr val="D6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2-vector-8">
            <a:extLst xmlns:a="http://schemas.openxmlformats.org/drawingml/2006/main">
              <a:ext uri="{FF2B5EF4-FFF2-40B4-BE49-F238E27FC236}">
                <a16:creationId xmlns:a16="http://schemas.microsoft.com/office/drawing/2014/main" id="{79389FE3-ECBF-439C-9452-2B005E7A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956" y="1958082"/>
            <a:ext cx="3363132" cy="961867"/>
          </a:xfrm>
          <a:custGeom xmlns:a="http://schemas.openxmlformats.org/drawingml/2006/main">
            <a:pathLst>
              <a:path w="3363132" h="961867">
                <a:moveTo>
                  <a:pt x="0" y="961867"/>
                </a:moveTo>
                <a:lnTo>
                  <a:pt x="3363132" y="961867"/>
                </a:lnTo>
                <a:lnTo>
                  <a:pt x="336313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2-vector-9">
            <a:extLst xmlns:a="http://schemas.openxmlformats.org/drawingml/2006/main">
              <a:ext uri="{FF2B5EF4-FFF2-40B4-BE49-F238E27FC236}">
                <a16:creationId xmlns:a16="http://schemas.microsoft.com/office/drawing/2014/main" id="{391848D0-A15D-4BBB-B416-C760BDE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956" y="1958082"/>
            <a:ext cx="3363132" cy="961867"/>
          </a:xfrm>
          <a:custGeom xmlns:a="http://schemas.openxmlformats.org/drawingml/2006/main">
            <a:pathLst>
              <a:path w="3363132" h="961867">
                <a:moveTo>
                  <a:pt x="66675" y="9525"/>
                </a:moveTo>
                <a:cubicBezTo>
                  <a:pt x="35242" y="9525"/>
                  <a:pt x="9525" y="35242"/>
                  <a:pt x="9525" y="66675"/>
                </a:cubicBezTo>
                <a:lnTo>
                  <a:pt x="9525" y="895192"/>
                </a:lnTo>
                <a:cubicBezTo>
                  <a:pt x="9525" y="926624"/>
                  <a:pt x="35242" y="952342"/>
                  <a:pt x="66675" y="952342"/>
                </a:cubicBezTo>
                <a:lnTo>
                  <a:pt x="3296457" y="952342"/>
                </a:lnTo>
                <a:cubicBezTo>
                  <a:pt x="3327889" y="952342"/>
                  <a:pt x="3353607" y="926624"/>
                  <a:pt x="3353607" y="895192"/>
                </a:cubicBezTo>
                <a:lnTo>
                  <a:pt x="3353607" y="66675"/>
                </a:lnTo>
                <a:cubicBezTo>
                  <a:pt x="3353607" y="35242"/>
                  <a:pt x="3327889" y="9525"/>
                  <a:pt x="3296457" y="9525"/>
                </a:cubicBezTo>
                <a:lnTo>
                  <a:pt x="66675" y="9525"/>
                </a:lnTo>
                <a:close/>
                <a:moveTo>
                  <a:pt x="66675" y="0"/>
                </a:moveTo>
                <a:lnTo>
                  <a:pt x="3296457" y="0"/>
                </a:lnTo>
                <a:cubicBezTo>
                  <a:pt x="3333128" y="0"/>
                  <a:pt x="3363132" y="30004"/>
                  <a:pt x="3363132" y="66675"/>
                </a:cubicBezTo>
                <a:lnTo>
                  <a:pt x="3363132" y="895192"/>
                </a:lnTo>
                <a:cubicBezTo>
                  <a:pt x="3363132" y="931863"/>
                  <a:pt x="3333128" y="961867"/>
                  <a:pt x="3296457" y="961867"/>
                </a:cubicBezTo>
                <a:lnTo>
                  <a:pt x="66675" y="961867"/>
                </a:lnTo>
                <a:cubicBezTo>
                  <a:pt x="30004" y="961867"/>
                  <a:pt x="0" y="931863"/>
                  <a:pt x="0" y="895192"/>
                </a:cubicBezTo>
                <a:lnTo>
                  <a:pt x="0" y="66675"/>
                </a:lnTo>
                <a:cubicBezTo>
                  <a:pt x="0" y="30004"/>
                  <a:pt x="30004" y="0"/>
                  <a:pt x="66675" y="0"/>
                </a:cubicBezTo>
              </a:path>
            </a:pathLst>
          </a:custGeom>
          <a:solidFill xmlns:a="http://schemas.openxmlformats.org/drawingml/2006/main">
            <a:srgbClr val="D6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2-vector-10">
            <a:extLst xmlns:a="http://schemas.openxmlformats.org/drawingml/2006/main">
              <a:ext uri="{FF2B5EF4-FFF2-40B4-BE49-F238E27FC236}">
                <a16:creationId xmlns:a16="http://schemas.microsoft.com/office/drawing/2014/main" id="{9F9D1F64-1AEF-4FDC-8503-8949E71A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913" y="1958082"/>
            <a:ext cx="3363130" cy="961867"/>
          </a:xfrm>
          <a:custGeom xmlns:a="http://schemas.openxmlformats.org/drawingml/2006/main">
            <a:pathLst>
              <a:path w="3363130" h="961867">
                <a:moveTo>
                  <a:pt x="0" y="961867"/>
                </a:moveTo>
                <a:lnTo>
                  <a:pt x="3363130" y="961867"/>
                </a:lnTo>
                <a:lnTo>
                  <a:pt x="33631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2-vector-11">
            <a:extLst xmlns:a="http://schemas.openxmlformats.org/drawingml/2006/main">
              <a:ext uri="{FF2B5EF4-FFF2-40B4-BE49-F238E27FC236}">
                <a16:creationId xmlns:a16="http://schemas.microsoft.com/office/drawing/2014/main" id="{9BEAF3FA-7FF7-4C74-B409-3A5F1A96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913" y="1958082"/>
            <a:ext cx="3363130" cy="961867"/>
          </a:xfrm>
          <a:custGeom xmlns:a="http://schemas.openxmlformats.org/drawingml/2006/main">
            <a:pathLst>
              <a:path w="3363130" h="961867">
                <a:moveTo>
                  <a:pt x="66675" y="9525"/>
                </a:moveTo>
                <a:cubicBezTo>
                  <a:pt x="35241" y="9525"/>
                  <a:pt x="9525" y="35242"/>
                  <a:pt x="9525" y="66675"/>
                </a:cubicBezTo>
                <a:lnTo>
                  <a:pt x="9525" y="895192"/>
                </a:lnTo>
                <a:cubicBezTo>
                  <a:pt x="9525" y="926624"/>
                  <a:pt x="35241" y="952342"/>
                  <a:pt x="66675" y="952342"/>
                </a:cubicBezTo>
                <a:lnTo>
                  <a:pt x="3296455" y="952342"/>
                </a:lnTo>
                <a:cubicBezTo>
                  <a:pt x="3327888" y="952342"/>
                  <a:pt x="3353605" y="926624"/>
                  <a:pt x="3353605" y="895192"/>
                </a:cubicBezTo>
                <a:lnTo>
                  <a:pt x="3353605" y="66675"/>
                </a:lnTo>
                <a:cubicBezTo>
                  <a:pt x="3353605" y="35242"/>
                  <a:pt x="3327888" y="9525"/>
                  <a:pt x="3296455" y="9525"/>
                </a:cubicBezTo>
                <a:lnTo>
                  <a:pt x="66675" y="9525"/>
                </a:lnTo>
                <a:close/>
                <a:moveTo>
                  <a:pt x="66675" y="0"/>
                </a:moveTo>
                <a:lnTo>
                  <a:pt x="3296455" y="0"/>
                </a:lnTo>
                <a:cubicBezTo>
                  <a:pt x="3333127" y="0"/>
                  <a:pt x="3363130" y="30004"/>
                  <a:pt x="3363130" y="66675"/>
                </a:cubicBezTo>
                <a:lnTo>
                  <a:pt x="3363130" y="895192"/>
                </a:lnTo>
                <a:cubicBezTo>
                  <a:pt x="3363130" y="931863"/>
                  <a:pt x="3333127" y="961867"/>
                  <a:pt x="3296455" y="961867"/>
                </a:cubicBezTo>
                <a:lnTo>
                  <a:pt x="66675" y="961867"/>
                </a:lnTo>
                <a:cubicBezTo>
                  <a:pt x="30003" y="961867"/>
                  <a:pt x="0" y="931863"/>
                  <a:pt x="0" y="895192"/>
                </a:cubicBezTo>
                <a:lnTo>
                  <a:pt x="0" y="66675"/>
                </a:lnTo>
                <a:cubicBezTo>
                  <a:pt x="0" y="30004"/>
                  <a:pt x="30003" y="0"/>
                  <a:pt x="66675" y="0"/>
                </a:cubicBezTo>
              </a:path>
            </a:pathLst>
          </a:custGeom>
          <a:solidFill xmlns:a="http://schemas.openxmlformats.org/drawingml/2006/main">
            <a:srgbClr val="D6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2-vector-12">
            <a:extLst xmlns:a="http://schemas.openxmlformats.org/drawingml/2006/main">
              <a:ext uri="{FF2B5EF4-FFF2-40B4-BE49-F238E27FC236}">
                <a16:creationId xmlns:a16="http://schemas.microsoft.com/office/drawing/2014/main" id="{01A6F36A-9D89-4D15-9B00-E16C0444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868" y="1958082"/>
            <a:ext cx="3363132" cy="961867"/>
          </a:xfrm>
          <a:custGeom xmlns:a="http://schemas.openxmlformats.org/drawingml/2006/main">
            <a:pathLst>
              <a:path w="3363132" h="961867">
                <a:moveTo>
                  <a:pt x="0" y="961867"/>
                </a:moveTo>
                <a:lnTo>
                  <a:pt x="3363132" y="961867"/>
                </a:lnTo>
                <a:lnTo>
                  <a:pt x="336313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2-vector-13">
            <a:extLst xmlns:a="http://schemas.openxmlformats.org/drawingml/2006/main">
              <a:ext uri="{FF2B5EF4-FFF2-40B4-BE49-F238E27FC236}">
                <a16:creationId xmlns:a16="http://schemas.microsoft.com/office/drawing/2014/main" id="{6B48D9D1-9168-41D7-B68F-445159B4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8868" y="1958082"/>
            <a:ext cx="3363132" cy="961867"/>
          </a:xfrm>
          <a:custGeom xmlns:a="http://schemas.openxmlformats.org/drawingml/2006/main">
            <a:pathLst>
              <a:path w="3363132" h="961867">
                <a:moveTo>
                  <a:pt x="66675" y="9525"/>
                </a:moveTo>
                <a:cubicBezTo>
                  <a:pt x="35244" y="9525"/>
                  <a:pt x="9525" y="35242"/>
                  <a:pt x="9525" y="66675"/>
                </a:cubicBezTo>
                <a:lnTo>
                  <a:pt x="9525" y="895192"/>
                </a:lnTo>
                <a:cubicBezTo>
                  <a:pt x="9525" y="926624"/>
                  <a:pt x="35244" y="952342"/>
                  <a:pt x="66675" y="952342"/>
                </a:cubicBezTo>
                <a:lnTo>
                  <a:pt x="3296457" y="952342"/>
                </a:lnTo>
                <a:cubicBezTo>
                  <a:pt x="3327889" y="952342"/>
                  <a:pt x="3353607" y="926624"/>
                  <a:pt x="3353607" y="895192"/>
                </a:cubicBezTo>
                <a:lnTo>
                  <a:pt x="3353607" y="66675"/>
                </a:lnTo>
                <a:cubicBezTo>
                  <a:pt x="3353607" y="35242"/>
                  <a:pt x="3327889" y="9525"/>
                  <a:pt x="3296457" y="9525"/>
                </a:cubicBezTo>
                <a:lnTo>
                  <a:pt x="66675" y="9525"/>
                </a:lnTo>
                <a:close/>
                <a:moveTo>
                  <a:pt x="66675" y="0"/>
                </a:moveTo>
                <a:lnTo>
                  <a:pt x="3296457" y="0"/>
                </a:lnTo>
                <a:cubicBezTo>
                  <a:pt x="3333128" y="0"/>
                  <a:pt x="3363132" y="30004"/>
                  <a:pt x="3363132" y="66675"/>
                </a:cubicBezTo>
                <a:lnTo>
                  <a:pt x="3363132" y="895192"/>
                </a:lnTo>
                <a:cubicBezTo>
                  <a:pt x="3363132" y="931863"/>
                  <a:pt x="3333128" y="961867"/>
                  <a:pt x="3296457" y="961867"/>
                </a:cubicBezTo>
                <a:lnTo>
                  <a:pt x="66675" y="961867"/>
                </a:lnTo>
                <a:cubicBezTo>
                  <a:pt x="30004" y="961867"/>
                  <a:pt x="0" y="931863"/>
                  <a:pt x="0" y="895192"/>
                </a:cubicBezTo>
                <a:lnTo>
                  <a:pt x="0" y="66675"/>
                </a:lnTo>
                <a:cubicBezTo>
                  <a:pt x="0" y="30004"/>
                  <a:pt x="30004" y="0"/>
                  <a:pt x="66675" y="0"/>
                </a:cubicBezTo>
              </a:path>
            </a:pathLst>
          </a:custGeom>
          <a:solidFill xmlns:a="http://schemas.openxmlformats.org/drawingml/2006/main">
            <a:srgbClr val="D6E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2-vector-14">
            <a:extLst xmlns:a="http://schemas.openxmlformats.org/drawingml/2006/main">
              <a:ext uri="{FF2B5EF4-FFF2-40B4-BE49-F238E27FC236}">
                <a16:creationId xmlns:a16="http://schemas.microsoft.com/office/drawing/2014/main" id="{607B8774-D995-40C9-88F1-656DEE04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3015199"/>
            <a:ext cx="9345144" cy="3330078"/>
          </a:xfrm>
          <a:custGeom xmlns:a="http://schemas.openxmlformats.org/drawingml/2006/main">
            <a:pathLst>
              <a:path w="9345144" h="3330078">
                <a:moveTo>
                  <a:pt x="0" y="3330078"/>
                </a:moveTo>
                <a:lnTo>
                  <a:pt x="9345144" y="3330078"/>
                </a:lnTo>
                <a:lnTo>
                  <a:pt x="934514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2-vector-15">
            <a:extLst xmlns:a="http://schemas.openxmlformats.org/drawingml/2006/main">
              <a:ext uri="{FF2B5EF4-FFF2-40B4-BE49-F238E27FC236}">
                <a16:creationId xmlns:a16="http://schemas.microsoft.com/office/drawing/2014/main" id="{3D7ED5DB-3BE4-427F-8765-12EA64F6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3015199"/>
            <a:ext cx="9345145" cy="3330077"/>
          </a:xfrm>
          <a:custGeom xmlns:a="http://schemas.openxmlformats.org/drawingml/2006/main">
            <a:pathLst>
              <a:path w="9345145" h="3330077">
                <a:moveTo>
                  <a:pt x="76200" y="9525"/>
                </a:moveTo>
                <a:cubicBezTo>
                  <a:pt x="39529" y="9525"/>
                  <a:pt x="9525" y="39529"/>
                  <a:pt x="9525" y="76200"/>
                </a:cubicBezTo>
                <a:lnTo>
                  <a:pt x="9525" y="3253877"/>
                </a:lnTo>
                <a:cubicBezTo>
                  <a:pt x="9525" y="3290549"/>
                  <a:pt x="39529" y="3320552"/>
                  <a:pt x="76200" y="3320552"/>
                </a:cubicBezTo>
                <a:lnTo>
                  <a:pt x="9268945" y="3320552"/>
                </a:lnTo>
                <a:cubicBezTo>
                  <a:pt x="9305616" y="3320552"/>
                  <a:pt x="9335620" y="3290549"/>
                  <a:pt x="9335620" y="3253877"/>
                </a:cubicBezTo>
                <a:lnTo>
                  <a:pt x="9335620" y="76200"/>
                </a:lnTo>
                <a:cubicBezTo>
                  <a:pt x="9335620" y="39529"/>
                  <a:pt x="9305616" y="9525"/>
                  <a:pt x="9268945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9268945" y="0"/>
                </a:lnTo>
                <a:cubicBezTo>
                  <a:pt x="9310854" y="0"/>
                  <a:pt x="9345145" y="34290"/>
                  <a:pt x="9345145" y="76200"/>
                </a:cubicBezTo>
                <a:lnTo>
                  <a:pt x="9345145" y="3253877"/>
                </a:lnTo>
                <a:cubicBezTo>
                  <a:pt x="9345145" y="3295787"/>
                  <a:pt x="9310854" y="3330077"/>
                  <a:pt x="9268945" y="3330077"/>
                </a:cubicBezTo>
                <a:lnTo>
                  <a:pt x="76200" y="3330077"/>
                </a:lnTo>
                <a:cubicBezTo>
                  <a:pt x="34290" y="3330077"/>
                  <a:pt x="0" y="3295787"/>
                  <a:pt x="0" y="3253877"/>
                </a:cubicBezTo>
                <a:lnTo>
                  <a:pt x="0" y="76200"/>
                </a:lnTo>
                <a:cubicBezTo>
                  <a:pt x="0" y="34290"/>
                  <a:pt x="34290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2-vector-16">
            <a:extLst xmlns:a="http://schemas.openxmlformats.org/drawingml/2006/main">
              <a:ext uri="{FF2B5EF4-FFF2-40B4-BE49-F238E27FC236}">
                <a16:creationId xmlns:a16="http://schemas.microsoft.com/office/drawing/2014/main" id="{8A58DBC9-0F70-4376-904C-BEAD26F0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879" y="3157598"/>
            <a:ext cx="789439" cy="214313"/>
          </a:xfrm>
          <a:custGeom xmlns:a="http://schemas.openxmlformats.org/drawingml/2006/main">
            <a:pathLst>
              <a:path w="789439" h="214313">
                <a:moveTo>
                  <a:pt x="0" y="214313"/>
                </a:moveTo>
                <a:lnTo>
                  <a:pt x="789439" y="214313"/>
                </a:lnTo>
                <a:lnTo>
                  <a:pt x="78943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2-vector-17">
            <a:extLst xmlns:a="http://schemas.openxmlformats.org/drawingml/2006/main">
              <a:ext uri="{FF2B5EF4-FFF2-40B4-BE49-F238E27FC236}">
                <a16:creationId xmlns:a16="http://schemas.microsoft.com/office/drawing/2014/main" id="{1DEF0DFA-1205-4256-968B-96A00409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879" y="3157598"/>
            <a:ext cx="789441" cy="214313"/>
          </a:xfrm>
          <a:custGeom xmlns:a="http://schemas.openxmlformats.org/drawingml/2006/main">
            <a:pathLst>
              <a:path w="789441" h="214313">
                <a:moveTo>
                  <a:pt x="38100" y="9525"/>
                </a:moveTo>
                <a:cubicBezTo>
                  <a:pt x="22384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9"/>
                  <a:pt x="22384" y="204788"/>
                  <a:pt x="38100" y="204788"/>
                </a:cubicBezTo>
                <a:lnTo>
                  <a:pt x="751341" y="204788"/>
                </a:lnTo>
                <a:cubicBezTo>
                  <a:pt x="767056" y="204788"/>
                  <a:pt x="779916" y="191929"/>
                  <a:pt x="779916" y="176213"/>
                </a:cubicBezTo>
                <a:lnTo>
                  <a:pt x="779916" y="38100"/>
                </a:lnTo>
                <a:cubicBezTo>
                  <a:pt x="779916" y="22384"/>
                  <a:pt x="767056" y="9525"/>
                  <a:pt x="751341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751341" y="0"/>
                </a:lnTo>
                <a:cubicBezTo>
                  <a:pt x="772295" y="0"/>
                  <a:pt x="789441" y="17145"/>
                  <a:pt x="789441" y="38100"/>
                </a:cubicBezTo>
                <a:lnTo>
                  <a:pt x="789441" y="176213"/>
                </a:lnTo>
                <a:cubicBezTo>
                  <a:pt x="789441" y="197167"/>
                  <a:pt x="772295" y="214313"/>
                  <a:pt x="751341" y="214313"/>
                </a:cubicBezTo>
                <a:lnTo>
                  <a:pt x="38100" y="214313"/>
                </a:lnTo>
                <a:cubicBezTo>
                  <a:pt x="17145" y="214313"/>
                  <a:pt x="0" y="197167"/>
                  <a:pt x="0" y="176213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95D7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ge2-vector-18">
            <a:extLst xmlns:a="http://schemas.openxmlformats.org/drawingml/2006/main">
              <a:ext uri="{FF2B5EF4-FFF2-40B4-BE49-F238E27FC236}">
                <a16:creationId xmlns:a16="http://schemas.microsoft.com/office/drawing/2014/main" id="{BD4EFF18-667A-4D35-B14F-94B72408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5585006"/>
            <a:ext cx="9097494" cy="655496"/>
          </a:xfrm>
          <a:custGeom xmlns:a="http://schemas.openxmlformats.org/drawingml/2006/main">
            <a:pathLst>
              <a:path w="9097494" h="655496">
                <a:moveTo>
                  <a:pt x="0" y="655496"/>
                </a:moveTo>
                <a:lnTo>
                  <a:pt x="9097494" y="655496"/>
                </a:lnTo>
                <a:lnTo>
                  <a:pt x="909749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2-vector-19">
            <a:extLst xmlns:a="http://schemas.openxmlformats.org/drawingml/2006/main">
              <a:ext uri="{FF2B5EF4-FFF2-40B4-BE49-F238E27FC236}">
                <a16:creationId xmlns:a16="http://schemas.microsoft.com/office/drawing/2014/main" id="{51B516F3-ECA1-49E8-8B1C-65A1AF0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45" y="3015199"/>
            <a:ext cx="4326455" cy="3330078"/>
          </a:xfrm>
          <a:custGeom xmlns:a="http://schemas.openxmlformats.org/drawingml/2006/main">
            <a:pathLst>
              <a:path w="4326455" h="3330078">
                <a:moveTo>
                  <a:pt x="0" y="3330078"/>
                </a:moveTo>
                <a:lnTo>
                  <a:pt x="4326455" y="3330078"/>
                </a:lnTo>
                <a:lnTo>
                  <a:pt x="43264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2-vector-20">
            <a:extLst xmlns:a="http://schemas.openxmlformats.org/drawingml/2006/main">
              <a:ext uri="{FF2B5EF4-FFF2-40B4-BE49-F238E27FC236}">
                <a16:creationId xmlns:a16="http://schemas.microsoft.com/office/drawing/2014/main" id="{D13BA677-6D28-4F26-9E35-1B16F8DE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545" y="3015199"/>
            <a:ext cx="4326455" cy="3330077"/>
          </a:xfrm>
          <a:custGeom xmlns:a="http://schemas.openxmlformats.org/drawingml/2006/main">
            <a:pathLst>
              <a:path w="4326455" h="3330077">
                <a:moveTo>
                  <a:pt x="76200" y="9525"/>
                </a:moveTo>
                <a:cubicBezTo>
                  <a:pt x="39528" y="9525"/>
                  <a:pt x="9525" y="39529"/>
                  <a:pt x="9525" y="76200"/>
                </a:cubicBezTo>
                <a:lnTo>
                  <a:pt x="9525" y="3253877"/>
                </a:lnTo>
                <a:cubicBezTo>
                  <a:pt x="9525" y="3290549"/>
                  <a:pt x="39528" y="3320552"/>
                  <a:pt x="76200" y="3320552"/>
                </a:cubicBezTo>
                <a:lnTo>
                  <a:pt x="4250255" y="3320552"/>
                </a:lnTo>
                <a:cubicBezTo>
                  <a:pt x="4286926" y="3320552"/>
                  <a:pt x="4316930" y="3290549"/>
                  <a:pt x="4316930" y="3253877"/>
                </a:cubicBezTo>
                <a:lnTo>
                  <a:pt x="4316930" y="76200"/>
                </a:lnTo>
                <a:cubicBezTo>
                  <a:pt x="4316930" y="39529"/>
                  <a:pt x="4286926" y="9525"/>
                  <a:pt x="4250255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4250255" y="0"/>
                </a:lnTo>
                <a:cubicBezTo>
                  <a:pt x="4292164" y="0"/>
                  <a:pt x="4326455" y="34290"/>
                  <a:pt x="4326455" y="76200"/>
                </a:cubicBezTo>
                <a:lnTo>
                  <a:pt x="4326455" y="3253877"/>
                </a:lnTo>
                <a:cubicBezTo>
                  <a:pt x="4326455" y="3295787"/>
                  <a:pt x="4292164" y="3330077"/>
                  <a:pt x="4250255" y="3330077"/>
                </a:cubicBezTo>
                <a:lnTo>
                  <a:pt x="76200" y="3330077"/>
                </a:lnTo>
                <a:cubicBezTo>
                  <a:pt x="34289" y="3330077"/>
                  <a:pt x="0" y="3295787"/>
                  <a:pt x="0" y="3253877"/>
                </a:cubicBezTo>
                <a:lnTo>
                  <a:pt x="0" y="76200"/>
                </a:lnTo>
                <a:cubicBezTo>
                  <a:pt x="0" y="34290"/>
                  <a:pt x="34289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ge2-vector-21">
            <a:extLst xmlns:a="http://schemas.openxmlformats.org/drawingml/2006/main">
              <a:ext uri="{FF2B5EF4-FFF2-40B4-BE49-F238E27FC236}">
                <a16:creationId xmlns:a16="http://schemas.microsoft.com/office/drawing/2014/main" id="{18B59487-093F-4C80-A91D-44C83815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4152484"/>
            <a:ext cx="4078805" cy="718185"/>
          </a:xfrm>
          <a:custGeom xmlns:a="http://schemas.openxmlformats.org/drawingml/2006/main">
            <a:pathLst>
              <a:path w="4078805" h="718185">
                <a:moveTo>
                  <a:pt x="0" y="718185"/>
                </a:moveTo>
                <a:lnTo>
                  <a:pt x="4078805" y="718185"/>
                </a:lnTo>
                <a:lnTo>
                  <a:pt x="40788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2-vector-22">
            <a:extLst xmlns:a="http://schemas.openxmlformats.org/drawingml/2006/main">
              <a:ext uri="{FF2B5EF4-FFF2-40B4-BE49-F238E27FC236}">
                <a16:creationId xmlns:a16="http://schemas.microsoft.com/office/drawing/2014/main" id="{09DFFCFA-495F-460B-BCE0-53EB23D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6440526"/>
            <a:ext cx="7312716" cy="3380660"/>
          </a:xfrm>
          <a:custGeom xmlns:a="http://schemas.openxmlformats.org/drawingml/2006/main">
            <a:pathLst>
              <a:path w="7312716" h="3380660">
                <a:moveTo>
                  <a:pt x="0" y="3380660"/>
                </a:moveTo>
                <a:lnTo>
                  <a:pt x="7312716" y="3380660"/>
                </a:lnTo>
                <a:lnTo>
                  <a:pt x="731271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2-vector-23">
            <a:extLst xmlns:a="http://schemas.openxmlformats.org/drawingml/2006/main">
              <a:ext uri="{FF2B5EF4-FFF2-40B4-BE49-F238E27FC236}">
                <a16:creationId xmlns:a16="http://schemas.microsoft.com/office/drawing/2014/main" id="{B4409E63-28DB-4FED-A536-81911A89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6440526"/>
            <a:ext cx="7312716" cy="3380660"/>
          </a:xfrm>
          <a:custGeom xmlns:a="http://schemas.openxmlformats.org/drawingml/2006/main">
            <a:pathLst>
              <a:path w="7312716" h="3380660">
                <a:moveTo>
                  <a:pt x="76200" y="9525"/>
                </a:moveTo>
                <a:cubicBezTo>
                  <a:pt x="39529" y="9525"/>
                  <a:pt x="9525" y="39529"/>
                  <a:pt x="9525" y="76200"/>
                </a:cubicBezTo>
                <a:lnTo>
                  <a:pt x="9525" y="3304461"/>
                </a:lnTo>
                <a:cubicBezTo>
                  <a:pt x="9525" y="3341132"/>
                  <a:pt x="39529" y="3371135"/>
                  <a:pt x="76200" y="3371135"/>
                </a:cubicBezTo>
                <a:lnTo>
                  <a:pt x="7236516" y="3371135"/>
                </a:lnTo>
                <a:cubicBezTo>
                  <a:pt x="7273188" y="3371135"/>
                  <a:pt x="7303191" y="3341132"/>
                  <a:pt x="7303191" y="3304461"/>
                </a:cubicBezTo>
                <a:lnTo>
                  <a:pt x="7303191" y="76200"/>
                </a:lnTo>
                <a:cubicBezTo>
                  <a:pt x="7303191" y="39529"/>
                  <a:pt x="7273188" y="9525"/>
                  <a:pt x="7236516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7236516" y="0"/>
                </a:lnTo>
                <a:cubicBezTo>
                  <a:pt x="7278426" y="0"/>
                  <a:pt x="7312716" y="34290"/>
                  <a:pt x="7312716" y="76200"/>
                </a:cubicBezTo>
                <a:lnTo>
                  <a:pt x="7312716" y="3304461"/>
                </a:lnTo>
                <a:cubicBezTo>
                  <a:pt x="7312716" y="3346371"/>
                  <a:pt x="7278426" y="3380660"/>
                  <a:pt x="7236516" y="3380660"/>
                </a:cubicBezTo>
                <a:lnTo>
                  <a:pt x="76200" y="3380660"/>
                </a:lnTo>
                <a:cubicBezTo>
                  <a:pt x="34290" y="3380660"/>
                  <a:pt x="0" y="3346371"/>
                  <a:pt x="0" y="3304461"/>
                </a:cubicBezTo>
                <a:lnTo>
                  <a:pt x="0" y="76200"/>
                </a:lnTo>
                <a:cubicBezTo>
                  <a:pt x="0" y="34290"/>
                  <a:pt x="34290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ge2-vector-56">
            <a:extLst xmlns:a="http://schemas.openxmlformats.org/drawingml/2006/main">
              <a:ext uri="{FF2B5EF4-FFF2-40B4-BE49-F238E27FC236}">
                <a16:creationId xmlns:a16="http://schemas.microsoft.com/office/drawing/2014/main" id="{86FDCF72-1A75-45C7-B685-B805CCFB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16" y="6440526"/>
            <a:ext cx="6358884" cy="3380660"/>
          </a:xfrm>
          <a:custGeom xmlns:a="http://schemas.openxmlformats.org/drawingml/2006/main">
            <a:pathLst>
              <a:path w="6358884" h="3380660">
                <a:moveTo>
                  <a:pt x="0" y="3380660"/>
                </a:moveTo>
                <a:lnTo>
                  <a:pt x="6358884" y="3380660"/>
                </a:lnTo>
                <a:lnTo>
                  <a:pt x="635888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2-vector-57">
            <a:extLst xmlns:a="http://schemas.openxmlformats.org/drawingml/2006/main">
              <a:ext uri="{FF2B5EF4-FFF2-40B4-BE49-F238E27FC236}">
                <a16:creationId xmlns:a16="http://schemas.microsoft.com/office/drawing/2014/main" id="{81713439-36C7-4DB2-8EF2-7E8E84DA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3116" y="6440526"/>
            <a:ext cx="6358884" cy="3380660"/>
          </a:xfrm>
          <a:custGeom xmlns:a="http://schemas.openxmlformats.org/drawingml/2006/main">
            <a:pathLst>
              <a:path w="6358884" h="3380660">
                <a:moveTo>
                  <a:pt x="76200" y="9525"/>
                </a:moveTo>
                <a:cubicBezTo>
                  <a:pt x="39529" y="9525"/>
                  <a:pt x="9525" y="39529"/>
                  <a:pt x="9525" y="76200"/>
                </a:cubicBezTo>
                <a:lnTo>
                  <a:pt x="9525" y="3304461"/>
                </a:lnTo>
                <a:cubicBezTo>
                  <a:pt x="9525" y="3341132"/>
                  <a:pt x="39529" y="3371135"/>
                  <a:pt x="76200" y="3371135"/>
                </a:cubicBezTo>
                <a:lnTo>
                  <a:pt x="6282684" y="3371135"/>
                </a:lnTo>
                <a:cubicBezTo>
                  <a:pt x="6319355" y="3371135"/>
                  <a:pt x="6349359" y="3341132"/>
                  <a:pt x="6349359" y="3304461"/>
                </a:cubicBezTo>
                <a:lnTo>
                  <a:pt x="6349359" y="76200"/>
                </a:lnTo>
                <a:cubicBezTo>
                  <a:pt x="6349359" y="39529"/>
                  <a:pt x="6319355" y="9525"/>
                  <a:pt x="6282684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6282684" y="0"/>
                </a:lnTo>
                <a:cubicBezTo>
                  <a:pt x="6324593" y="0"/>
                  <a:pt x="6358884" y="34290"/>
                  <a:pt x="6358884" y="76200"/>
                </a:cubicBezTo>
                <a:lnTo>
                  <a:pt x="6358884" y="3304461"/>
                </a:lnTo>
                <a:cubicBezTo>
                  <a:pt x="6358884" y="3346371"/>
                  <a:pt x="6324593" y="3380660"/>
                  <a:pt x="6282684" y="3380660"/>
                </a:cubicBezTo>
                <a:lnTo>
                  <a:pt x="76200" y="3380660"/>
                </a:lnTo>
                <a:cubicBezTo>
                  <a:pt x="34290" y="3380660"/>
                  <a:pt x="0" y="3346371"/>
                  <a:pt x="0" y="3304461"/>
                </a:cubicBezTo>
                <a:lnTo>
                  <a:pt x="0" y="76200"/>
                </a:lnTo>
                <a:cubicBezTo>
                  <a:pt x="0" y="34290"/>
                  <a:pt x="34290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ge2-vector-79">
            <a:extLst xmlns:a="http://schemas.openxmlformats.org/drawingml/2006/main">
              <a:ext uri="{FF2B5EF4-FFF2-40B4-BE49-F238E27FC236}">
                <a16:creationId xmlns:a16="http://schemas.microsoft.com/office/drawing/2014/main" id="{7A838E86-EF23-42D6-BF75-13C52903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265" y="1572319"/>
            <a:ext cx="551808" cy="214313"/>
          </a:xfrm>
          <a:custGeom xmlns:a="http://schemas.openxmlformats.org/drawingml/2006/main">
            <a:pathLst>
              <a:path w="551808" h="214313">
                <a:moveTo>
                  <a:pt x="0" y="214313"/>
                </a:moveTo>
                <a:lnTo>
                  <a:pt x="551808" y="214313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ge2-vector-80">
            <a:extLst xmlns:a="http://schemas.openxmlformats.org/drawingml/2006/main">
              <a:ext uri="{FF2B5EF4-FFF2-40B4-BE49-F238E27FC236}">
                <a16:creationId xmlns:a16="http://schemas.microsoft.com/office/drawing/2014/main" id="{8987231D-B5EF-4F85-995C-C631C4C7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6265" y="1572319"/>
            <a:ext cx="551808" cy="214313"/>
          </a:xfrm>
          <a:custGeom xmlns:a="http://schemas.openxmlformats.org/drawingml/2006/main">
            <a:pathLst>
              <a:path w="551808" h="214313">
                <a:moveTo>
                  <a:pt x="38100" y="9525"/>
                </a:moveTo>
                <a:cubicBezTo>
                  <a:pt x="22384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9"/>
                  <a:pt x="22384" y="204788"/>
                  <a:pt x="38100" y="204788"/>
                </a:cubicBezTo>
                <a:lnTo>
                  <a:pt x="513708" y="204788"/>
                </a:lnTo>
                <a:cubicBezTo>
                  <a:pt x="529424" y="204788"/>
                  <a:pt x="542283" y="191929"/>
                  <a:pt x="542283" y="176213"/>
                </a:cubicBezTo>
                <a:lnTo>
                  <a:pt x="542283" y="38100"/>
                </a:lnTo>
                <a:cubicBezTo>
                  <a:pt x="542283" y="22384"/>
                  <a:pt x="529424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3" y="0"/>
                  <a:pt x="551808" y="17145"/>
                  <a:pt x="551808" y="38100"/>
                </a:cubicBezTo>
                <a:lnTo>
                  <a:pt x="551808" y="176213"/>
                </a:lnTo>
                <a:cubicBezTo>
                  <a:pt x="551808" y="197168"/>
                  <a:pt x="534663" y="214313"/>
                  <a:pt x="513708" y="214313"/>
                </a:cubicBezTo>
                <a:lnTo>
                  <a:pt x="38100" y="214313"/>
                </a:lnTo>
                <a:cubicBezTo>
                  <a:pt x="17145" y="214313"/>
                  <a:pt x="0" y="197168"/>
                  <a:pt x="0" y="176213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ge2-vector-81">
            <a:extLst xmlns:a="http://schemas.openxmlformats.org/drawingml/2006/main">
              <a:ext uri="{FF2B5EF4-FFF2-40B4-BE49-F238E27FC236}">
                <a16:creationId xmlns:a16="http://schemas.microsoft.com/office/drawing/2014/main" id="{A6D8237A-2AD7-44FC-827C-AD48105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209" y="5099269"/>
            <a:ext cx="551808" cy="214313"/>
          </a:xfrm>
          <a:custGeom xmlns:a="http://schemas.openxmlformats.org/drawingml/2006/main">
            <a:pathLst>
              <a:path w="551808" h="214313">
                <a:moveTo>
                  <a:pt x="0" y="214313"/>
                </a:moveTo>
                <a:lnTo>
                  <a:pt x="551808" y="214313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ge2-vector-82">
            <a:extLst xmlns:a="http://schemas.openxmlformats.org/drawingml/2006/main">
              <a:ext uri="{FF2B5EF4-FFF2-40B4-BE49-F238E27FC236}">
                <a16:creationId xmlns:a16="http://schemas.microsoft.com/office/drawing/2014/main" id="{F1F31D15-00CD-47AF-915F-CE5929C2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209" y="5099269"/>
            <a:ext cx="551808" cy="214313"/>
          </a:xfrm>
          <a:custGeom xmlns:a="http://schemas.openxmlformats.org/drawingml/2006/main">
            <a:pathLst>
              <a:path w="551808" h="214313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8"/>
                  <a:pt x="22383" y="204788"/>
                  <a:pt x="38100" y="204788"/>
                </a:cubicBezTo>
                <a:lnTo>
                  <a:pt x="513708" y="204788"/>
                </a:lnTo>
                <a:cubicBezTo>
                  <a:pt x="529423" y="204788"/>
                  <a:pt x="542283" y="191928"/>
                  <a:pt x="542283" y="176213"/>
                </a:cubicBezTo>
                <a:lnTo>
                  <a:pt x="542283" y="38100"/>
                </a:lnTo>
                <a:cubicBezTo>
                  <a:pt x="542283" y="22384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76213"/>
                </a:lnTo>
                <a:cubicBezTo>
                  <a:pt x="551808" y="197167"/>
                  <a:pt x="534662" y="214313"/>
                  <a:pt x="513708" y="214313"/>
                </a:cubicBezTo>
                <a:lnTo>
                  <a:pt x="38100" y="214313"/>
                </a:lnTo>
                <a:cubicBezTo>
                  <a:pt x="17144" y="214313"/>
                  <a:pt x="0" y="197167"/>
                  <a:pt x="0" y="176213"/>
                </a:cubicBezTo>
                <a:lnTo>
                  <a:pt x="0" y="38100"/>
                </a:lnTo>
                <a:cubicBezTo>
                  <a:pt x="0" y="17145"/>
                  <a:pt x="17144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2-vector-83">
            <a:extLst xmlns:a="http://schemas.openxmlformats.org/drawingml/2006/main">
              <a:ext uri="{FF2B5EF4-FFF2-40B4-BE49-F238E27FC236}">
                <a16:creationId xmlns:a16="http://schemas.microsoft.com/office/drawing/2014/main" id="{79EE324B-959D-4488-BF1D-825BD713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25" y="5099269"/>
            <a:ext cx="551808" cy="214313"/>
          </a:xfrm>
          <a:custGeom xmlns:a="http://schemas.openxmlformats.org/drawingml/2006/main">
            <a:pathLst>
              <a:path w="551808" h="214313">
                <a:moveTo>
                  <a:pt x="0" y="214313"/>
                </a:moveTo>
                <a:lnTo>
                  <a:pt x="551808" y="214313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ge2-vector-84">
            <a:extLst xmlns:a="http://schemas.openxmlformats.org/drawingml/2006/main">
              <a:ext uri="{FF2B5EF4-FFF2-40B4-BE49-F238E27FC236}">
                <a16:creationId xmlns:a16="http://schemas.microsoft.com/office/drawing/2014/main" id="{6F2FEB5A-F884-4AA4-90DE-CEA04D29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25" y="5099269"/>
            <a:ext cx="551808" cy="214313"/>
          </a:xfrm>
          <a:custGeom xmlns:a="http://schemas.openxmlformats.org/drawingml/2006/main">
            <a:pathLst>
              <a:path w="551808" h="214313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8"/>
                  <a:pt x="22383" y="204788"/>
                  <a:pt x="38100" y="204788"/>
                </a:cubicBezTo>
                <a:lnTo>
                  <a:pt x="513708" y="204788"/>
                </a:lnTo>
                <a:cubicBezTo>
                  <a:pt x="529423" y="204788"/>
                  <a:pt x="542283" y="191928"/>
                  <a:pt x="542283" y="176213"/>
                </a:cubicBezTo>
                <a:lnTo>
                  <a:pt x="542283" y="38100"/>
                </a:lnTo>
                <a:cubicBezTo>
                  <a:pt x="542283" y="22384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76213"/>
                </a:lnTo>
                <a:cubicBezTo>
                  <a:pt x="551808" y="197167"/>
                  <a:pt x="534662" y="214313"/>
                  <a:pt x="513708" y="214313"/>
                </a:cubicBezTo>
                <a:lnTo>
                  <a:pt x="38100" y="214313"/>
                </a:lnTo>
                <a:cubicBezTo>
                  <a:pt x="17144" y="214313"/>
                  <a:pt x="0" y="197167"/>
                  <a:pt x="0" y="176213"/>
                </a:cubicBezTo>
                <a:lnTo>
                  <a:pt x="0" y="38100"/>
                </a:lnTo>
                <a:cubicBezTo>
                  <a:pt x="0" y="17145"/>
                  <a:pt x="17144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ge2-vector-85">
            <a:extLst xmlns:a="http://schemas.openxmlformats.org/drawingml/2006/main">
              <a:ext uri="{FF2B5EF4-FFF2-40B4-BE49-F238E27FC236}">
                <a16:creationId xmlns:a16="http://schemas.microsoft.com/office/drawing/2014/main" id="{32A493F8-2173-40D5-978D-2F82B42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690" y="5542181"/>
            <a:ext cx="551808" cy="214313"/>
          </a:xfrm>
          <a:custGeom xmlns:a="http://schemas.openxmlformats.org/drawingml/2006/main">
            <a:pathLst>
              <a:path w="551808" h="214313">
                <a:moveTo>
                  <a:pt x="0" y="214313"/>
                </a:moveTo>
                <a:lnTo>
                  <a:pt x="551808" y="214313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ge2-vector-86">
            <a:extLst xmlns:a="http://schemas.openxmlformats.org/drawingml/2006/main">
              <a:ext uri="{FF2B5EF4-FFF2-40B4-BE49-F238E27FC236}">
                <a16:creationId xmlns:a16="http://schemas.microsoft.com/office/drawing/2014/main" id="{BC91781E-E27C-4D2D-83E5-5BFD85EE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690" y="5542181"/>
            <a:ext cx="551808" cy="214313"/>
          </a:xfrm>
          <a:custGeom xmlns:a="http://schemas.openxmlformats.org/drawingml/2006/main">
            <a:pathLst>
              <a:path w="551808" h="214313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8"/>
                  <a:pt x="22383" y="204788"/>
                  <a:pt x="38100" y="204788"/>
                </a:cubicBezTo>
                <a:lnTo>
                  <a:pt x="513708" y="204788"/>
                </a:lnTo>
                <a:cubicBezTo>
                  <a:pt x="529423" y="204788"/>
                  <a:pt x="542283" y="191928"/>
                  <a:pt x="542283" y="176213"/>
                </a:cubicBezTo>
                <a:lnTo>
                  <a:pt x="542283" y="38100"/>
                </a:lnTo>
                <a:cubicBezTo>
                  <a:pt x="542283" y="22384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76213"/>
                </a:lnTo>
                <a:cubicBezTo>
                  <a:pt x="551808" y="197167"/>
                  <a:pt x="534662" y="214313"/>
                  <a:pt x="513708" y="214313"/>
                </a:cubicBezTo>
                <a:lnTo>
                  <a:pt x="38100" y="214313"/>
                </a:lnTo>
                <a:cubicBezTo>
                  <a:pt x="17144" y="214313"/>
                  <a:pt x="0" y="197167"/>
                  <a:pt x="0" y="176213"/>
                </a:cubicBezTo>
                <a:lnTo>
                  <a:pt x="0" y="38100"/>
                </a:lnTo>
                <a:cubicBezTo>
                  <a:pt x="0" y="17145"/>
                  <a:pt x="17144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ge2-vector-87">
            <a:extLst xmlns:a="http://schemas.openxmlformats.org/drawingml/2006/main">
              <a:ext uri="{FF2B5EF4-FFF2-40B4-BE49-F238E27FC236}">
                <a16:creationId xmlns:a16="http://schemas.microsoft.com/office/drawing/2014/main" id="{A01127AB-7E27-4AD3-BEDB-88D63B8F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947" y="3409534"/>
            <a:ext cx="7715252" cy="2057401"/>
          </a:xfrm>
          <a:custGeom xmlns:a="http://schemas.openxmlformats.org/drawingml/2006/main">
            <a:pathLst>
              <a:path w="7715252" h="2057401">
                <a:moveTo>
                  <a:pt x="0" y="2057401"/>
                </a:moveTo>
                <a:lnTo>
                  <a:pt x="7715252" y="2057401"/>
                </a:lnTo>
                <a:lnTo>
                  <a:pt x="771525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ge2-vector-88">
            <a:extLst xmlns:a="http://schemas.openxmlformats.org/drawingml/2006/main">
              <a:ext uri="{FF2B5EF4-FFF2-40B4-BE49-F238E27FC236}">
                <a16:creationId xmlns:a16="http://schemas.microsoft.com/office/drawing/2014/main" id="{6F944EC7-8743-4E51-B5EE-7A3936DA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3600341"/>
            <a:ext cx="95" cy="1601122"/>
          </a:xfrm>
          <a:custGeom xmlns:a="http://schemas.openxmlformats.org/drawingml/2006/main">
            <a:pathLst>
              <a:path w="95" h="1601122">
                <a:moveTo>
                  <a:pt x="0" y="0"/>
                </a:moveTo>
                <a:lnTo>
                  <a:pt x="0" y="16011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E3EBF1"/>
            </a:solidFill>
            <a:prstDash val="solid"/>
          </a:ln>
        </p:spPr>
      </p:sp>
      <p:sp>
        <p:nvSpPr>
          <p:cNvPr id="36" name="page2-vector-89">
            <a:extLst xmlns:a="http://schemas.openxmlformats.org/drawingml/2006/main">
              <a:ext uri="{FF2B5EF4-FFF2-40B4-BE49-F238E27FC236}">
                <a16:creationId xmlns:a16="http://schemas.microsoft.com/office/drawing/2014/main" id="{9A017181-AFCE-4E22-B4E2-6A610F48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723" y="3600341"/>
            <a:ext cx="95" cy="1601122"/>
          </a:xfrm>
          <a:custGeom xmlns:a="http://schemas.openxmlformats.org/drawingml/2006/main">
            <a:pathLst>
              <a:path w="95" h="1601122">
                <a:moveTo>
                  <a:pt x="0" y="0"/>
                </a:moveTo>
                <a:lnTo>
                  <a:pt x="0" y="16011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E3EBF1"/>
            </a:solidFill>
            <a:prstDash val="solid"/>
          </a:ln>
        </p:spPr>
      </p:sp>
      <p:sp>
        <p:nvSpPr>
          <p:cNvPr id="37" name="page2-vector-90">
            <a:extLst xmlns:a="http://schemas.openxmlformats.org/drawingml/2006/main">
              <a:ext uri="{FF2B5EF4-FFF2-40B4-BE49-F238E27FC236}">
                <a16:creationId xmlns:a16="http://schemas.microsoft.com/office/drawing/2014/main" id="{B51DDB6B-CD66-4055-BAD5-0F4234A6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153" y="3600341"/>
            <a:ext cx="95" cy="1601122"/>
          </a:xfrm>
          <a:custGeom xmlns:a="http://schemas.openxmlformats.org/drawingml/2006/main">
            <a:pathLst>
              <a:path w="95" h="1601122">
                <a:moveTo>
                  <a:pt x="0" y="0"/>
                </a:moveTo>
                <a:lnTo>
                  <a:pt x="0" y="16011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E3EBF1"/>
            </a:solidFill>
            <a:prstDash val="solid"/>
          </a:ln>
        </p:spPr>
      </p:sp>
      <p:sp>
        <p:nvSpPr>
          <p:cNvPr id="38" name="page2-vector-91">
            <a:extLst xmlns:a="http://schemas.openxmlformats.org/drawingml/2006/main">
              <a:ext uri="{FF2B5EF4-FFF2-40B4-BE49-F238E27FC236}">
                <a16:creationId xmlns:a16="http://schemas.microsoft.com/office/drawing/2014/main" id="{71376AC1-F8F1-4979-AF1B-11E960B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583" y="3600341"/>
            <a:ext cx="95" cy="1601122"/>
          </a:xfrm>
          <a:custGeom xmlns:a="http://schemas.openxmlformats.org/drawingml/2006/main">
            <a:pathLst>
              <a:path w="95" h="1601122">
                <a:moveTo>
                  <a:pt x="0" y="0"/>
                </a:moveTo>
                <a:lnTo>
                  <a:pt x="0" y="16011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E3EBF1"/>
            </a:solidFill>
            <a:prstDash val="solid"/>
          </a:ln>
        </p:spPr>
      </p:sp>
      <p:sp>
        <p:nvSpPr>
          <p:cNvPr id="39" name="page2-vector-92">
            <a:extLst xmlns:a="http://schemas.openxmlformats.org/drawingml/2006/main">
              <a:ext uri="{FF2B5EF4-FFF2-40B4-BE49-F238E27FC236}">
                <a16:creationId xmlns:a16="http://schemas.microsoft.com/office/drawing/2014/main" id="{173D7838-9446-4B35-9739-3EF49FFA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012" y="3600341"/>
            <a:ext cx="95" cy="1601122"/>
          </a:xfrm>
          <a:custGeom xmlns:a="http://schemas.openxmlformats.org/drawingml/2006/main">
            <a:pathLst>
              <a:path w="95" h="1601122">
                <a:moveTo>
                  <a:pt x="0" y="0"/>
                </a:moveTo>
                <a:lnTo>
                  <a:pt x="0" y="16011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E3EBF1"/>
            </a:solidFill>
            <a:prstDash val="solid"/>
          </a:ln>
        </p:spPr>
      </p:sp>
      <p:sp>
        <p:nvSpPr>
          <p:cNvPr id="40" name="page2-vector-93">
            <a:extLst xmlns:a="http://schemas.openxmlformats.org/drawingml/2006/main">
              <a:ext uri="{FF2B5EF4-FFF2-40B4-BE49-F238E27FC236}">
                <a16:creationId xmlns:a16="http://schemas.microsoft.com/office/drawing/2014/main" id="{D6821548-191D-4A2C-AB38-B6D53D49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43" y="3600341"/>
            <a:ext cx="95" cy="1601122"/>
          </a:xfrm>
          <a:custGeom xmlns:a="http://schemas.openxmlformats.org/drawingml/2006/main">
            <a:pathLst>
              <a:path w="95" h="1601122">
                <a:moveTo>
                  <a:pt x="0" y="0"/>
                </a:moveTo>
                <a:lnTo>
                  <a:pt x="0" y="16011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E3EBF1"/>
            </a:solidFill>
            <a:prstDash val="solid"/>
          </a:ln>
        </p:spPr>
      </p:sp>
      <p:sp>
        <p:nvSpPr>
          <p:cNvPr id="41" name="page2-vector-94">
            <a:extLst xmlns:a="http://schemas.openxmlformats.org/drawingml/2006/main">
              <a:ext uri="{FF2B5EF4-FFF2-40B4-BE49-F238E27FC236}">
                <a16:creationId xmlns:a16="http://schemas.microsoft.com/office/drawing/2014/main" id="{6AE82E4B-1986-491E-AE93-4B97712B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872" y="3600341"/>
            <a:ext cx="95" cy="1601122"/>
          </a:xfrm>
          <a:custGeom xmlns:a="http://schemas.openxmlformats.org/drawingml/2006/main">
            <a:pathLst>
              <a:path w="95" h="1601122">
                <a:moveTo>
                  <a:pt x="0" y="0"/>
                </a:moveTo>
                <a:lnTo>
                  <a:pt x="0" y="16011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E3EBF1"/>
            </a:solidFill>
            <a:prstDash val="solid"/>
          </a:ln>
        </p:spPr>
      </p:sp>
      <p:sp>
        <p:nvSpPr>
          <p:cNvPr id="42" name="page2-vector-95">
            <a:extLst xmlns:a="http://schemas.openxmlformats.org/drawingml/2006/main">
              <a:ext uri="{FF2B5EF4-FFF2-40B4-BE49-F238E27FC236}">
                <a16:creationId xmlns:a16="http://schemas.microsoft.com/office/drawing/2014/main" id="{B6B8340B-3D0D-43D0-B9E2-D7786638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3782852"/>
            <a:ext cx="6014579" cy="95"/>
          </a:xfrm>
          <a:custGeom xmlns:a="http://schemas.openxmlformats.org/drawingml/2006/main">
            <a:pathLst>
              <a:path w="6014579" h="95">
                <a:moveTo>
                  <a:pt x="0" y="0"/>
                </a:moveTo>
                <a:lnTo>
                  <a:pt x="6014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1031">
            <a:solidFill>
              <a:srgbClr val="EEF3F7"/>
            </a:solidFill>
            <a:prstDash val="solid"/>
          </a:ln>
        </p:spPr>
      </p:sp>
      <p:sp>
        <p:nvSpPr>
          <p:cNvPr id="43" name="page2-vector-97">
            <a:extLst xmlns:a="http://schemas.openxmlformats.org/drawingml/2006/main">
              <a:ext uri="{FF2B5EF4-FFF2-40B4-BE49-F238E27FC236}">
                <a16:creationId xmlns:a16="http://schemas.microsoft.com/office/drawing/2014/main" id="{F7B2CFED-107E-4B7A-B455-ADEEC2B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3990252"/>
            <a:ext cx="6014579" cy="95"/>
          </a:xfrm>
          <a:custGeom xmlns:a="http://schemas.openxmlformats.org/drawingml/2006/main">
            <a:pathLst>
              <a:path w="6014579" h="95">
                <a:moveTo>
                  <a:pt x="0" y="0"/>
                </a:moveTo>
                <a:lnTo>
                  <a:pt x="6014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1031">
            <a:solidFill>
              <a:srgbClr val="EEF3F7"/>
            </a:solidFill>
            <a:prstDash val="solid"/>
          </a:ln>
        </p:spPr>
      </p:sp>
      <p:sp>
        <p:nvSpPr>
          <p:cNvPr id="44" name="page2-vector-99">
            <a:extLst xmlns:a="http://schemas.openxmlformats.org/drawingml/2006/main">
              <a:ext uri="{FF2B5EF4-FFF2-40B4-BE49-F238E27FC236}">
                <a16:creationId xmlns:a16="http://schemas.microsoft.com/office/drawing/2014/main" id="{E169D1C3-CACA-46E4-85FF-6F85C04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4197651"/>
            <a:ext cx="6014579" cy="95"/>
          </a:xfrm>
          <a:custGeom xmlns:a="http://schemas.openxmlformats.org/drawingml/2006/main">
            <a:pathLst>
              <a:path w="6014579" h="95">
                <a:moveTo>
                  <a:pt x="0" y="0"/>
                </a:moveTo>
                <a:lnTo>
                  <a:pt x="6014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1031">
            <a:solidFill>
              <a:srgbClr val="EEF3F7"/>
            </a:solidFill>
            <a:prstDash val="solid"/>
          </a:ln>
        </p:spPr>
      </p:sp>
      <p:sp>
        <p:nvSpPr>
          <p:cNvPr id="45" name="page2-vector-101">
            <a:extLst xmlns:a="http://schemas.openxmlformats.org/drawingml/2006/main">
              <a:ext uri="{FF2B5EF4-FFF2-40B4-BE49-F238E27FC236}">
                <a16:creationId xmlns:a16="http://schemas.microsoft.com/office/drawing/2014/main" id="{224EACD9-9193-4DC8-8A40-CD6A319F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4405050"/>
            <a:ext cx="6014579" cy="95"/>
          </a:xfrm>
          <a:custGeom xmlns:a="http://schemas.openxmlformats.org/drawingml/2006/main">
            <a:pathLst>
              <a:path w="6014579" h="95">
                <a:moveTo>
                  <a:pt x="0" y="0"/>
                </a:moveTo>
                <a:lnTo>
                  <a:pt x="6014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1031">
            <a:solidFill>
              <a:srgbClr val="EEF3F7"/>
            </a:solidFill>
            <a:prstDash val="solid"/>
          </a:ln>
        </p:spPr>
      </p:sp>
      <p:sp>
        <p:nvSpPr>
          <p:cNvPr id="46" name="page2-vector-103">
            <a:extLst xmlns:a="http://schemas.openxmlformats.org/drawingml/2006/main">
              <a:ext uri="{FF2B5EF4-FFF2-40B4-BE49-F238E27FC236}">
                <a16:creationId xmlns:a16="http://schemas.microsoft.com/office/drawing/2014/main" id="{6124A2C0-D15B-4FDE-862F-D0B6399F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4612449"/>
            <a:ext cx="6014579" cy="95"/>
          </a:xfrm>
          <a:custGeom xmlns:a="http://schemas.openxmlformats.org/drawingml/2006/main">
            <a:pathLst>
              <a:path w="6014579" h="95">
                <a:moveTo>
                  <a:pt x="0" y="0"/>
                </a:moveTo>
                <a:lnTo>
                  <a:pt x="6014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1031">
            <a:solidFill>
              <a:srgbClr val="EEF3F7"/>
            </a:solidFill>
            <a:prstDash val="solid"/>
          </a:ln>
        </p:spPr>
      </p:sp>
      <p:sp>
        <p:nvSpPr>
          <p:cNvPr id="47" name="page2-vector-105">
            <a:extLst xmlns:a="http://schemas.openxmlformats.org/drawingml/2006/main">
              <a:ext uri="{FF2B5EF4-FFF2-40B4-BE49-F238E27FC236}">
                <a16:creationId xmlns:a16="http://schemas.microsoft.com/office/drawing/2014/main" id="{44029D00-FB7C-4E23-ACE9-99A4BE8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4819849"/>
            <a:ext cx="6014579" cy="95"/>
          </a:xfrm>
          <a:custGeom xmlns:a="http://schemas.openxmlformats.org/drawingml/2006/main">
            <a:pathLst>
              <a:path w="6014579" h="95">
                <a:moveTo>
                  <a:pt x="0" y="0"/>
                </a:moveTo>
                <a:lnTo>
                  <a:pt x="6014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1031">
            <a:solidFill>
              <a:srgbClr val="EEF3F7"/>
            </a:solidFill>
            <a:prstDash val="solid"/>
          </a:ln>
        </p:spPr>
      </p:sp>
      <p:sp>
        <p:nvSpPr>
          <p:cNvPr id="48" name="page2-vector-107">
            <a:extLst xmlns:a="http://schemas.openxmlformats.org/drawingml/2006/main">
              <a:ext uri="{FF2B5EF4-FFF2-40B4-BE49-F238E27FC236}">
                <a16:creationId xmlns:a16="http://schemas.microsoft.com/office/drawing/2014/main" id="{212824DB-9D8C-457F-9D88-679CDEBE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5027248"/>
            <a:ext cx="6014579" cy="95"/>
          </a:xfrm>
          <a:custGeom xmlns:a="http://schemas.openxmlformats.org/drawingml/2006/main">
            <a:pathLst>
              <a:path w="6014579" h="95">
                <a:moveTo>
                  <a:pt x="0" y="0"/>
                </a:moveTo>
                <a:lnTo>
                  <a:pt x="601457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1031">
            <a:solidFill>
              <a:srgbClr val="EEF3F7"/>
            </a:solidFill>
            <a:prstDash val="solid"/>
          </a:ln>
        </p:spPr>
      </p:sp>
      <p:sp>
        <p:nvSpPr>
          <p:cNvPr id="49" name="page2-vector-109">
            <a:extLst xmlns:a="http://schemas.openxmlformats.org/drawingml/2006/main">
              <a:ext uri="{FF2B5EF4-FFF2-40B4-BE49-F238E27FC236}">
                <a16:creationId xmlns:a16="http://schemas.microsoft.com/office/drawing/2014/main" id="{E7DCA6C8-ED9E-41E7-8686-0EC8B564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795" y="3849220"/>
            <a:ext cx="95" cy="688566"/>
          </a:xfrm>
          <a:custGeom xmlns:a="http://schemas.openxmlformats.org/drawingml/2006/main">
            <a:pathLst>
              <a:path w="95" h="688566">
                <a:moveTo>
                  <a:pt x="0" y="0"/>
                </a:moveTo>
                <a:lnTo>
                  <a:pt x="0" y="6885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D6882F"/>
            </a:solidFill>
            <a:prstDash val="dash"/>
          </a:ln>
        </p:spPr>
      </p:sp>
      <p:sp>
        <p:nvSpPr>
          <p:cNvPr id="50" name="page2-vector-110">
            <a:extLst xmlns:a="http://schemas.openxmlformats.org/drawingml/2006/main">
              <a:ext uri="{FF2B5EF4-FFF2-40B4-BE49-F238E27FC236}">
                <a16:creationId xmlns:a16="http://schemas.microsoft.com/office/drawing/2014/main" id="{93F6B948-1481-4239-A791-E7595027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872" y="3608637"/>
            <a:ext cx="95" cy="1592826"/>
          </a:xfrm>
          <a:custGeom xmlns:a="http://schemas.openxmlformats.org/drawingml/2006/main">
            <a:pathLst>
              <a:path w="95" h="1592826">
                <a:moveTo>
                  <a:pt x="0" y="0"/>
                </a:moveTo>
                <a:lnTo>
                  <a:pt x="0" y="15928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8296">
            <a:solidFill>
              <a:srgbClr val="A65544"/>
            </a:solidFill>
            <a:prstDash val="dash"/>
          </a:ln>
        </p:spPr>
      </p:sp>
      <p:sp>
        <p:nvSpPr>
          <p:cNvPr id="51" name="page2-vector-111">
            <a:extLst xmlns:a="http://schemas.openxmlformats.org/drawingml/2006/main">
              <a:ext uri="{FF2B5EF4-FFF2-40B4-BE49-F238E27FC236}">
                <a16:creationId xmlns:a16="http://schemas.microsoft.com/office/drawing/2014/main" id="{3061F168-8189-4556-A356-52E361B6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9969975"/>
            <a:ext cx="13824000" cy="200025"/>
          </a:xfrm>
          <a:custGeom xmlns:a="http://schemas.openxmlformats.org/drawingml/2006/main">
            <a:pathLst>
              <a:path w="13824000" h="200025">
                <a:moveTo>
                  <a:pt x="0" y="200025"/>
                </a:moveTo>
                <a:lnTo>
                  <a:pt x="13824000" y="200025"/>
                </a:lnTo>
                <a:lnTo>
                  <a:pt x="13824000" y="9525"/>
                </a:lnTo>
                <a:lnTo>
                  <a:pt x="0" y="9525"/>
                </a:lnTo>
                <a:close/>
                <a:moveTo>
                  <a:pt x="0" y="0"/>
                </a:moveTo>
                <a:lnTo>
                  <a:pt x="13824000" y="0"/>
                </a:lnTo>
                <a:lnTo>
                  <a:pt x="13824000" y="20002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D9E3E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52" name="Chart">
            <a:extLst xmlns:a="http://schemas.openxmlformats.org/drawingml/2006/main">
              <a:ext uri="{FF2B5EF4-FFF2-40B4-BE49-F238E27FC236}">
                <a16:creationId xmlns:a16="http://schemas.microsoft.com/office/drawing/2014/main" id="{0B70E62D-BD1D-43C2-BDF1-88EABB6B3993}"/>
              </a:ext>
            </a:extLst>
          </p:cNvPr>
          <p:cNvGraphicFramePr/>
          <p:nvPr/>
        </p:nvGraphicFramePr>
        <p:xfrm>
          <a:off xmlns:a="http://schemas.openxmlformats.org/drawingml/2006/main" x="2888990" y="3648904"/>
          <a:ext xmlns:a="http://schemas.openxmlformats.org/drawingml/2006/main" cx="6265185" cy="151232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ecd37111434e30"/>
          </a:graphicData>
        </a:graphic>
      </p:graphicFrame>
      <p:graphicFrame>
        <p:nvGraphicFrame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E65624-5213-4962-A8E1-92D2B46B8434}"/>
              </a:ext>
            </a:extLst>
          </p:cNvPr>
          <p:cNvGraphicFramePr/>
          <p:nvPr/>
        </p:nvGraphicFramePr>
        <p:xfrm>
          <a:off xmlns:a="http://schemas.openxmlformats.org/drawingml/2006/main" x="771825" y="6834861"/>
          <a:ext xmlns:a="http://schemas.openxmlformats.org/drawingml/2006/main" cx="7065066" cy="2610088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521642"/>
                <a:gridCol w="777157"/>
                <a:gridCol w="777157"/>
                <a:gridCol w="989109"/>
              </a:tblGrid>
              <a:tr h="279559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</a:t>
                      </a:r>
                      <a:r>
                        <a:rPr sz="825" b="0" kern="0" spc="-154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1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-15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825" b="0" kern="0" spc="4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근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거</a:t>
                      </a:r>
                    </a:p>
                  </a:txBody>
                  <a:tcPr marL="76200" marR="76200" marT="62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본</a:t>
                      </a:r>
                      <a:r>
                        <a:rPr sz="825" b="0" kern="0" spc="-154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76200" marR="76200" marT="62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긴</a:t>
                      </a:r>
                      <a:r>
                        <a:rPr sz="825" b="0" kern="0" spc="-15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76200" marR="76200" marT="62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현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825" b="0" kern="0" spc="-154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76200" marR="76200" marT="62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333613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델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매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핑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</a:t>
                      </a:r>
                    </a:p>
                    <a:p>
                      <a:pPr algn="l">
                        <a:lnSpc>
                          <a:spcPts val="9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-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-4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18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</a:p>
                  </a:txBody>
                  <a:tcPr marL="57150" marR="57150" marT="5012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2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292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2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33613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8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862" b="0" kern="0" spc="-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-20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투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물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</a:p>
                    <a:p>
                      <a:pPr algn="l">
                        <a:lnSpc>
                          <a:spcPts val="9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-4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50" b="0" kern="0" spc="-28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</a:p>
                  </a:txBody>
                  <a:tcPr marL="57150" marR="57150" marT="50371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2949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49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2949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33613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-2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택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</a:p>
                    <a:p>
                      <a:pPr algn="l">
                        <a:lnSpc>
                          <a:spcPts val="9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-4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50" b="0" kern="0" spc="-19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50" b="0" kern="0" spc="-28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</a:t>
                      </a:r>
                    </a:p>
                  </a:txBody>
                  <a:tcPr marL="57150" marR="57150" marT="5062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7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7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7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33613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광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</a:p>
                    <a:p>
                      <a:pPr algn="l">
                        <a:lnSpc>
                          <a:spcPts val="9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각</a:t>
                      </a:r>
                      <a:r>
                        <a:rPr sz="750" b="0" kern="0" spc="-14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-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19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-19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50" b="0" kern="0" spc="-28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</a:t>
                      </a:r>
                    </a:p>
                  </a:txBody>
                  <a:tcPr marL="57150" marR="57150" marT="5087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99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99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99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33613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21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얼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라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862" b="0" kern="0" spc="-16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디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스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토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션</a:t>
                      </a:r>
                    </a:p>
                    <a:p>
                      <a:pPr algn="l">
                        <a:lnSpc>
                          <a:spcPts val="9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-43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-4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50" b="0" kern="0" spc="-2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18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좌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과</a:t>
                      </a:r>
                      <a:r>
                        <a:rPr sz="750" b="0" kern="0" spc="-14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</a:p>
                  </a:txBody>
                  <a:tcPr marL="57150" marR="57150" marT="51137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3024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024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3024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33613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활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862" b="0" kern="0" spc="-2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862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워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</a:p>
                    <a:p>
                      <a:pPr algn="l">
                        <a:lnSpc>
                          <a:spcPts val="9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-3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8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-1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-39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43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-3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-1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50" b="0" kern="0" spc="-19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50" b="0" kern="0" spc="-28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</a:p>
                  </a:txBody>
                  <a:tcPr marL="57150" marR="57150" marT="5138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050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050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050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28851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40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19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62" b="0" kern="0" spc="-2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종</a:t>
                      </a:r>
                      <a:r>
                        <a:rPr sz="862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</a:p>
                    <a:p>
                      <a:pPr algn="l">
                        <a:lnSpc>
                          <a:spcPts val="9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50" b="0" kern="0" spc="-14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3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50" b="0" kern="0" spc="-48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18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</a:p>
                  </a:txBody>
                  <a:tcPr marL="57150" marR="57150" marT="51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076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3076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076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7D6ACA-71EB-4629-BAEA-99F8D7B067BD}"/>
              </a:ext>
            </a:extLst>
          </p:cNvPr>
          <p:cNvGraphicFramePr/>
          <p:nvPr/>
        </p:nvGraphicFramePr>
        <p:xfrm>
          <a:off xmlns:a="http://schemas.openxmlformats.org/drawingml/2006/main" x="8236941" y="6834861"/>
          <a:ext xmlns:a="http://schemas.openxmlformats.org/drawingml/2006/main" cx="6111234" cy="2301478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611123"/>
                <a:gridCol w="4338976"/>
                <a:gridCol w="1161134"/>
              </a:tblGrid>
              <a:tr h="279559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</a:p>
                  </a:txBody>
                  <a:tcPr marL="76200" marR="76200" marT="62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야</a:t>
                      </a:r>
                      <a:r>
                        <a:rPr sz="825" b="0" kern="0" spc="39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할</a:t>
                      </a:r>
                      <a:r>
                        <a:rPr sz="825" b="0" kern="0" spc="46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내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</a:p>
                  </a:txBody>
                  <a:tcPr marL="76200" marR="76200" marT="62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  <a:r>
                        <a:rPr sz="825" b="0" kern="0" spc="4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</a:p>
                  </a:txBody>
                  <a:tcPr marL="76200" marR="76200" marT="62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214551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57150" marR="57150" marT="292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21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패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델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게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효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호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송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세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호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와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요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청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연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4293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송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-5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</a:p>
                  </a:txBody>
                  <a:tcPr marL="57150" marR="57150" marT="292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62426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-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-2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응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답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경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2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-21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반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송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느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</a:t>
                      </a:r>
                    </a:p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180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1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-5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62426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-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2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-2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76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(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22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본</a:t>
                      </a:r>
                      <a:r>
                        <a:rPr sz="776" b="0" kern="0" spc="-21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안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)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종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와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핀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축</a:t>
                      </a:r>
                    </a:p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180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-5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-2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62426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워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경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76" b="0" kern="0" spc="-2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차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10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-20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착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오</a:t>
                      </a:r>
                      <a:r>
                        <a:rPr sz="776" b="0" kern="0" spc="-2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차</a:t>
                      </a:r>
                      <a:r>
                        <a:rPr sz="776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효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-2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간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생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략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</a:p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180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광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학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술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-2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62426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-21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-41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1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-8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25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: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보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불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76" b="0" kern="0" spc="-21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치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핀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76" b="0" kern="0" spc="-4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누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락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통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신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절</a:t>
                      </a:r>
                      <a:r>
                        <a:rPr sz="776" b="0" kern="0" spc="-48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4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-20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-21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20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범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</a:p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리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</a:t>
                      </a:r>
                      <a:r>
                        <a:rPr sz="776" b="0" kern="0" spc="-16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-2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2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-6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20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입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체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180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술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-5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-2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57664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-20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작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종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벤</a:t>
                      </a:r>
                      <a:r>
                        <a:rPr sz="776" b="0" kern="0" spc="-21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트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외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부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윈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우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함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부</a:t>
                      </a:r>
                    </a:p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와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3180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생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산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술</a:t>
                      </a:r>
                      <a:r>
                        <a:rPr sz="862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62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-2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57150" marR="57150" marT="181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5" name="text-0-A3 LD · PARALLEL TIMING / 02">
            <a:extLst xmlns:a="http://schemas.openxmlformats.org/drawingml/2006/main">
              <a:ext uri="{FF2B5EF4-FFF2-40B4-BE49-F238E27FC236}">
                <a16:creationId xmlns:a16="http://schemas.microsoft.com/office/drawing/2014/main" id="{FEBC03CE-BFA2-4F8B-A5EF-D4945AC6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559542"/>
            <a:ext cx="1959523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136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25" b="0" kern="0" spc="138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12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88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131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1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56" name="text-1-타이밍 차트와 전환 시간 예산">
            <a:extLst xmlns:a="http://schemas.openxmlformats.org/drawingml/2006/main">
              <a:ext uri="{FF2B5EF4-FFF2-40B4-BE49-F238E27FC236}">
                <a16:creationId xmlns:a16="http://schemas.microsoft.com/office/drawing/2014/main" id="{DA2E5211-E1AB-4312-91CF-F47E316D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57639"/>
            <a:ext cx="3336798" cy="438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2175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타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밍</a:t>
            </a:r>
            <a:r>
              <a:rPr sz="2175" b="0" kern="0" spc="5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차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트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2175" b="0" kern="0" spc="5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환</a:t>
            </a:r>
            <a:r>
              <a:rPr sz="2175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2175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7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21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산</a:t>
            </a:r>
          </a:p>
        </p:txBody>
      </p:sp>
      <p:sp>
        <p:nvSpPr>
          <p:cNvPr id="57" name="text-2-직렬 합계 대신 세 분기의 최대 완료 시간을 사용 · 숫자를 바꾸면 ">
            <a:extLst xmlns:a="http://schemas.openxmlformats.org/drawingml/2006/main">
              <a:ext uri="{FF2B5EF4-FFF2-40B4-BE49-F238E27FC236}">
                <a16:creationId xmlns:a16="http://schemas.microsoft.com/office/drawing/2014/main" id="{0ADEF53B-7724-4FCF-AC3D-6A5E87D0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133837"/>
            <a:ext cx="4965831" cy="2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직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렬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계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신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세</a:t>
            </a:r>
            <a:r>
              <a:rPr sz="975" b="0" kern="0" spc="6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최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사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975" b="0" kern="0" spc="-17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-27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75" b="0" kern="0" spc="-449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숫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자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바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꾸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면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차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트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잔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여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함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께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재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계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산</a:t>
            </a:r>
          </a:p>
        </p:txBody>
      </p:sp>
      <p:sp>
        <p:nvSpPr>
          <p:cNvPr id="58" name="text-3-TIMING">
            <a:extLst xmlns:a="http://schemas.openxmlformats.org/drawingml/2006/main">
              <a:ext uri="{FF2B5EF4-FFF2-40B4-BE49-F238E27FC236}">
                <a16:creationId xmlns:a16="http://schemas.microsoft.com/office/drawing/2014/main" id="{95A799AF-5D8E-4BB4-BC83-51E26B8F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4951" y="614180"/>
            <a:ext cx="534687" cy="24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125" b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125" b="0" kern="0" spc="-5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G</a:t>
            </a:r>
          </a:p>
        </p:txBody>
      </p:sp>
      <p:sp>
        <p:nvSpPr>
          <p:cNvPr id="59" name="text-4-2 / 3">
            <a:extLst xmlns:a="http://schemas.openxmlformats.org/drawingml/2006/main">
              <a:ext uri="{FF2B5EF4-FFF2-40B4-BE49-F238E27FC236}">
                <a16:creationId xmlns:a16="http://schemas.microsoft.com/office/drawing/2014/main" id="{8209C9BB-56AB-425B-BAE0-00FFFA09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646" y="782813"/>
            <a:ext cx="641984" cy="47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2400" b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60" name="text-5-시간은 설계 검토용 배분 예시이며 장비 실측값이 아닙니다.">
            <a:extLst xmlns:a="http://schemas.openxmlformats.org/drawingml/2006/main">
              <a:ext uri="{FF2B5EF4-FFF2-40B4-BE49-F238E27FC236}">
                <a16:creationId xmlns:a16="http://schemas.microsoft.com/office/drawing/2014/main" id="{9E9071D7-7D8C-4C32-A9B8-45220DEF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25" y="1601717"/>
            <a:ext cx="3058925" cy="2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975" b="0" kern="0" spc="55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계</a:t>
            </a:r>
            <a:r>
              <a:rPr sz="975" b="0" kern="0" spc="55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검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토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975" b="0" kern="0" spc="55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배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975" b="0" kern="0" spc="55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며</a:t>
            </a:r>
            <a:r>
              <a:rPr sz="975" b="0" kern="0" spc="59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장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975" b="0" kern="0" spc="55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측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값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59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아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닙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75" b="0" kern="0" spc="-229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75" b="0" kern="0" spc="0">
                <a:solidFill>
                  <a:srgbClr val="07766f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61" name="text-6- 첨부 그림의 “파워 측정 / 보정 3분 이내”와 “전체 잡체인지 1">
            <a:extLst xmlns:a="http://schemas.openxmlformats.org/drawingml/2006/main">
              <a:ext uri="{FF2B5EF4-FFF2-40B4-BE49-F238E27FC236}">
                <a16:creationId xmlns:a16="http://schemas.microsoft.com/office/drawing/2014/main" id="{1ADF2F69-84FB-4994-B684-CD051665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1192" y="1601717"/>
            <a:ext cx="5182779" cy="2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첨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부</a:t>
            </a:r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그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림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-506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“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워</a:t>
            </a:r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측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75" b="0" kern="0" spc="-17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1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75" b="0" kern="0" spc="-173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75" b="0" kern="0" spc="-17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-23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975" b="0" kern="0" spc="6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내</a:t>
            </a:r>
            <a:r>
              <a:rPr sz="975" b="0" kern="0" spc="-509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”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975" b="0" kern="0" spc="59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-506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“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잡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975" b="0" kern="0" spc="-173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975" b="0" kern="0" spc="-231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75" b="0" kern="0" spc="-509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”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적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범</a:t>
            </a:r>
            <a:r>
              <a:rPr sz="975" b="0" kern="0" spc="-231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975" b="0" kern="0" spc="-78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75" b="0" kern="0" spc="-231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975" b="0" kern="0" spc="-78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종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벤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트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62" name="text-7-C06 협의">
            <a:extLst xmlns:a="http://schemas.openxmlformats.org/drawingml/2006/main">
              <a:ext uri="{FF2B5EF4-FFF2-40B4-BE49-F238E27FC236}">
                <a16:creationId xmlns:a16="http://schemas.microsoft.com/office/drawing/2014/main" id="{951D725B-8E18-4240-B3BF-4E57BE1F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465" y="1620411"/>
            <a:ext cx="447027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63" name="text-8-에서 확정해야 합니다.">
            <a:extLst xmlns:a="http://schemas.openxmlformats.org/drawingml/2006/main">
              <a:ext uri="{FF2B5EF4-FFF2-40B4-BE49-F238E27FC236}">
                <a16:creationId xmlns:a16="http://schemas.microsoft.com/office/drawing/2014/main" id="{B5A473E2-CBAF-4418-9653-1495DBBA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73" y="1601717"/>
            <a:ext cx="1176784" cy="2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975" b="0" kern="0" spc="55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해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야</a:t>
            </a:r>
            <a:r>
              <a:rPr sz="975" b="0" kern="0" spc="59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75" b="0" kern="0" spc="-23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75" b="0" kern="0" spc="0">
                <a:solidFill>
                  <a:srgbClr val="714e24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64" name="text-9-동시 동작 계산 · 전체 준비">
            <a:extLst xmlns:a="http://schemas.openxmlformats.org/drawingml/2006/main">
              <a:ext uri="{FF2B5EF4-FFF2-40B4-BE49-F238E27FC236}">
                <a16:creationId xmlns:a16="http://schemas.microsoft.com/office/drawing/2014/main" id="{6B073FF4-4BFD-4051-9B6C-CA4AEAA9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50" y="2097019"/>
            <a:ext cx="1187472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계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825" b="0" kern="0" spc="-154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-233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-383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준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비</a:t>
            </a:r>
          </a:p>
        </p:txBody>
      </p:sp>
      <p:sp>
        <p:nvSpPr>
          <p:cNvPr id="65" name="text-10-90 s">
            <a:extLst xmlns:a="http://schemas.openxmlformats.org/drawingml/2006/main">
              <a:ext uri="{FF2B5EF4-FFF2-40B4-BE49-F238E27FC236}">
                <a16:creationId xmlns:a16="http://schemas.microsoft.com/office/drawing/2014/main" id="{333F313A-2527-46D5-A411-3BC844E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50" y="2293440"/>
            <a:ext cx="625888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950" b="1">
                <a:solidFill>
                  <a:srgbClr val="194F6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9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66" name="text-11-모델 요청 수신 → 가공 시작 허가">
            <a:extLst xmlns:a="http://schemas.openxmlformats.org/drawingml/2006/main">
              <a:ext uri="{FF2B5EF4-FFF2-40B4-BE49-F238E27FC236}">
                <a16:creationId xmlns:a16="http://schemas.microsoft.com/office/drawing/2014/main" id="{ED515A90-0EF3-4558-8580-E7E8D45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50" y="2687761"/>
            <a:ext cx="1485138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825" b="0" kern="0" spc="42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825" b="0" kern="0" spc="42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수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신</a:t>
            </a:r>
            <a:r>
              <a:rPr sz="825" b="0" kern="0" spc="42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825" b="0" kern="0" spc="46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825" b="0" kern="0" spc="42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825" b="0" kern="0" spc="42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허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가</a:t>
            </a:r>
          </a:p>
        </p:txBody>
      </p:sp>
      <p:sp>
        <p:nvSpPr>
          <p:cNvPr id="67" name="text-12-비교용 · 모두 직렬 처리">
            <a:extLst xmlns:a="http://schemas.openxmlformats.org/drawingml/2006/main">
              <a:ext uri="{FF2B5EF4-FFF2-40B4-BE49-F238E27FC236}">
                <a16:creationId xmlns:a16="http://schemas.microsoft.com/office/drawing/2014/main" id="{CA98CF33-203E-4B77-A9FE-5FDD4B98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306" y="2097019"/>
            <a:ext cx="1061742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교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25" b="0" kern="0" spc="-155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-233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-383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두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직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렬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처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리</a:t>
            </a:r>
          </a:p>
        </p:txBody>
      </p:sp>
      <p:sp>
        <p:nvSpPr>
          <p:cNvPr id="68" name="text-13-130 s">
            <a:extLst xmlns:a="http://schemas.openxmlformats.org/drawingml/2006/main">
              <a:ext uri="{FF2B5EF4-FFF2-40B4-BE49-F238E27FC236}">
                <a16:creationId xmlns:a16="http://schemas.microsoft.com/office/drawing/2014/main" id="{1EC10A86-E0FE-4D18-A506-679F47FC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306" y="2293440"/>
            <a:ext cx="798253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950" b="1">
                <a:solidFill>
                  <a:srgbClr val="194F6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1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3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69" name="text-14-D + L + P + S + A + W + F">
            <a:extLst xmlns:a="http://schemas.openxmlformats.org/drawingml/2006/main">
              <a:ext uri="{FF2B5EF4-FFF2-40B4-BE49-F238E27FC236}">
                <a16:creationId xmlns:a16="http://schemas.microsoft.com/office/drawing/2014/main" id="{0DA1346B-0334-4B6E-95AE-72E44226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306" y="2687761"/>
            <a:ext cx="1149438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W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F</a:t>
            </a:r>
          </a:p>
        </p:txBody>
      </p:sp>
      <p:sp>
        <p:nvSpPr>
          <p:cNvPr id="70" name="text-15-동시 동작에 의한 단축 예산">
            <a:extLst xmlns:a="http://schemas.openxmlformats.org/drawingml/2006/main">
              <a:ext uri="{FF2B5EF4-FFF2-40B4-BE49-F238E27FC236}">
                <a16:creationId xmlns:a16="http://schemas.microsoft.com/office/drawing/2014/main" id="{7DA77D20-FEA3-4753-936E-DFC8AFBE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63" y="2097019"/>
            <a:ext cx="1225297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25" b="0" kern="0" spc="4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한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단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축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산</a:t>
            </a:r>
          </a:p>
        </p:txBody>
      </p:sp>
      <p:sp>
        <p:nvSpPr>
          <p:cNvPr id="71" name="text-16-40 s">
            <a:extLst xmlns:a="http://schemas.openxmlformats.org/drawingml/2006/main">
              <a:ext uri="{FF2B5EF4-FFF2-40B4-BE49-F238E27FC236}">
                <a16:creationId xmlns:a16="http://schemas.microsoft.com/office/drawing/2014/main" id="{31581946-2F8D-4BE4-924E-51E93C38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63" y="2293440"/>
            <a:ext cx="62588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950" b="1">
                <a:solidFill>
                  <a:srgbClr val="194F6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4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72" name="text-17-L + P + S − max(L, P, S)">
            <a:extLst xmlns:a="http://schemas.openxmlformats.org/drawingml/2006/main">
              <a:ext uri="{FF2B5EF4-FFF2-40B4-BE49-F238E27FC236}">
                <a16:creationId xmlns:a16="http://schemas.microsoft.com/office/drawing/2014/main" id="{5FFF87A0-4863-4919-BAD5-B9E3134F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63" y="2687761"/>
            <a:ext cx="1105328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−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x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25" b="0" kern="0" spc="-22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-208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25" b="0" kern="0" spc="0">
                <a:solidFill>
                  <a:srgbClr val="648090"/>
                </a:solidFill>
                <a:latin typeface="Noto Sans CJK KR"/>
                <a:ea typeface="Noto Sans CJK KR"/>
                <a:cs typeface="Noto Sans CJK KR"/>
              </a:rPr>
              <a:t>)</a:t>
            </a:r>
          </a:p>
        </p:txBody>
      </p:sp>
      <p:sp>
        <p:nvSpPr>
          <p:cNvPr id="73" name="text-18-가정 목표 대비 잔여 시간">
            <a:extLst xmlns:a="http://schemas.openxmlformats.org/drawingml/2006/main">
              <a:ext uri="{FF2B5EF4-FFF2-40B4-BE49-F238E27FC236}">
                <a16:creationId xmlns:a16="http://schemas.microsoft.com/office/drawing/2014/main" id="{36981BD9-6F3B-48A6-94F3-04813DD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218" y="2097019"/>
            <a:ext cx="1128902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잔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여</a:t>
            </a:r>
            <a:r>
              <a:rPr sz="825" b="0" kern="0" spc="42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0">
                <a:solidFill>
                  <a:srgbClr val="657f91"/>
                </a:solidFill>
                <a:latin typeface="Noto Sans CJK KR"/>
                <a:ea typeface="Noto Sans CJK KR"/>
                <a:cs typeface="Noto Sans CJK KR"/>
              </a:rPr>
              <a:t>간</a:t>
            </a:r>
          </a:p>
        </p:txBody>
      </p:sp>
      <p:sp>
        <p:nvSpPr>
          <p:cNvPr id="74" name="text-19-90 s">
            <a:extLst xmlns:a="http://schemas.openxmlformats.org/drawingml/2006/main">
              <a:ext uri="{FF2B5EF4-FFF2-40B4-BE49-F238E27FC236}">
                <a16:creationId xmlns:a16="http://schemas.microsoft.com/office/drawing/2014/main" id="{80030605-DD25-400B-9E9D-32577B3B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218" y="2293440"/>
            <a:ext cx="625886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950" b="1">
                <a:solidFill>
                  <a:srgbClr val="194F6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9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1" kern="0" spc="0">
                <a:solidFill>
                  <a:srgbClr val="194f6d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75" name="text-20-180초 가정 목표 내 · 실측 판정 아님">
            <a:extLst xmlns:a="http://schemas.openxmlformats.org/drawingml/2006/main">
              <a:ext uri="{FF2B5EF4-FFF2-40B4-BE49-F238E27FC236}">
                <a16:creationId xmlns:a16="http://schemas.microsoft.com/office/drawing/2014/main" id="{6569DCF4-754B-40A4-A79A-CFD81200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218" y="2687761"/>
            <a:ext cx="1613379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825" b="0" kern="0" spc="-199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825" b="0" kern="0" spc="46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25" b="0" kern="0" spc="42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825" b="0" kern="0" spc="42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내</a:t>
            </a:r>
            <a:r>
              <a:rPr sz="825" b="0" kern="0" spc="-152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-233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-383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측</a:t>
            </a:r>
            <a:r>
              <a:rPr sz="825" b="0" kern="0" spc="42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25" b="0" kern="0" spc="42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아</a:t>
            </a:r>
            <a:r>
              <a:rPr sz="825" b="0" kern="0" spc="0">
                <a:solidFill>
                  <a:srgbClr val="14846c"/>
                </a:solidFill>
                <a:latin typeface="Noto Sans CJK KR"/>
                <a:ea typeface="Noto Sans CJK KR"/>
                <a:cs typeface="Noto Sans CJK KR"/>
              </a:rPr>
              <a:t>님</a:t>
            </a:r>
          </a:p>
        </p:txBody>
      </p:sp>
      <p:sp>
        <p:nvSpPr>
          <p:cNvPr id="76" name="text-21-기판 투입과 Pin 이동은 같은 시간대에 진행">
            <a:extLst xmlns:a="http://schemas.openxmlformats.org/drawingml/2006/main">
              <a:ext uri="{FF2B5EF4-FFF2-40B4-BE49-F238E27FC236}">
                <a16:creationId xmlns:a16="http://schemas.microsoft.com/office/drawing/2014/main" id="{5D88AA59-B943-4899-B22E-E8F4D3F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3140863"/>
            <a:ext cx="2769794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1200" b="0" kern="0" spc="-22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1200" b="0" kern="0" spc="-288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1200" b="0" kern="0" spc="6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같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1200" b="0" kern="0" spc="6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진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행</a:t>
            </a:r>
          </a:p>
        </p:txBody>
      </p:sp>
      <p:sp>
        <p:nvSpPr>
          <p:cNvPr id="77" name="text-22-동시 동작 반영">
            <a:extLst xmlns:a="http://schemas.openxmlformats.org/drawingml/2006/main">
              <a:ext uri="{FF2B5EF4-FFF2-40B4-BE49-F238E27FC236}">
                <a16:creationId xmlns:a16="http://schemas.microsoft.com/office/drawing/2014/main" id="{53662F07-0905-4DAA-8B8F-6FC50363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079" y="3205526"/>
            <a:ext cx="684657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42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825" b="0" kern="0" spc="42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25" b="0" kern="0" spc="0">
                <a:solidFill>
                  <a:srgbClr val="057d76"/>
                </a:solidFill>
                <a:latin typeface="Noto Sans CJK KR"/>
                <a:ea typeface="Noto Sans CJK KR"/>
                <a:cs typeface="Noto Sans CJK KR"/>
              </a:rPr>
              <a:t>영</a:t>
            </a:r>
          </a:p>
        </p:txBody>
      </p:sp>
      <p:sp>
        <p:nvSpPr>
          <p:cNvPr id="78" name="text-23-T = T">
            <a:extLst xmlns:a="http://schemas.openxmlformats.org/drawingml/2006/main">
              <a:ext uri="{FF2B5EF4-FFF2-40B4-BE49-F238E27FC236}">
                <a16:creationId xmlns:a16="http://schemas.microsoft.com/office/drawing/2014/main" id="{80C4360E-6D63-479B-9661-43E744AE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5" y="5698493"/>
            <a:ext cx="46167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125" b="1">
                <a:solidFill>
                  <a:srgbClr val="184E6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=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T</a:t>
            </a:r>
          </a:p>
        </p:txBody>
      </p:sp>
      <p:sp>
        <p:nvSpPr>
          <p:cNvPr id="79" name="text-24-대기">
            <a:extLst xmlns:a="http://schemas.openxmlformats.org/drawingml/2006/main">
              <a:ext uri="{FF2B5EF4-FFF2-40B4-BE49-F238E27FC236}">
                <a16:creationId xmlns:a16="http://schemas.microsoft.com/office/drawing/2014/main" id="{48429F34-8D41-48F5-A94C-8B39572F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208" y="5773696"/>
            <a:ext cx="296874" cy="234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67" b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67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1067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기</a:t>
            </a:r>
          </a:p>
        </p:txBody>
      </p:sp>
      <p:sp>
        <p:nvSpPr>
          <p:cNvPr id="80" name="text-25- + D + max(L, P, S) + A + W + F + T">
            <a:extLst xmlns:a="http://schemas.openxmlformats.org/drawingml/2006/main">
              <a:ext uri="{FF2B5EF4-FFF2-40B4-BE49-F238E27FC236}">
                <a16:creationId xmlns:a16="http://schemas.microsoft.com/office/drawing/2014/main" id="{A1E43806-6524-49EF-928C-B704CF91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458" y="5698493"/>
            <a:ext cx="2892982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125" b="1">
                <a:solidFill>
                  <a:srgbClr val="184E6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D</a:t>
            </a:r>
            <a:r>
              <a:rPr sz="1125" b="1" kern="0" spc="-5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m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1125" b="1" kern="0" spc="-4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x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L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-415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P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,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-4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)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1125" b="1" kern="0" spc="-6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W</a:t>
            </a:r>
            <a:r>
              <a:rPr sz="1125" b="1" kern="0" spc="-4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T</a:t>
            </a:r>
          </a:p>
        </p:txBody>
      </p:sp>
      <p:sp>
        <p:nvSpPr>
          <p:cNvPr id="81" name="text-26-추가">
            <a:extLst xmlns:a="http://schemas.openxmlformats.org/drawingml/2006/main">
              <a:ext uri="{FF2B5EF4-FFF2-40B4-BE49-F238E27FC236}">
                <a16:creationId xmlns:a16="http://schemas.microsoft.com/office/drawing/2014/main" id="{6DB83111-61FE-4B27-B79F-24A4EBBF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061" y="5773696"/>
            <a:ext cx="296874" cy="234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67" b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67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1067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가</a:t>
            </a:r>
          </a:p>
        </p:txBody>
      </p:sp>
      <p:sp>
        <p:nvSpPr>
          <p:cNvPr id="82" name="text-27-합류 시각 = T">
            <a:extLst xmlns:a="http://schemas.openxmlformats.org/drawingml/2006/main">
              <a:ext uri="{FF2B5EF4-FFF2-40B4-BE49-F238E27FC236}">
                <a16:creationId xmlns:a16="http://schemas.microsoft.com/office/drawing/2014/main" id="{4437A3FC-E017-4037-8849-F1C86689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5" y="5978263"/>
            <a:ext cx="696163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류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각</a:t>
            </a:r>
            <a:r>
              <a:rPr sz="900" b="0" kern="0" spc="-16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T</a:t>
            </a:r>
          </a:p>
        </p:txBody>
      </p:sp>
      <p:sp>
        <p:nvSpPr>
          <p:cNvPr id="83" name="text-28-대기">
            <a:extLst xmlns:a="http://schemas.openxmlformats.org/drawingml/2006/main">
              <a:ext uri="{FF2B5EF4-FFF2-40B4-BE49-F238E27FC236}">
                <a16:creationId xmlns:a16="http://schemas.microsoft.com/office/drawing/2014/main" id="{9A813A3A-AE2D-40B1-A70F-32FD75D4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631" y="6046847"/>
            <a:ext cx="215868" cy="17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2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2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72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기</a:t>
            </a:r>
          </a:p>
        </p:txBody>
      </p:sp>
      <p:sp>
        <p:nvSpPr>
          <p:cNvPr id="84" name="text-29- + D + max(L, P, S). 가장 늦게 끝나는 분기가 이후 ">
            <a:extLst xmlns:a="http://schemas.openxmlformats.org/drawingml/2006/main">
              <a:ext uri="{FF2B5EF4-FFF2-40B4-BE49-F238E27FC236}">
                <a16:creationId xmlns:a16="http://schemas.microsoft.com/office/drawing/2014/main" id="{C7A5230A-8A80-4516-9F01-BEFB488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881" y="5978263"/>
            <a:ext cx="3937138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x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900" b="0" kern="0" spc="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-22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)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900" b="0" kern="0" spc="-21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장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늦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게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끝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나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후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준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점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결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00" b="0" kern="0" spc="-21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85" name="text-30-예산 전제와 조절">
            <a:extLst xmlns:a="http://schemas.openxmlformats.org/drawingml/2006/main">
              <a:ext uri="{FF2B5EF4-FFF2-40B4-BE49-F238E27FC236}">
                <a16:creationId xmlns:a16="http://schemas.microsoft.com/office/drawing/2014/main" id="{7CE5D5C8-EF59-4A15-BCEB-AB6FC1D9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3140863"/>
            <a:ext cx="1114423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1200" b="0" kern="0" spc="6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절</a:t>
            </a:r>
          </a:p>
        </p:txBody>
      </p:sp>
      <p:sp>
        <p:nvSpPr>
          <p:cNvPr id="86" name="text-31-이전 가공 종료 / 준비 대기 (s)">
            <a:extLst xmlns:a="http://schemas.openxmlformats.org/drawingml/2006/main">
              <a:ext uri="{FF2B5EF4-FFF2-40B4-BE49-F238E27FC236}">
                <a16:creationId xmlns:a16="http://schemas.microsoft.com/office/drawing/2014/main" id="{E5E2446C-780E-486C-A74C-E045AD13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3430950"/>
            <a:ext cx="1466890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종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준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)</a:t>
            </a:r>
          </a:p>
        </p:txBody>
      </p:sp>
      <p:sp>
        <p:nvSpPr>
          <p:cNvPr id="87" name="text-32-0">
            <a:extLst xmlns:a="http://schemas.openxmlformats.org/drawingml/2006/main">
              <a:ext uri="{FF2B5EF4-FFF2-40B4-BE49-F238E27FC236}">
                <a16:creationId xmlns:a16="http://schemas.microsoft.com/office/drawing/2014/main" id="{9F5DAE4A-0018-4786-BE6B-E421B127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2375" y="3430950"/>
            <a:ext cx="111061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</a:p>
        </p:txBody>
      </p:sp>
      <p:sp>
        <p:nvSpPr>
          <p:cNvPr id="88" name="text-33-외부 Hold / 별도 정비 추가 (s)">
            <a:extLst xmlns:a="http://schemas.openxmlformats.org/drawingml/2006/main">
              <a:ext uri="{FF2B5EF4-FFF2-40B4-BE49-F238E27FC236}">
                <a16:creationId xmlns:a16="http://schemas.microsoft.com/office/drawing/2014/main" id="{B6702D19-65E8-43E3-BC95-993F8500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3678575"/>
            <a:ext cx="1499464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외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부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00" b="0" kern="0" spc="-21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도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)</a:t>
            </a:r>
          </a:p>
        </p:txBody>
      </p:sp>
      <p:sp>
        <p:nvSpPr>
          <p:cNvPr id="89" name="text-34-0">
            <a:extLst xmlns:a="http://schemas.openxmlformats.org/drawingml/2006/main">
              <a:ext uri="{FF2B5EF4-FFF2-40B4-BE49-F238E27FC236}">
                <a16:creationId xmlns:a16="http://schemas.microsoft.com/office/drawing/2014/main" id="{42A270CC-868E-4D8B-92FE-D0067E6F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2375" y="3678575"/>
            <a:ext cx="111061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</a:p>
        </p:txBody>
      </p:sp>
      <p:sp>
        <p:nvSpPr>
          <p:cNvPr id="90" name="text-35-검토용 전체 목표 (s)">
            <a:extLst xmlns:a="http://schemas.openxmlformats.org/drawingml/2006/main">
              <a:ext uri="{FF2B5EF4-FFF2-40B4-BE49-F238E27FC236}">
                <a16:creationId xmlns:a16="http://schemas.microsoft.com/office/drawing/2014/main" id="{B0C4DCE7-19D6-46A0-8244-2DEC055B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3926200"/>
            <a:ext cx="1010490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검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토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)</a:t>
            </a:r>
          </a:p>
        </p:txBody>
      </p:sp>
      <p:sp>
        <p:nvSpPr>
          <p:cNvPr id="91" name="text-36-180">
            <a:extLst xmlns:a="http://schemas.openxmlformats.org/drawingml/2006/main">
              <a:ext uri="{FF2B5EF4-FFF2-40B4-BE49-F238E27FC236}">
                <a16:creationId xmlns:a16="http://schemas.microsoft.com/office/drawing/2014/main" id="{205EB23F-E24A-4BF1-B62F-5ECAA2F2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2375" y="3926200"/>
            <a:ext cx="237934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</a:p>
        </p:txBody>
      </p:sp>
      <p:sp>
        <p:nvSpPr>
          <p:cNvPr id="92" name="text-37-기본 예산:">
            <a:extLst xmlns:a="http://schemas.openxmlformats.org/drawingml/2006/main">
              <a:ext uri="{FF2B5EF4-FFF2-40B4-BE49-F238E27FC236}">
                <a16:creationId xmlns:a16="http://schemas.microsoft.com/office/drawing/2014/main" id="{0DA93183-2EA2-4210-B434-0DA07261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4258762"/>
            <a:ext cx="532143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본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900" b="0" kern="0" spc="-21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:</a:t>
            </a:r>
          </a:p>
        </p:txBody>
      </p:sp>
      <p:sp>
        <p:nvSpPr>
          <p:cNvPr id="93" name="text-38- 90초 / 직렬 130초.">
            <a:extLst xmlns:a="http://schemas.openxmlformats.org/drawingml/2006/main">
              <a:ext uri="{FF2B5EF4-FFF2-40B4-BE49-F238E27FC236}">
                <a16:creationId xmlns:a16="http://schemas.microsoft.com/office/drawing/2014/main" id="{98BB55DD-4D69-45EC-8A69-A05E2F31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139" y="4258762"/>
            <a:ext cx="990259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900" b="0" kern="0" spc="-21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00" b="0" kern="0" spc="-16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직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렬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900" b="0" kern="0" spc="-21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900" b="0" kern="0" spc="-2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94" name="text-39-긴 동작 예산:">
            <a:extLst xmlns:a="http://schemas.openxmlformats.org/drawingml/2006/main">
              <a:ext uri="{FF2B5EF4-FFF2-40B4-BE49-F238E27FC236}">
                <a16:creationId xmlns:a16="http://schemas.microsoft.com/office/drawing/2014/main" id="{A06CF7B7-6E8A-4C63-B799-073BB3E4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4447307"/>
            <a:ext cx="669303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긴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900" b="0" kern="0" spc="-21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:</a:t>
            </a:r>
          </a:p>
        </p:txBody>
      </p:sp>
      <p:sp>
        <p:nvSpPr>
          <p:cNvPr id="95" name="text-40- 140초 / 직렬 210초.">
            <a:extLst xmlns:a="http://schemas.openxmlformats.org/drawingml/2006/main">
              <a:ext uri="{FF2B5EF4-FFF2-40B4-BE49-F238E27FC236}">
                <a16:creationId xmlns:a16="http://schemas.microsoft.com/office/drawing/2014/main" id="{1840E42F-EA23-4731-B93D-498E6BA3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303" y="4447307"/>
            <a:ext cx="1053695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900" b="0" kern="0" spc="-21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00" b="0" kern="0" spc="-16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직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렬</a:t>
            </a:r>
            <a:r>
              <a:rPr sz="900" b="0" kern="0" spc="-16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900" b="0" kern="0" spc="-21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900" b="0" kern="0" spc="-2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96" name="text-41-추가 대기·정비가 40초를 넘으면 긴 동작 예산은 180초를 초과합니">
            <a:extLst xmlns:a="http://schemas.openxmlformats.org/drawingml/2006/main">
              <a:ext uri="{FF2B5EF4-FFF2-40B4-BE49-F238E27FC236}">
                <a16:creationId xmlns:a16="http://schemas.microsoft.com/office/drawing/2014/main" id="{C4B0E67C-F5B3-4979-8935-14291A20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620" y="4635862"/>
            <a:ext cx="3313528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900" b="0" kern="0" spc="-21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00" b="0" kern="0" spc="-72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비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00" b="0" kern="0" spc="-16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900" b="0" kern="0" spc="-21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넘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으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면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긴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900" b="0" kern="0" spc="-16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900" b="0" kern="0" spc="-21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900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00" b="0" kern="0" spc="-21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0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97" name="text-42-초기 모델 정보 검증 D 이후 L·P·S가 동시에 시작하는 예시입니다">
            <a:extLst xmlns:a="http://schemas.openxmlformats.org/drawingml/2006/main">
              <a:ext uri="{FF2B5EF4-FFF2-40B4-BE49-F238E27FC236}">
                <a16:creationId xmlns:a16="http://schemas.microsoft.com/office/drawing/2014/main" id="{11DF13D8-7064-4A5F-8B82-F55EE9FA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4949401"/>
            <a:ext cx="4037620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검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증</a:t>
            </a:r>
            <a:r>
              <a:rPr sz="900" b="0" kern="0" spc="-16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900" b="0" kern="0" spc="-217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후</a:t>
            </a:r>
            <a:r>
              <a:rPr sz="900" b="0" kern="0" spc="-16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-18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00" b="0" kern="0" spc="-1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00" b="0" kern="0" spc="-46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00" b="0" kern="0" spc="-21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900" b="0" kern="0" spc="5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00" b="0" kern="0" spc="-21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00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900" b="0" kern="0" spc="-16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각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</a:p>
        </p:txBody>
      </p:sp>
      <p:sp>
        <p:nvSpPr>
          <p:cNvPr id="98" name="text-43-작 신호·지연은 ">
            <a:extLst xmlns:a="http://schemas.openxmlformats.org/drawingml/2006/main">
              <a:ext uri="{FF2B5EF4-FFF2-40B4-BE49-F238E27FC236}">
                <a16:creationId xmlns:a16="http://schemas.microsoft.com/office/drawing/2014/main" id="{B5ADC207-679B-45A4-8A84-9451CC19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5137868"/>
            <a:ext cx="774461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신</a:t>
            </a:r>
            <a:r>
              <a:rPr sz="900" b="0" kern="0" spc="-21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호</a:t>
            </a:r>
            <a:r>
              <a:rPr sz="900" b="0" kern="0" spc="-723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연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99" name="text-44-C01 협의">
            <a:extLst xmlns:a="http://schemas.openxmlformats.org/drawingml/2006/main">
              <a:ext uri="{FF2B5EF4-FFF2-40B4-BE49-F238E27FC236}">
                <a16:creationId xmlns:a16="http://schemas.microsoft.com/office/drawing/2014/main" id="{EE978240-040D-459E-934C-C032E3CB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409" y="5147393"/>
            <a:ext cx="447026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00" name="text-45-C03 협의">
            <a:extLst xmlns:a="http://schemas.openxmlformats.org/drawingml/2006/main">
              <a:ext uri="{FF2B5EF4-FFF2-40B4-BE49-F238E27FC236}">
                <a16:creationId xmlns:a16="http://schemas.microsoft.com/office/drawing/2014/main" id="{E46CCD54-0872-49F6-A361-199ECADD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25" y="5147393"/>
            <a:ext cx="447026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01" name="text-46-으로 정합니다.">
            <a:extLst xmlns:a="http://schemas.openxmlformats.org/drawingml/2006/main">
              <a:ext uri="{FF2B5EF4-FFF2-40B4-BE49-F238E27FC236}">
                <a16:creationId xmlns:a16="http://schemas.microsoft.com/office/drawing/2014/main" id="{127CA1C7-ECB1-4EB8-98B4-BE1282AA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434" y="5137868"/>
            <a:ext cx="742456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으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00" b="0" kern="0" spc="-21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02" name="text-47-파워는 수신·얼라인 후 측정하는 표시안입니다. 광학 측정 경로 때문에">
            <a:extLst xmlns:a="http://schemas.openxmlformats.org/drawingml/2006/main">
              <a:ext uri="{FF2B5EF4-FFF2-40B4-BE49-F238E27FC236}">
                <a16:creationId xmlns:a16="http://schemas.microsoft.com/office/drawing/2014/main" id="{8C6FFC94-0ABC-4245-9519-B58F7D91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5392072"/>
            <a:ext cx="4038764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워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수</a:t>
            </a:r>
            <a:r>
              <a:rPr sz="900" b="0" kern="0" spc="-21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신</a:t>
            </a:r>
            <a:r>
              <a:rPr sz="900" b="0" kern="0" spc="-723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얼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라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후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측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900" b="0" kern="0" spc="55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00" b="0" kern="0" spc="-21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00" b="0" kern="0" spc="1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900" b="0" kern="0" spc="-164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광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학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측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경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때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문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행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점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바</a:t>
            </a:r>
          </a:p>
        </p:txBody>
      </p:sp>
      <p:sp>
        <p:nvSpPr>
          <p:cNvPr id="103" name="text-48-뀌면 ">
            <a:extLst xmlns:a="http://schemas.openxmlformats.org/drawingml/2006/main">
              <a:ext uri="{FF2B5EF4-FFF2-40B4-BE49-F238E27FC236}">
                <a16:creationId xmlns:a16="http://schemas.microsoft.com/office/drawing/2014/main" id="{F3C52294-67B7-405C-8564-BB34F165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370" y="5580883"/>
            <a:ext cx="289942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뀌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면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04" name="text-49-C04 협의">
            <a:extLst xmlns:a="http://schemas.openxmlformats.org/drawingml/2006/main">
              <a:ext uri="{FF2B5EF4-FFF2-40B4-BE49-F238E27FC236}">
                <a16:creationId xmlns:a16="http://schemas.microsoft.com/office/drawing/2014/main" id="{398EFF69-F416-4AFD-BF88-587A8959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7890" y="5590408"/>
            <a:ext cx="447026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05" name="text-50-에 따라 의존 관계와 예산도 함께 바꿔야 합니다.">
            <a:extLst xmlns:a="http://schemas.openxmlformats.org/drawingml/2006/main">
              <a:ext uri="{FF2B5EF4-FFF2-40B4-BE49-F238E27FC236}">
                <a16:creationId xmlns:a16="http://schemas.microsoft.com/office/drawing/2014/main" id="{AFB44E99-D13D-4F32-929F-B1A4486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498" y="5580883"/>
            <a:ext cx="2301512" cy="203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00" b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따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라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존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관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계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도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함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께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바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꿔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야</a:t>
            </a:r>
            <a:r>
              <a:rPr sz="900" b="0" kern="0" spc="5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900" b="0" kern="0" spc="-212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900" b="0" kern="0" spc="0">
                <a:solidFill>
                  <a:srgbClr val="536e81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06" name="text-51-단계별 시간 입력 · 종료 조건">
            <a:extLst xmlns:a="http://schemas.openxmlformats.org/drawingml/2006/main">
              <a:ext uri="{FF2B5EF4-FFF2-40B4-BE49-F238E27FC236}">
                <a16:creationId xmlns:a16="http://schemas.microsoft.com/office/drawing/2014/main" id="{32EE768E-2085-47CC-869D-6865806C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6566112"/>
            <a:ext cx="1845793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단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계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1200" b="0" kern="0" spc="6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력</a:t>
            </a:r>
            <a:r>
              <a:rPr sz="1200" b="0" kern="0" spc="-22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-338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종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건</a:t>
            </a:r>
          </a:p>
        </p:txBody>
      </p:sp>
      <p:sp>
        <p:nvSpPr>
          <p:cNvPr id="107" name="text-52-A·W·F는 표시안에서 순차 실행합니다. L·P·S의 동시 합류만 시">
            <a:extLst xmlns:a="http://schemas.openxmlformats.org/drawingml/2006/main">
              <a:ext uri="{FF2B5EF4-FFF2-40B4-BE49-F238E27FC236}">
                <a16:creationId xmlns:a16="http://schemas.microsoft.com/office/drawing/2014/main" id="{4028C49D-9F2A-42F4-A831-30322043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9521543"/>
            <a:ext cx="6573324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-4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W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-20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25" b="0" kern="0" spc="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25" b="0" kern="0" spc="3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순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차</a:t>
            </a:r>
            <a:r>
              <a:rPr sz="825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행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25" b="0" kern="0" spc="-209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25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25" b="0" kern="0" spc="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-17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-1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-4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-197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25" b="0" kern="0" spc="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류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만</a:t>
            </a:r>
            <a:r>
              <a:rPr sz="825" b="0" kern="0" spc="4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825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단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축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25" b="0" kern="0" spc="4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영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했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습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25" b="0" kern="0" spc="-207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25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25" b="0" kern="0" spc="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-197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825" b="0" kern="0" spc="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방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어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25" b="0" kern="0" spc="4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825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작</a:t>
            </a:r>
            <a:r>
              <a:rPr sz="825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후</a:t>
            </a:r>
            <a:r>
              <a:rPr sz="825" b="0" kern="0" spc="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수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행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며</a:t>
            </a:r>
            <a:r>
              <a:rPr sz="825" b="0" kern="0" spc="39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25" b="0" kern="0" spc="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환</a:t>
            </a:r>
            <a:r>
              <a:rPr sz="825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825" b="0" kern="0" spc="4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25" b="0" kern="0" spc="-209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25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08" name="text-53-시퀀스 · 시간 · Recovery 협의 항목">
            <a:extLst xmlns:a="http://schemas.openxmlformats.org/drawingml/2006/main">
              <a:ext uri="{FF2B5EF4-FFF2-40B4-BE49-F238E27FC236}">
                <a16:creationId xmlns:a16="http://schemas.microsoft.com/office/drawing/2014/main" id="{D42DB9F9-97EA-4466-AADD-BBC04C5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6941" y="6566112"/>
            <a:ext cx="2293693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퀀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1200" b="0" kern="0" spc="-224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-338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1200" b="0" kern="0" spc="-22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-338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200" b="0" kern="0" spc="-271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-25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200" b="0" kern="0" spc="-56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200" b="0" kern="0" spc="4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1200" b="0" kern="0" spc="-12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200" b="0" kern="0" spc="34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1200" b="0" kern="0" spc="-285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항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목</a:t>
            </a:r>
          </a:p>
        </p:txBody>
      </p:sp>
      <p:sp>
        <p:nvSpPr>
          <p:cNvPr id="109" name="text-54-0s">
            <a:extLst xmlns:a="http://schemas.openxmlformats.org/drawingml/2006/main">
              <a:ext uri="{FF2B5EF4-FFF2-40B4-BE49-F238E27FC236}">
                <a16:creationId xmlns:a16="http://schemas.microsoft.com/office/drawing/2014/main" id="{68B33B0E-9C82-4924-81FE-037BEE36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371" y="3451245"/>
            <a:ext cx="149468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10" name="text-55-30s">
            <a:extLst xmlns:a="http://schemas.openxmlformats.org/drawingml/2006/main">
              <a:ext uri="{FF2B5EF4-FFF2-40B4-BE49-F238E27FC236}">
                <a16:creationId xmlns:a16="http://schemas.microsoft.com/office/drawing/2014/main" id="{95FC4D22-0F97-45C9-AA9E-F4EB2DE8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175" y="3451245"/>
            <a:ext cx="204720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11" name="text-56-60s">
            <a:extLst xmlns:a="http://schemas.openxmlformats.org/drawingml/2006/main">
              <a:ext uri="{FF2B5EF4-FFF2-40B4-BE49-F238E27FC236}">
                <a16:creationId xmlns:a16="http://schemas.microsoft.com/office/drawing/2014/main" id="{DC871732-3006-4FF6-BF89-15280DD3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605" y="3451245"/>
            <a:ext cx="204720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12" name="text-57-90s">
            <a:extLst xmlns:a="http://schemas.openxmlformats.org/drawingml/2006/main">
              <a:ext uri="{FF2B5EF4-FFF2-40B4-BE49-F238E27FC236}">
                <a16:creationId xmlns:a16="http://schemas.microsoft.com/office/drawing/2014/main" id="{404D8E27-A00C-4107-BFCC-71235A85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035" y="3451245"/>
            <a:ext cx="204720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13" name="text-58-120s">
            <a:extLst xmlns:a="http://schemas.openxmlformats.org/drawingml/2006/main">
              <a:ext uri="{FF2B5EF4-FFF2-40B4-BE49-F238E27FC236}">
                <a16:creationId xmlns:a16="http://schemas.microsoft.com/office/drawing/2014/main" id="{9437077D-2A67-4724-9A19-D7C138DE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837" y="3451245"/>
            <a:ext cx="259973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14" name="text-59-150s">
            <a:extLst xmlns:a="http://schemas.openxmlformats.org/drawingml/2006/main">
              <a:ext uri="{FF2B5EF4-FFF2-40B4-BE49-F238E27FC236}">
                <a16:creationId xmlns:a16="http://schemas.microsoft.com/office/drawing/2014/main" id="{F3712E57-C7BA-43B8-A807-FD445ECA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268" y="3451245"/>
            <a:ext cx="259973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15" name="text-60-180s">
            <a:extLst xmlns:a="http://schemas.openxmlformats.org/drawingml/2006/main">
              <a:ext uri="{FF2B5EF4-FFF2-40B4-BE49-F238E27FC236}">
                <a16:creationId xmlns:a16="http://schemas.microsoft.com/office/drawing/2014/main" id="{6367AFE5-F1FC-473B-A156-95AE9B1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697" y="3451245"/>
            <a:ext cx="259973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16" name="text-61-D·정보/매핑">
            <a:extLst xmlns:a="http://schemas.openxmlformats.org/drawingml/2006/main">
              <a:ext uri="{FF2B5EF4-FFF2-40B4-BE49-F238E27FC236}">
                <a16:creationId xmlns:a16="http://schemas.microsoft.com/office/drawing/2014/main" id="{C834D4AA-D7CC-438E-8811-581A8562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611" y="3707869"/>
            <a:ext cx="769675" cy="20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15" b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915" b="0" kern="0" spc="-12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915" b="0" kern="0" spc="-1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915" b="0" kern="0" spc="-11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15" b="0" kern="0" spc="4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매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핑</a:t>
            </a:r>
          </a:p>
        </p:txBody>
      </p:sp>
      <p:sp>
        <p:nvSpPr>
          <p:cNvPr id="117" name="text-62-0~5s">
            <a:extLst xmlns:a="http://schemas.openxmlformats.org/drawingml/2006/main">
              <a:ext uri="{FF2B5EF4-FFF2-40B4-BE49-F238E27FC236}">
                <a16:creationId xmlns:a16="http://schemas.microsoft.com/office/drawing/2014/main" id="{0648CA42-CB6D-4AB7-8601-9A5173C4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45" y="3724829"/>
            <a:ext cx="309580" cy="15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506C8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784" b="0" kern="0" spc="0">
                <a:solidFill>
                  <a:srgbClr val="506c81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784" b="0" kern="0" spc="4">
                <a:solidFill>
                  <a:srgbClr val="506c81"/>
                </a:solidFill>
                <a:latin typeface="DejaVu Sans"/>
                <a:ea typeface="DejaVu Sans"/>
                <a:cs typeface="DejaVu Sans"/>
              </a:rPr>
              <a:t>~</a:t>
            </a:r>
            <a:r>
              <a:rPr sz="784" b="0" kern="0" spc="0">
                <a:solidFill>
                  <a:srgbClr val="506c81"/>
                </a:solidFill>
                <a:latin typeface="DejaVu Sans"/>
                <a:ea typeface="DejaVu Sans"/>
                <a:cs typeface="DejaVu Sans"/>
              </a:rPr>
              <a:t>5</a:t>
            </a:r>
            <a:r>
              <a:rPr sz="784" b="0" kern="0" spc="0">
                <a:solidFill>
                  <a:srgbClr val="506c81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118" name="text-63-L·Passive투입">
            <a:extLst xmlns:a="http://schemas.openxmlformats.org/drawingml/2006/main">
              <a:ext uri="{FF2B5EF4-FFF2-40B4-BE49-F238E27FC236}">
                <a16:creationId xmlns:a16="http://schemas.microsoft.com/office/drawing/2014/main" id="{3E8864DA-6251-44AD-B165-75635FD9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611" y="3915314"/>
            <a:ext cx="871989" cy="20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15" b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15" b="0" kern="0" spc="303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15" b="0" kern="0" spc="4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915" b="0" kern="0" spc="-1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15" b="0" kern="0" spc="4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입</a:t>
            </a:r>
          </a:p>
        </p:txBody>
      </p:sp>
      <p:sp>
        <p:nvSpPr>
          <p:cNvPr id="119" name="text-64-5~35s">
            <a:extLst xmlns:a="http://schemas.openxmlformats.org/drawingml/2006/main">
              <a:ext uri="{FF2B5EF4-FFF2-40B4-BE49-F238E27FC236}">
                <a16:creationId xmlns:a16="http://schemas.microsoft.com/office/drawing/2014/main" id="{D9E0C1C5-A9F1-41DA-8F37-67FD63A1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275" y="3932261"/>
            <a:ext cx="372918" cy="15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078B9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784" b="0" kern="0" spc="0">
                <a:solidFill>
                  <a:srgbClr val="078b9d"/>
                </a:solidFill>
                <a:latin typeface="DejaVu Sans"/>
                <a:ea typeface="DejaVu Sans"/>
                <a:cs typeface="DejaVu Sans"/>
              </a:rPr>
              <a:t>5</a:t>
            </a:r>
            <a:r>
              <a:rPr sz="784" b="0" kern="0" spc="4">
                <a:solidFill>
                  <a:srgbClr val="078b9d"/>
                </a:solidFill>
                <a:latin typeface="DejaVu Sans"/>
                <a:ea typeface="DejaVu Sans"/>
                <a:cs typeface="DejaVu Sans"/>
              </a:rPr>
              <a:t>~</a:t>
            </a:r>
            <a:r>
              <a:rPr sz="784" b="0" kern="0" spc="0">
                <a:solidFill>
                  <a:srgbClr val="078b9d"/>
                </a:solidFill>
                <a:latin typeface="DejaVu Sans"/>
                <a:ea typeface="DejaVu Sans"/>
                <a:cs typeface="DejaVu Sans"/>
              </a:rPr>
              <a:t>3</a:t>
            </a:r>
            <a:r>
              <a:rPr sz="784" b="0" kern="0" spc="0">
                <a:solidFill>
                  <a:srgbClr val="078b9d"/>
                </a:solidFill>
                <a:latin typeface="DejaVu Sans"/>
                <a:ea typeface="DejaVu Sans"/>
                <a:cs typeface="DejaVu Sans"/>
              </a:rPr>
              <a:t>5</a:t>
            </a:r>
            <a:r>
              <a:rPr sz="784" b="0" kern="0" spc="0">
                <a:solidFill>
                  <a:srgbClr val="078b9d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120" name="text-65-P·CenterPin">
            <a:extLst xmlns:a="http://schemas.openxmlformats.org/drawingml/2006/main">
              <a:ext uri="{FF2B5EF4-FFF2-40B4-BE49-F238E27FC236}">
                <a16:creationId xmlns:a16="http://schemas.microsoft.com/office/drawing/2014/main" id="{2ED332FB-C6D0-42F6-8CB3-7E898A5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611" y="4122746"/>
            <a:ext cx="803125" cy="20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15" b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15" b="0" kern="0" spc="21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915" b="0" kern="0" spc="13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915" b="0" kern="0" spc="4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n</a:t>
            </a:r>
          </a:p>
        </p:txBody>
      </p:sp>
      <p:sp>
        <p:nvSpPr>
          <p:cNvPr id="121" name="text-66-5~30s">
            <a:extLst xmlns:a="http://schemas.openxmlformats.org/drawingml/2006/main">
              <a:ext uri="{FF2B5EF4-FFF2-40B4-BE49-F238E27FC236}">
                <a16:creationId xmlns:a16="http://schemas.microsoft.com/office/drawing/2014/main" id="{B854754D-4F4E-4F72-8E56-DBB7BA4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203" y="4139694"/>
            <a:ext cx="372918" cy="15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D3883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784" b="0" kern="0" spc="0">
                <a:solidFill>
                  <a:srgbClr val="d38835"/>
                </a:solidFill>
                <a:latin typeface="DejaVu Sans"/>
                <a:ea typeface="DejaVu Sans"/>
                <a:cs typeface="DejaVu Sans"/>
              </a:rPr>
              <a:t>5</a:t>
            </a:r>
            <a:r>
              <a:rPr sz="784" b="0" kern="0" spc="4">
                <a:solidFill>
                  <a:srgbClr val="d38835"/>
                </a:solidFill>
                <a:latin typeface="DejaVu Sans"/>
                <a:ea typeface="DejaVu Sans"/>
                <a:cs typeface="DejaVu Sans"/>
              </a:rPr>
              <a:t>~</a:t>
            </a:r>
            <a:r>
              <a:rPr sz="784" b="0" kern="0" spc="0">
                <a:solidFill>
                  <a:srgbClr val="d38835"/>
                </a:solidFill>
                <a:latin typeface="DejaVu Sans"/>
                <a:ea typeface="DejaVu Sans"/>
                <a:cs typeface="DejaVu Sans"/>
              </a:rPr>
              <a:t>3</a:t>
            </a:r>
            <a:r>
              <a:rPr sz="784" b="0" kern="0" spc="0">
                <a:solidFill>
                  <a:srgbClr val="d38835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784" b="0" kern="0" spc="0">
                <a:solidFill>
                  <a:srgbClr val="d38835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122" name="text-67-S·PC설정">
            <a:extLst xmlns:a="http://schemas.openxmlformats.org/drawingml/2006/main">
              <a:ext uri="{FF2B5EF4-FFF2-40B4-BE49-F238E27FC236}">
                <a16:creationId xmlns:a16="http://schemas.microsoft.com/office/drawing/2014/main" id="{56B28B5A-C030-46E8-9B04-D5CFD1A1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611" y="4330193"/>
            <a:ext cx="621360" cy="20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15" b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15" b="0" kern="0" spc="221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15" b="0" kern="0" spc="-1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15" b="0" kern="0" spc="4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정</a:t>
            </a:r>
          </a:p>
        </p:txBody>
      </p:sp>
      <p:sp>
        <p:nvSpPr>
          <p:cNvPr id="123" name="text-68-5~20s">
            <a:extLst xmlns:a="http://schemas.openxmlformats.org/drawingml/2006/main">
              <a:ext uri="{FF2B5EF4-FFF2-40B4-BE49-F238E27FC236}">
                <a16:creationId xmlns:a16="http://schemas.microsoft.com/office/drawing/2014/main" id="{D1B7CBFF-08C3-4FC4-8498-0F671407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060" y="4347140"/>
            <a:ext cx="372918" cy="15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3178B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784" b="0" kern="0" spc="0">
                <a:solidFill>
                  <a:srgbClr val="3178ba"/>
                </a:solidFill>
                <a:latin typeface="DejaVu Sans"/>
                <a:ea typeface="DejaVu Sans"/>
                <a:cs typeface="DejaVu Sans"/>
              </a:rPr>
              <a:t>5</a:t>
            </a:r>
            <a:r>
              <a:rPr sz="784" b="0" kern="0" spc="4">
                <a:solidFill>
                  <a:srgbClr val="3178ba"/>
                </a:solidFill>
                <a:latin typeface="DejaVu Sans"/>
                <a:ea typeface="DejaVu Sans"/>
                <a:cs typeface="DejaVu Sans"/>
              </a:rPr>
              <a:t>~</a:t>
            </a:r>
            <a:r>
              <a:rPr sz="784" b="0" kern="0" spc="0">
                <a:solidFill>
                  <a:srgbClr val="3178ba"/>
                </a:solidFill>
                <a:latin typeface="DejaVu Sans"/>
                <a:ea typeface="DejaVu Sans"/>
                <a:cs typeface="DejaVu Sans"/>
              </a:rPr>
              <a:t>2</a:t>
            </a:r>
            <a:r>
              <a:rPr sz="784" b="0" kern="0" spc="0">
                <a:solidFill>
                  <a:srgbClr val="3178ba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784" b="0" kern="0" spc="0">
                <a:solidFill>
                  <a:srgbClr val="3178ba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124" name="text-69-A·Chuck/Align">
            <a:extLst xmlns:a="http://schemas.openxmlformats.org/drawingml/2006/main">
              <a:ext uri="{FF2B5EF4-FFF2-40B4-BE49-F238E27FC236}">
                <a16:creationId xmlns:a16="http://schemas.microsoft.com/office/drawing/2014/main" id="{19F6E046-9CE6-4C40-97B6-C3073BC8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611" y="4537625"/>
            <a:ext cx="943298" cy="20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15" b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15" b="0" kern="0" spc="234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15" b="0" kern="0" spc="209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n</a:t>
            </a:r>
          </a:p>
        </p:txBody>
      </p:sp>
      <p:sp>
        <p:nvSpPr>
          <p:cNvPr id="125" name="text-70-35~60s">
            <a:extLst xmlns:a="http://schemas.openxmlformats.org/drawingml/2006/main">
              <a:ext uri="{FF2B5EF4-FFF2-40B4-BE49-F238E27FC236}">
                <a16:creationId xmlns:a16="http://schemas.microsoft.com/office/drawing/2014/main" id="{B4FFC718-396A-4184-8345-07344D5A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33" y="4554572"/>
            <a:ext cx="436256" cy="15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526BA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784" b="0" kern="0" spc="0">
                <a:solidFill>
                  <a:srgbClr val="526ba1"/>
                </a:solidFill>
                <a:latin typeface="DejaVu Sans"/>
                <a:ea typeface="DejaVu Sans"/>
                <a:cs typeface="DejaVu Sans"/>
              </a:rPr>
              <a:t>3</a:t>
            </a:r>
            <a:r>
              <a:rPr sz="784" b="0" kern="0" spc="0">
                <a:solidFill>
                  <a:srgbClr val="526ba1"/>
                </a:solidFill>
                <a:latin typeface="DejaVu Sans"/>
                <a:ea typeface="DejaVu Sans"/>
                <a:cs typeface="DejaVu Sans"/>
              </a:rPr>
              <a:t>5</a:t>
            </a:r>
            <a:r>
              <a:rPr sz="784" b="0" kern="0" spc="4">
                <a:solidFill>
                  <a:srgbClr val="526ba1"/>
                </a:solidFill>
                <a:latin typeface="DejaVu Sans"/>
                <a:ea typeface="DejaVu Sans"/>
                <a:cs typeface="DejaVu Sans"/>
              </a:rPr>
              <a:t>~</a:t>
            </a:r>
            <a:r>
              <a:rPr sz="784" b="0" kern="0" spc="0">
                <a:solidFill>
                  <a:srgbClr val="526ba1"/>
                </a:solidFill>
                <a:latin typeface="DejaVu Sans"/>
                <a:ea typeface="DejaVu Sans"/>
                <a:cs typeface="DejaVu Sans"/>
              </a:rPr>
              <a:t>6</a:t>
            </a:r>
            <a:r>
              <a:rPr sz="784" b="0" kern="0" spc="0">
                <a:solidFill>
                  <a:srgbClr val="526ba1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784" b="0" kern="0" spc="0">
                <a:solidFill>
                  <a:srgbClr val="526ba1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126" name="text-71-W·파워/ATT">
            <a:extLst xmlns:a="http://schemas.openxmlformats.org/drawingml/2006/main">
              <a:ext uri="{FF2B5EF4-FFF2-40B4-BE49-F238E27FC236}">
                <a16:creationId xmlns:a16="http://schemas.microsoft.com/office/drawing/2014/main" id="{FA571B6C-F1E8-45FC-9641-AAC71DEF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611" y="4745058"/>
            <a:ext cx="787791" cy="20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15" b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W</a:t>
            </a:r>
            <a:r>
              <a:rPr sz="915" b="0" kern="0" spc="-12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915" b="0" kern="0" spc="-1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워</a:t>
            </a:r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15" b="0" kern="0" spc="59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T</a:t>
            </a:r>
          </a:p>
        </p:txBody>
      </p:sp>
      <p:sp>
        <p:nvSpPr>
          <p:cNvPr id="127" name="text-72-60~80s">
            <a:extLst xmlns:a="http://schemas.openxmlformats.org/drawingml/2006/main">
              <a:ext uri="{FF2B5EF4-FFF2-40B4-BE49-F238E27FC236}">
                <a16:creationId xmlns:a16="http://schemas.microsoft.com/office/drawing/2014/main" id="{7247B5F7-1127-4CBA-AF24-D973832C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20" y="4762018"/>
            <a:ext cx="436256" cy="15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7A6DA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784" b="0" kern="0" spc="0">
                <a:solidFill>
                  <a:srgbClr val="7a6daf"/>
                </a:solidFill>
                <a:latin typeface="DejaVu Sans"/>
                <a:ea typeface="DejaVu Sans"/>
                <a:cs typeface="DejaVu Sans"/>
              </a:rPr>
              <a:t>6</a:t>
            </a:r>
            <a:r>
              <a:rPr sz="784" b="0" kern="0" spc="0">
                <a:solidFill>
                  <a:srgbClr val="7a6daf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784" b="0" kern="0" spc="4">
                <a:solidFill>
                  <a:srgbClr val="7a6daf"/>
                </a:solidFill>
                <a:latin typeface="DejaVu Sans"/>
                <a:ea typeface="DejaVu Sans"/>
                <a:cs typeface="DejaVu Sans"/>
              </a:rPr>
              <a:t>~</a:t>
            </a:r>
            <a:r>
              <a:rPr sz="784" b="0" kern="0" spc="0">
                <a:solidFill>
                  <a:srgbClr val="7a6daf"/>
                </a:solidFill>
                <a:latin typeface="DejaVu Sans"/>
                <a:ea typeface="DejaVu Sans"/>
                <a:cs typeface="DejaVu Sans"/>
              </a:rPr>
              <a:t>8</a:t>
            </a:r>
            <a:r>
              <a:rPr sz="784" b="0" kern="0" spc="0">
                <a:solidFill>
                  <a:srgbClr val="7a6daf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784" b="0" kern="0" spc="0">
                <a:solidFill>
                  <a:srgbClr val="7a6daf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128" name="text-73-F·보고/RMS">
            <a:extLst xmlns:a="http://schemas.openxmlformats.org/drawingml/2006/main">
              <a:ext uri="{FF2B5EF4-FFF2-40B4-BE49-F238E27FC236}">
                <a16:creationId xmlns:a16="http://schemas.microsoft.com/office/drawing/2014/main" id="{BD85965E-A482-4E4C-BDBA-BB858742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611" y="4952503"/>
            <a:ext cx="777454" cy="206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15" b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15" b="0" kern="0" spc="223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915" b="0" kern="0" spc="-12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915" b="0" kern="0" spc="-1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915" b="0" kern="0" spc="205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915" b="0" kern="0" spc="0">
                <a:solidFill>
                  <a:srgbClr val="2e526a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29" name="text-74-80~90s">
            <a:extLst xmlns:a="http://schemas.openxmlformats.org/drawingml/2006/main">
              <a:ext uri="{FF2B5EF4-FFF2-40B4-BE49-F238E27FC236}">
                <a16:creationId xmlns:a16="http://schemas.microsoft.com/office/drawing/2014/main" id="{2730F4E9-B3C3-4930-8011-92E03203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3063" y="4969451"/>
            <a:ext cx="436256" cy="15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3089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784" b="0" kern="0" spc="0">
                <a:solidFill>
                  <a:srgbClr val="308971"/>
                </a:solidFill>
                <a:latin typeface="DejaVu Sans"/>
                <a:ea typeface="DejaVu Sans"/>
                <a:cs typeface="DejaVu Sans"/>
              </a:rPr>
              <a:t>8</a:t>
            </a:r>
            <a:r>
              <a:rPr sz="784" b="0" kern="0" spc="0">
                <a:solidFill>
                  <a:srgbClr val="308971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784" b="0" kern="0" spc="4">
                <a:solidFill>
                  <a:srgbClr val="308971"/>
                </a:solidFill>
                <a:latin typeface="DejaVu Sans"/>
                <a:ea typeface="DejaVu Sans"/>
                <a:cs typeface="DejaVu Sans"/>
              </a:rPr>
              <a:t>~</a:t>
            </a:r>
            <a:r>
              <a:rPr sz="784" b="0" kern="0" spc="0">
                <a:solidFill>
                  <a:srgbClr val="308971"/>
                </a:solidFill>
                <a:latin typeface="DejaVu Sans"/>
                <a:ea typeface="DejaVu Sans"/>
                <a:cs typeface="DejaVu Sans"/>
              </a:rPr>
              <a:t>9</a:t>
            </a:r>
            <a:r>
              <a:rPr sz="784" b="0" kern="0" spc="0">
                <a:solidFill>
                  <a:srgbClr val="308971"/>
                </a:solidFill>
                <a:latin typeface="DejaVu Sans"/>
                <a:ea typeface="DejaVu Sans"/>
                <a:cs typeface="DejaVu Sans"/>
              </a:rPr>
              <a:t>0</a:t>
            </a:r>
            <a:r>
              <a:rPr sz="784" b="0" kern="0" spc="0">
                <a:solidFill>
                  <a:srgbClr val="308971"/>
                </a:solidFill>
                <a:latin typeface="DejaVu Sans"/>
                <a:ea typeface="DejaVu Sans"/>
                <a:cs typeface="DejaVu Sans"/>
              </a:rPr>
              <a:t>s</a:t>
            </a:r>
          </a:p>
        </p:txBody>
      </p:sp>
      <p:sp>
        <p:nvSpPr>
          <p:cNvPr id="130" name="text-75-가정목표180s">
            <a:extLst xmlns:a="http://schemas.openxmlformats.org/drawingml/2006/main">
              <a:ext uri="{FF2B5EF4-FFF2-40B4-BE49-F238E27FC236}">
                <a16:creationId xmlns:a16="http://schemas.microsoft.com/office/drawing/2014/main" id="{607A170C-C64A-4CD1-98B0-BEC9C3F7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053" y="5301214"/>
            <a:ext cx="670931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784" b="0" kern="0" spc="18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784" b="0" kern="0" spc="-7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31" name="text-76-합류35s·대기0s·추가0s·총90s">
            <a:extLst xmlns:a="http://schemas.openxmlformats.org/drawingml/2006/main">
              <a:ext uri="{FF2B5EF4-FFF2-40B4-BE49-F238E27FC236}">
                <a16:creationId xmlns:a16="http://schemas.microsoft.com/office/drawing/2014/main" id="{94596948-61C5-4572-B006-760D9620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294" y="5301214"/>
            <a:ext cx="1597212" cy="182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84" b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784" b="0" kern="0" spc="-7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류</a:t>
            </a:r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784" b="0" kern="0" spc="18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784" b="0" kern="0" spc="-11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784" b="0" kern="0" spc="-7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18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784" b="0" kern="0" spc="-11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784" b="0" kern="0" spc="-7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18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784" b="0" kern="0" spc="-11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84" b="0" kern="0" spc="-7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총</a:t>
            </a:r>
            <a:r>
              <a:rPr sz="784" b="0" kern="0" spc="4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84" b="0" kern="0" spc="0">
                <a:solidFill>
                  <a:srgbClr val="647d8d"/>
                </a:solidFill>
                <a:latin typeface="Noto Sans CJK KR"/>
                <a:ea typeface="Noto Sans CJK KR"/>
                <a:cs typeface="Noto Sans CJK KR"/>
              </a:rPr>
              <a:t>s</a:t>
            </a:r>
          </a:p>
        </p:txBody>
      </p:sp>
      <p:sp>
        <p:nvSpPr>
          <p:cNvPr id="132" name="text-77-시간 단위: s · 숫자 조절은 시나리오 검토 기능 · Recover">
            <a:extLst xmlns:a="http://schemas.openxmlformats.org/drawingml/2006/main">
              <a:ext uri="{FF2B5EF4-FFF2-40B4-BE49-F238E27FC236}">
                <a16:creationId xmlns:a16="http://schemas.microsoft.com/office/drawing/2014/main" id="{5E417A71-D2E5-424D-AA94-AAA1E66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0044796"/>
            <a:ext cx="3733134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단</a:t>
            </a:r>
            <a:r>
              <a:rPr sz="750" b="0" kern="0" spc="-18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750" b="0" kern="0" spc="4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18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숫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자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절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750" b="0" kern="0" spc="3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나</a:t>
            </a:r>
            <a:r>
              <a:rPr sz="750" b="0" kern="0" spc="-8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리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오</a:t>
            </a:r>
            <a:r>
              <a:rPr sz="750" b="0" kern="0" spc="3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검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토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능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21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177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19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750" b="0" kern="0" spc="-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-39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750" b="0" kern="0" spc="-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750" b="0" kern="0" spc="-1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750" b="0" kern="0" spc="-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2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750" b="0" kern="0" spc="-18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간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750" b="0" kern="0" spc="3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750" b="0" kern="0" spc="3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자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750" b="0" kern="0" spc="-8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750" b="0" kern="0" spc="3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않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음</a:t>
            </a:r>
          </a:p>
        </p:txBody>
      </p:sp>
      <p:sp>
        <p:nvSpPr>
          <p:cNvPr id="133" name="text-78-첨부의 3분 표기와 전체 전환 범위는 C06 협의">
            <a:extLst xmlns:a="http://schemas.openxmlformats.org/drawingml/2006/main">
              <a:ext uri="{FF2B5EF4-FFF2-40B4-BE49-F238E27FC236}">
                <a16:creationId xmlns:a16="http://schemas.microsoft.com/office/drawing/2014/main" id="{D7A63C91-5479-4825-AD0F-42F9865F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189" y="10044796"/>
            <a:ext cx="1850419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첨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부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18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750" b="0" kern="0" spc="3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750" b="0" kern="0" spc="3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환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범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750" b="0" kern="0" spc="-18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</p:spTree>
    <p:extLst>
      <p:ext uri="{BB962C8B-B14F-4D97-AF65-F5344CB8AC3E}">
        <p14:creationId xmlns:p14="http://schemas.microsoft.com/office/powerpoint/2010/main" val="1174528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page3-vector-1">
            <a:extLst xmlns:a="http://schemas.openxmlformats.org/drawingml/2006/main">
              <a:ext uri="{FF2B5EF4-FFF2-40B4-BE49-F238E27FC236}">
                <a16:creationId xmlns:a16="http://schemas.microsoft.com/office/drawing/2014/main" id="{ABDB7029-6143-4C61-B9FD-A88CBC14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60000"/>
            <a:ext cx="14400000" cy="9972000"/>
          </a:xfrm>
          <a:custGeom xmlns:a="http://schemas.openxmlformats.org/drawingml/2006/main">
            <a:pathLst>
              <a:path w="14400000" h="9972000">
                <a:moveTo>
                  <a:pt x="0" y="9972000"/>
                </a:moveTo>
                <a:lnTo>
                  <a:pt x="14400000" y="9972000"/>
                </a:lnTo>
                <a:lnTo>
                  <a:pt x="14400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3-vector-2">
            <a:extLst xmlns:a="http://schemas.openxmlformats.org/drawingml/2006/main">
              <a:ext uri="{FF2B5EF4-FFF2-40B4-BE49-F238E27FC236}">
                <a16:creationId xmlns:a16="http://schemas.microsoft.com/office/drawing/2014/main" id="{D7DC4BDC-767B-4309-A965-30CE7B81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60000"/>
            <a:ext cx="14400000" cy="9954001"/>
          </a:xfrm>
          <a:custGeom xmlns:a="http://schemas.openxmlformats.org/drawingml/2006/main">
            <a:pathLst>
              <a:path w="14400000" h="9954001">
                <a:moveTo>
                  <a:pt x="0" y="9954001"/>
                </a:moveTo>
                <a:lnTo>
                  <a:pt x="14400000" y="9954001"/>
                </a:lnTo>
                <a:lnTo>
                  <a:pt x="144000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3-vector-3">
            <a:extLst xmlns:a="http://schemas.openxmlformats.org/drawingml/2006/main">
              <a:ext uri="{FF2B5EF4-FFF2-40B4-BE49-F238E27FC236}">
                <a16:creationId xmlns:a16="http://schemas.microsoft.com/office/drawing/2014/main" id="{44E83594-0991-44B2-9C1A-F5D33A43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540000"/>
            <a:ext cx="13824000" cy="860869"/>
          </a:xfrm>
          <a:custGeom xmlns:a="http://schemas.openxmlformats.org/drawingml/2006/main">
            <a:pathLst>
              <a:path w="13824000" h="860869">
                <a:moveTo>
                  <a:pt x="0" y="841819"/>
                </a:moveTo>
                <a:lnTo>
                  <a:pt x="13824000" y="841819"/>
                </a:lnTo>
                <a:lnTo>
                  <a:pt x="13824000" y="0"/>
                </a:lnTo>
                <a:lnTo>
                  <a:pt x="0" y="0"/>
                </a:lnTo>
                <a:close/>
                <a:moveTo>
                  <a:pt x="0" y="0"/>
                </a:moveTo>
                <a:lnTo>
                  <a:pt x="13824000" y="0"/>
                </a:lnTo>
                <a:lnTo>
                  <a:pt x="13824000" y="860869"/>
                </a:lnTo>
                <a:lnTo>
                  <a:pt x="0" y="860869"/>
                </a:lnTo>
                <a:close/>
              </a:path>
            </a:pathLst>
          </a:custGeom>
          <a:solidFill xmlns:a="http://schemas.openxmlformats.org/drawingml/2006/main">
            <a:srgbClr val="193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3-vector-4">
            <a:extLst xmlns:a="http://schemas.openxmlformats.org/drawingml/2006/main">
              <a:ext uri="{FF2B5EF4-FFF2-40B4-BE49-F238E27FC236}">
                <a16:creationId xmlns:a16="http://schemas.microsoft.com/office/drawing/2014/main" id="{D5ED490E-2840-4697-914C-98E39A3E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2343130"/>
            <a:ext cx="6214364" cy="5964840"/>
          </a:xfrm>
          <a:custGeom xmlns:a="http://schemas.openxmlformats.org/drawingml/2006/main">
            <a:pathLst>
              <a:path w="6214364" h="5964840">
                <a:moveTo>
                  <a:pt x="0" y="5964840"/>
                </a:moveTo>
                <a:lnTo>
                  <a:pt x="6214364" y="5964840"/>
                </a:lnTo>
                <a:lnTo>
                  <a:pt x="621436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3-vector-5">
            <a:extLst xmlns:a="http://schemas.openxmlformats.org/drawingml/2006/main">
              <a:ext uri="{FF2B5EF4-FFF2-40B4-BE49-F238E27FC236}">
                <a16:creationId xmlns:a16="http://schemas.microsoft.com/office/drawing/2014/main" id="{D5A71588-F271-4DA4-93E5-146EE2CC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2343130"/>
            <a:ext cx="6214364" cy="5964840"/>
          </a:xfrm>
          <a:custGeom xmlns:a="http://schemas.openxmlformats.org/drawingml/2006/main">
            <a:pathLst>
              <a:path w="6214364" h="5964840">
                <a:moveTo>
                  <a:pt x="76200" y="9525"/>
                </a:moveTo>
                <a:cubicBezTo>
                  <a:pt x="39529" y="9525"/>
                  <a:pt x="9525" y="39529"/>
                  <a:pt x="9525" y="76200"/>
                </a:cubicBezTo>
                <a:lnTo>
                  <a:pt x="9525" y="5888640"/>
                </a:lnTo>
                <a:cubicBezTo>
                  <a:pt x="9525" y="5925313"/>
                  <a:pt x="39529" y="5955315"/>
                  <a:pt x="76200" y="5955315"/>
                </a:cubicBezTo>
                <a:lnTo>
                  <a:pt x="6138164" y="5955315"/>
                </a:lnTo>
                <a:cubicBezTo>
                  <a:pt x="6174835" y="5955315"/>
                  <a:pt x="6204839" y="5925313"/>
                  <a:pt x="6204839" y="5888640"/>
                </a:cubicBezTo>
                <a:lnTo>
                  <a:pt x="6204839" y="76200"/>
                </a:lnTo>
                <a:cubicBezTo>
                  <a:pt x="6204839" y="39529"/>
                  <a:pt x="6174835" y="9525"/>
                  <a:pt x="6138164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6138164" y="0"/>
                </a:lnTo>
                <a:cubicBezTo>
                  <a:pt x="6180074" y="0"/>
                  <a:pt x="6214364" y="34290"/>
                  <a:pt x="6214364" y="76200"/>
                </a:cubicBezTo>
                <a:lnTo>
                  <a:pt x="6214364" y="5888640"/>
                </a:lnTo>
                <a:cubicBezTo>
                  <a:pt x="6214364" y="5930551"/>
                  <a:pt x="6180074" y="5964840"/>
                  <a:pt x="6138164" y="5964840"/>
                </a:cubicBezTo>
                <a:lnTo>
                  <a:pt x="76200" y="5964840"/>
                </a:lnTo>
                <a:cubicBezTo>
                  <a:pt x="34290" y="5964840"/>
                  <a:pt x="0" y="5930551"/>
                  <a:pt x="0" y="5888640"/>
                </a:cubicBezTo>
                <a:lnTo>
                  <a:pt x="0" y="76200"/>
                </a:lnTo>
                <a:cubicBezTo>
                  <a:pt x="0" y="34290"/>
                  <a:pt x="34290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3-vector-18">
            <a:extLst xmlns:a="http://schemas.openxmlformats.org/drawingml/2006/main">
              <a:ext uri="{FF2B5EF4-FFF2-40B4-BE49-F238E27FC236}">
                <a16:creationId xmlns:a16="http://schemas.microsoft.com/office/drawing/2014/main" id="{5DD14B02-759B-46EF-B1BC-6BA9D147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6279098"/>
            <a:ext cx="5966714" cy="716756"/>
          </a:xfrm>
          <a:custGeom xmlns:a="http://schemas.openxmlformats.org/drawingml/2006/main">
            <a:pathLst>
              <a:path w="5966714" h="716756">
                <a:moveTo>
                  <a:pt x="0" y="716756"/>
                </a:moveTo>
                <a:lnTo>
                  <a:pt x="5966714" y="716756"/>
                </a:lnTo>
                <a:lnTo>
                  <a:pt x="596671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3-vector-19">
            <a:extLst xmlns:a="http://schemas.openxmlformats.org/drawingml/2006/main">
              <a:ext uri="{FF2B5EF4-FFF2-40B4-BE49-F238E27FC236}">
                <a16:creationId xmlns:a16="http://schemas.microsoft.com/office/drawing/2014/main" id="{DD9B41FE-4F16-4957-A9EE-91777BBD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6995854"/>
            <a:ext cx="5966714" cy="655320"/>
          </a:xfrm>
          <a:custGeom xmlns:a="http://schemas.openxmlformats.org/drawingml/2006/main">
            <a:pathLst>
              <a:path w="5966714" h="655320">
                <a:moveTo>
                  <a:pt x="0" y="655320"/>
                </a:moveTo>
                <a:lnTo>
                  <a:pt x="5966714" y="655320"/>
                </a:lnTo>
                <a:lnTo>
                  <a:pt x="596671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3-vector-20">
            <a:extLst xmlns:a="http://schemas.openxmlformats.org/drawingml/2006/main">
              <a:ext uri="{FF2B5EF4-FFF2-40B4-BE49-F238E27FC236}">
                <a16:creationId xmlns:a16="http://schemas.microsoft.com/office/drawing/2014/main" id="{0CEF3102-6DCB-4501-80F6-00E35EDD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764" y="2343130"/>
            <a:ext cx="7457236" cy="5964840"/>
          </a:xfrm>
          <a:custGeom xmlns:a="http://schemas.openxmlformats.org/drawingml/2006/main">
            <a:pathLst>
              <a:path w="7457236" h="5964840">
                <a:moveTo>
                  <a:pt x="0" y="5964840"/>
                </a:moveTo>
                <a:lnTo>
                  <a:pt x="7457236" y="5964840"/>
                </a:lnTo>
                <a:lnTo>
                  <a:pt x="74572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3-vector-21">
            <a:extLst xmlns:a="http://schemas.openxmlformats.org/drawingml/2006/main">
              <a:ext uri="{FF2B5EF4-FFF2-40B4-BE49-F238E27FC236}">
                <a16:creationId xmlns:a16="http://schemas.microsoft.com/office/drawing/2014/main" id="{CDDD7D85-FEBD-4EF6-A20A-0285B565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764" y="2343130"/>
            <a:ext cx="7457236" cy="5964840"/>
          </a:xfrm>
          <a:custGeom xmlns:a="http://schemas.openxmlformats.org/drawingml/2006/main">
            <a:pathLst>
              <a:path w="7457236" h="5964840">
                <a:moveTo>
                  <a:pt x="76200" y="9525"/>
                </a:moveTo>
                <a:cubicBezTo>
                  <a:pt x="39529" y="9525"/>
                  <a:pt x="9525" y="39529"/>
                  <a:pt x="9525" y="76200"/>
                </a:cubicBezTo>
                <a:lnTo>
                  <a:pt x="9525" y="5888640"/>
                </a:lnTo>
                <a:cubicBezTo>
                  <a:pt x="9525" y="5925313"/>
                  <a:pt x="39529" y="5955315"/>
                  <a:pt x="76200" y="5955315"/>
                </a:cubicBezTo>
                <a:lnTo>
                  <a:pt x="7381036" y="5955315"/>
                </a:lnTo>
                <a:cubicBezTo>
                  <a:pt x="7417707" y="5955315"/>
                  <a:pt x="7447711" y="5925313"/>
                  <a:pt x="7447711" y="5888640"/>
                </a:cubicBezTo>
                <a:lnTo>
                  <a:pt x="7447711" y="76200"/>
                </a:lnTo>
                <a:cubicBezTo>
                  <a:pt x="7447711" y="39529"/>
                  <a:pt x="7417707" y="9525"/>
                  <a:pt x="7381036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7381036" y="0"/>
                </a:lnTo>
                <a:cubicBezTo>
                  <a:pt x="7422945" y="0"/>
                  <a:pt x="7457236" y="34290"/>
                  <a:pt x="7457236" y="76200"/>
                </a:cubicBezTo>
                <a:lnTo>
                  <a:pt x="7457236" y="5888640"/>
                </a:lnTo>
                <a:cubicBezTo>
                  <a:pt x="7457236" y="5930551"/>
                  <a:pt x="7422945" y="5964840"/>
                  <a:pt x="7381036" y="5964840"/>
                </a:cubicBezTo>
                <a:lnTo>
                  <a:pt x="76200" y="5964840"/>
                </a:lnTo>
                <a:cubicBezTo>
                  <a:pt x="34289" y="5964840"/>
                  <a:pt x="0" y="5930551"/>
                  <a:pt x="0" y="5888640"/>
                </a:cubicBezTo>
                <a:lnTo>
                  <a:pt x="0" y="76200"/>
                </a:lnTo>
                <a:cubicBezTo>
                  <a:pt x="0" y="34290"/>
                  <a:pt x="34289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3-vector-22">
            <a:extLst xmlns:a="http://schemas.openxmlformats.org/drawingml/2006/main">
              <a:ext uri="{FF2B5EF4-FFF2-40B4-BE49-F238E27FC236}">
                <a16:creationId xmlns:a16="http://schemas.microsoft.com/office/drawing/2014/main" id="{C11F2CB0-728E-4314-854D-B79915B4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8203" y="2485529"/>
            <a:ext cx="1219972" cy="214313"/>
          </a:xfrm>
          <a:custGeom xmlns:a="http://schemas.openxmlformats.org/drawingml/2006/main">
            <a:pathLst>
              <a:path w="1219972" h="214313">
                <a:moveTo>
                  <a:pt x="0" y="214313"/>
                </a:moveTo>
                <a:lnTo>
                  <a:pt x="1219972" y="214313"/>
                </a:lnTo>
                <a:lnTo>
                  <a:pt x="12199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3-vector-23">
            <a:extLst xmlns:a="http://schemas.openxmlformats.org/drawingml/2006/main">
              <a:ext uri="{FF2B5EF4-FFF2-40B4-BE49-F238E27FC236}">
                <a16:creationId xmlns:a16="http://schemas.microsoft.com/office/drawing/2014/main" id="{63698EE4-6CA9-4B8E-BB83-485C0258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8203" y="2485529"/>
            <a:ext cx="1219972" cy="214313"/>
          </a:xfrm>
          <a:custGeom xmlns:a="http://schemas.openxmlformats.org/drawingml/2006/main">
            <a:pathLst>
              <a:path w="1219972" h="214313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9"/>
                  <a:pt x="22383" y="204788"/>
                  <a:pt x="38100" y="204788"/>
                </a:cubicBezTo>
                <a:lnTo>
                  <a:pt x="1181872" y="204788"/>
                </a:lnTo>
                <a:cubicBezTo>
                  <a:pt x="1197587" y="204788"/>
                  <a:pt x="1210447" y="191929"/>
                  <a:pt x="1210447" y="176213"/>
                </a:cubicBezTo>
                <a:lnTo>
                  <a:pt x="1210447" y="38100"/>
                </a:lnTo>
                <a:cubicBezTo>
                  <a:pt x="1210447" y="22384"/>
                  <a:pt x="1197587" y="9525"/>
                  <a:pt x="1181872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1181872" y="0"/>
                </a:lnTo>
                <a:cubicBezTo>
                  <a:pt x="1202826" y="0"/>
                  <a:pt x="1219972" y="17145"/>
                  <a:pt x="1219972" y="38100"/>
                </a:cubicBezTo>
                <a:lnTo>
                  <a:pt x="1219972" y="176213"/>
                </a:lnTo>
                <a:cubicBezTo>
                  <a:pt x="1219972" y="197167"/>
                  <a:pt x="1202826" y="214313"/>
                  <a:pt x="1181872" y="214313"/>
                </a:cubicBezTo>
                <a:lnTo>
                  <a:pt x="38100" y="214313"/>
                </a:lnTo>
                <a:cubicBezTo>
                  <a:pt x="17145" y="214313"/>
                  <a:pt x="0" y="197167"/>
                  <a:pt x="0" y="176213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3-vector-88">
            <a:extLst xmlns:a="http://schemas.openxmlformats.org/drawingml/2006/main">
              <a:ext uri="{FF2B5EF4-FFF2-40B4-BE49-F238E27FC236}">
                <a16:creationId xmlns:a16="http://schemas.microsoft.com/office/drawing/2014/main" id="{D2A232EE-58A7-4571-87F0-D8953E00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89" y="7250695"/>
            <a:ext cx="7209586" cy="695325"/>
          </a:xfrm>
          <a:custGeom xmlns:a="http://schemas.openxmlformats.org/drawingml/2006/main">
            <a:pathLst>
              <a:path w="7209586" h="695325">
                <a:moveTo>
                  <a:pt x="0" y="695325"/>
                </a:moveTo>
                <a:lnTo>
                  <a:pt x="7209586" y="695325"/>
                </a:lnTo>
                <a:lnTo>
                  <a:pt x="720958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3-vector-89">
            <a:extLst xmlns:a="http://schemas.openxmlformats.org/drawingml/2006/main">
              <a:ext uri="{FF2B5EF4-FFF2-40B4-BE49-F238E27FC236}">
                <a16:creationId xmlns:a16="http://schemas.microsoft.com/office/drawing/2014/main" id="{B1C70F4B-A2EC-423B-9F9E-30C11E09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8403220"/>
            <a:ext cx="6214364" cy="1541146"/>
          </a:xfrm>
          <a:custGeom xmlns:a="http://schemas.openxmlformats.org/drawingml/2006/main">
            <a:pathLst>
              <a:path w="6214364" h="1541146">
                <a:moveTo>
                  <a:pt x="0" y="1541146"/>
                </a:moveTo>
                <a:lnTo>
                  <a:pt x="6214364" y="1541146"/>
                </a:lnTo>
                <a:lnTo>
                  <a:pt x="621436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3-vector-90">
            <a:extLst xmlns:a="http://schemas.openxmlformats.org/drawingml/2006/main">
              <a:ext uri="{FF2B5EF4-FFF2-40B4-BE49-F238E27FC236}">
                <a16:creationId xmlns:a16="http://schemas.microsoft.com/office/drawing/2014/main" id="{D7EB05A1-235F-4C10-A759-2AA818DB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8403220"/>
            <a:ext cx="6214364" cy="1541146"/>
          </a:xfrm>
          <a:custGeom xmlns:a="http://schemas.openxmlformats.org/drawingml/2006/main">
            <a:pathLst>
              <a:path w="6214364" h="1541146">
                <a:moveTo>
                  <a:pt x="76200" y="9525"/>
                </a:moveTo>
                <a:cubicBezTo>
                  <a:pt x="39529" y="9525"/>
                  <a:pt x="9525" y="39529"/>
                  <a:pt x="9525" y="76200"/>
                </a:cubicBezTo>
                <a:lnTo>
                  <a:pt x="9525" y="1464946"/>
                </a:lnTo>
                <a:cubicBezTo>
                  <a:pt x="9525" y="1501617"/>
                  <a:pt x="39529" y="1531621"/>
                  <a:pt x="76200" y="1531621"/>
                </a:cubicBezTo>
                <a:lnTo>
                  <a:pt x="6138164" y="1531621"/>
                </a:lnTo>
                <a:cubicBezTo>
                  <a:pt x="6174835" y="1531621"/>
                  <a:pt x="6204839" y="1501617"/>
                  <a:pt x="6204839" y="1464946"/>
                </a:cubicBezTo>
                <a:lnTo>
                  <a:pt x="6204839" y="76200"/>
                </a:lnTo>
                <a:cubicBezTo>
                  <a:pt x="6204839" y="39529"/>
                  <a:pt x="6174835" y="9525"/>
                  <a:pt x="6138164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6138164" y="0"/>
                </a:lnTo>
                <a:cubicBezTo>
                  <a:pt x="6180074" y="0"/>
                  <a:pt x="6214364" y="34291"/>
                  <a:pt x="6214364" y="76200"/>
                </a:cubicBezTo>
                <a:lnTo>
                  <a:pt x="6214364" y="1464946"/>
                </a:lnTo>
                <a:cubicBezTo>
                  <a:pt x="6214364" y="1506855"/>
                  <a:pt x="6180074" y="1541146"/>
                  <a:pt x="6138164" y="1541146"/>
                </a:cubicBezTo>
                <a:lnTo>
                  <a:pt x="76200" y="1541146"/>
                </a:lnTo>
                <a:cubicBezTo>
                  <a:pt x="34290" y="1541146"/>
                  <a:pt x="0" y="1506855"/>
                  <a:pt x="0" y="1464946"/>
                </a:cubicBezTo>
                <a:lnTo>
                  <a:pt x="0" y="76200"/>
                </a:lnTo>
                <a:cubicBezTo>
                  <a:pt x="0" y="34291"/>
                  <a:pt x="34290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3-vector-94">
            <a:extLst xmlns:a="http://schemas.openxmlformats.org/drawingml/2006/main">
              <a:ext uri="{FF2B5EF4-FFF2-40B4-BE49-F238E27FC236}">
                <a16:creationId xmlns:a16="http://schemas.microsoft.com/office/drawing/2014/main" id="{F9617AC7-02AF-4DC1-A0D8-CB7BC4C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764" y="8403220"/>
            <a:ext cx="7457236" cy="1541146"/>
          </a:xfrm>
          <a:custGeom xmlns:a="http://schemas.openxmlformats.org/drawingml/2006/main">
            <a:pathLst>
              <a:path w="7457236" h="1541146">
                <a:moveTo>
                  <a:pt x="0" y="1541146"/>
                </a:moveTo>
                <a:lnTo>
                  <a:pt x="7457236" y="1541146"/>
                </a:lnTo>
                <a:lnTo>
                  <a:pt x="74572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3-vector-95">
            <a:extLst xmlns:a="http://schemas.openxmlformats.org/drawingml/2006/main">
              <a:ext uri="{FF2B5EF4-FFF2-40B4-BE49-F238E27FC236}">
                <a16:creationId xmlns:a16="http://schemas.microsoft.com/office/drawing/2014/main" id="{E1E14C3E-BF2D-4105-8860-73E46ABE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764" y="8403220"/>
            <a:ext cx="7457236" cy="1541146"/>
          </a:xfrm>
          <a:custGeom xmlns:a="http://schemas.openxmlformats.org/drawingml/2006/main">
            <a:pathLst>
              <a:path w="7457236" h="1541146">
                <a:moveTo>
                  <a:pt x="76200" y="9525"/>
                </a:moveTo>
                <a:cubicBezTo>
                  <a:pt x="39529" y="9525"/>
                  <a:pt x="9525" y="39529"/>
                  <a:pt x="9525" y="76200"/>
                </a:cubicBezTo>
                <a:lnTo>
                  <a:pt x="9525" y="1464946"/>
                </a:lnTo>
                <a:cubicBezTo>
                  <a:pt x="9525" y="1501617"/>
                  <a:pt x="39529" y="1531621"/>
                  <a:pt x="76200" y="1531621"/>
                </a:cubicBezTo>
                <a:lnTo>
                  <a:pt x="7381036" y="1531621"/>
                </a:lnTo>
                <a:cubicBezTo>
                  <a:pt x="7417707" y="1531621"/>
                  <a:pt x="7447711" y="1501617"/>
                  <a:pt x="7447711" y="1464946"/>
                </a:cubicBezTo>
                <a:lnTo>
                  <a:pt x="7447711" y="76200"/>
                </a:lnTo>
                <a:cubicBezTo>
                  <a:pt x="7447711" y="39529"/>
                  <a:pt x="7417707" y="9525"/>
                  <a:pt x="7381036" y="9525"/>
                </a:cubicBezTo>
                <a:lnTo>
                  <a:pt x="76200" y="9525"/>
                </a:lnTo>
                <a:close/>
                <a:moveTo>
                  <a:pt x="76200" y="0"/>
                </a:moveTo>
                <a:lnTo>
                  <a:pt x="7381036" y="0"/>
                </a:lnTo>
                <a:cubicBezTo>
                  <a:pt x="7422945" y="0"/>
                  <a:pt x="7457236" y="34291"/>
                  <a:pt x="7457236" y="76200"/>
                </a:cubicBezTo>
                <a:lnTo>
                  <a:pt x="7457236" y="1464946"/>
                </a:lnTo>
                <a:cubicBezTo>
                  <a:pt x="7457236" y="1506855"/>
                  <a:pt x="7422945" y="1541146"/>
                  <a:pt x="7381036" y="1541146"/>
                </a:cubicBezTo>
                <a:lnTo>
                  <a:pt x="76200" y="1541146"/>
                </a:lnTo>
                <a:cubicBezTo>
                  <a:pt x="34289" y="1541146"/>
                  <a:pt x="0" y="1506855"/>
                  <a:pt x="0" y="1464946"/>
                </a:cubicBezTo>
                <a:lnTo>
                  <a:pt x="0" y="76200"/>
                </a:lnTo>
                <a:cubicBezTo>
                  <a:pt x="0" y="34291"/>
                  <a:pt x="34289" y="0"/>
                  <a:pt x="76200" y="0"/>
                </a:cubicBezTo>
              </a:path>
            </a:pathLst>
          </a:custGeom>
          <a:solidFill xmlns:a="http://schemas.openxmlformats.org/drawingml/2006/main">
            <a:srgbClr val="D4E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3-vector-99">
            <a:extLst xmlns:a="http://schemas.openxmlformats.org/drawingml/2006/main">
              <a:ext uri="{FF2B5EF4-FFF2-40B4-BE49-F238E27FC236}">
                <a16:creationId xmlns:a16="http://schemas.microsoft.com/office/drawing/2014/main" id="{9A3100B1-39B7-4DD0-BA0F-35F79946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653" y="4204315"/>
            <a:ext cx="551808" cy="198596"/>
          </a:xfrm>
          <a:custGeom xmlns:a="http://schemas.openxmlformats.org/drawingml/2006/main">
            <a:pathLst>
              <a:path w="551808" h="198596">
                <a:moveTo>
                  <a:pt x="0" y="198596"/>
                </a:moveTo>
                <a:lnTo>
                  <a:pt x="551808" y="198596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ge3-vector-100">
            <a:extLst xmlns:a="http://schemas.openxmlformats.org/drawingml/2006/main">
              <a:ext uri="{FF2B5EF4-FFF2-40B4-BE49-F238E27FC236}">
                <a16:creationId xmlns:a16="http://schemas.microsoft.com/office/drawing/2014/main" id="{447EBA43-1121-4BA7-8218-2C7701F9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653" y="4204315"/>
            <a:ext cx="551808" cy="198596"/>
          </a:xfrm>
          <a:custGeom xmlns:a="http://schemas.openxmlformats.org/drawingml/2006/main">
            <a:pathLst>
              <a:path w="551808" h="198596">
                <a:moveTo>
                  <a:pt x="38100" y="9525"/>
                </a:moveTo>
                <a:cubicBezTo>
                  <a:pt x="22384" y="9525"/>
                  <a:pt x="9525" y="22384"/>
                  <a:pt x="9525" y="38100"/>
                </a:cubicBezTo>
                <a:lnTo>
                  <a:pt x="9525" y="160496"/>
                </a:lnTo>
                <a:cubicBezTo>
                  <a:pt x="9525" y="176213"/>
                  <a:pt x="22384" y="189071"/>
                  <a:pt x="38100" y="189071"/>
                </a:cubicBezTo>
                <a:lnTo>
                  <a:pt x="513708" y="189071"/>
                </a:lnTo>
                <a:cubicBezTo>
                  <a:pt x="529424" y="189071"/>
                  <a:pt x="542283" y="176213"/>
                  <a:pt x="542283" y="160496"/>
                </a:cubicBezTo>
                <a:lnTo>
                  <a:pt x="542283" y="38100"/>
                </a:lnTo>
                <a:cubicBezTo>
                  <a:pt x="542283" y="22384"/>
                  <a:pt x="529424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3" y="0"/>
                  <a:pt x="551808" y="17145"/>
                  <a:pt x="551808" y="38100"/>
                </a:cubicBezTo>
                <a:lnTo>
                  <a:pt x="551808" y="160496"/>
                </a:lnTo>
                <a:cubicBezTo>
                  <a:pt x="551808" y="181451"/>
                  <a:pt x="534663" y="198596"/>
                  <a:pt x="513708" y="198596"/>
                </a:cubicBezTo>
                <a:lnTo>
                  <a:pt x="38100" y="198596"/>
                </a:lnTo>
                <a:cubicBezTo>
                  <a:pt x="17145" y="198596"/>
                  <a:pt x="0" y="181451"/>
                  <a:pt x="0" y="160496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3-vector-101">
            <a:extLst xmlns:a="http://schemas.openxmlformats.org/drawingml/2006/main">
              <a:ext uri="{FF2B5EF4-FFF2-40B4-BE49-F238E27FC236}">
                <a16:creationId xmlns:a16="http://schemas.microsoft.com/office/drawing/2014/main" id="{B7AE33B2-2C09-4027-A680-E9DE8C73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567" y="5549721"/>
            <a:ext cx="551808" cy="209074"/>
          </a:xfrm>
          <a:custGeom xmlns:a="http://schemas.openxmlformats.org/drawingml/2006/main">
            <a:pathLst>
              <a:path w="551808" h="209074">
                <a:moveTo>
                  <a:pt x="0" y="209074"/>
                </a:moveTo>
                <a:lnTo>
                  <a:pt x="551808" y="209074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3-vector-102">
            <a:extLst xmlns:a="http://schemas.openxmlformats.org/drawingml/2006/main">
              <a:ext uri="{FF2B5EF4-FFF2-40B4-BE49-F238E27FC236}">
                <a16:creationId xmlns:a16="http://schemas.microsoft.com/office/drawing/2014/main" id="{BA916D15-E941-463E-B4B7-8BCFDD0E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567" y="5549721"/>
            <a:ext cx="551808" cy="209074"/>
          </a:xfrm>
          <a:custGeom xmlns:a="http://schemas.openxmlformats.org/drawingml/2006/main">
            <a:pathLst>
              <a:path w="551808" h="209074">
                <a:moveTo>
                  <a:pt x="38100" y="9525"/>
                </a:moveTo>
                <a:cubicBezTo>
                  <a:pt x="22384" y="9525"/>
                  <a:pt x="9525" y="22384"/>
                  <a:pt x="9525" y="38100"/>
                </a:cubicBezTo>
                <a:lnTo>
                  <a:pt x="9525" y="170974"/>
                </a:lnTo>
                <a:cubicBezTo>
                  <a:pt x="9525" y="186691"/>
                  <a:pt x="22384" y="199549"/>
                  <a:pt x="38100" y="199549"/>
                </a:cubicBezTo>
                <a:lnTo>
                  <a:pt x="513708" y="199549"/>
                </a:lnTo>
                <a:cubicBezTo>
                  <a:pt x="529424" y="199549"/>
                  <a:pt x="542283" y="186691"/>
                  <a:pt x="542283" y="170974"/>
                </a:cubicBezTo>
                <a:lnTo>
                  <a:pt x="542283" y="38100"/>
                </a:lnTo>
                <a:cubicBezTo>
                  <a:pt x="542283" y="22384"/>
                  <a:pt x="529424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3" y="0"/>
                  <a:pt x="551808" y="17145"/>
                  <a:pt x="551808" y="38100"/>
                </a:cubicBezTo>
                <a:lnTo>
                  <a:pt x="551808" y="170974"/>
                </a:lnTo>
                <a:cubicBezTo>
                  <a:pt x="551808" y="191929"/>
                  <a:pt x="534663" y="209074"/>
                  <a:pt x="513708" y="209074"/>
                </a:cubicBezTo>
                <a:lnTo>
                  <a:pt x="38100" y="209074"/>
                </a:lnTo>
                <a:cubicBezTo>
                  <a:pt x="17145" y="209074"/>
                  <a:pt x="0" y="191929"/>
                  <a:pt x="0" y="170974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ge3-vector-103">
            <a:extLst xmlns:a="http://schemas.openxmlformats.org/drawingml/2006/main">
              <a:ext uri="{FF2B5EF4-FFF2-40B4-BE49-F238E27FC236}">
                <a16:creationId xmlns:a16="http://schemas.microsoft.com/office/drawing/2014/main" id="{CB7B5D87-564F-4138-9BAC-E0FB6493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371" y="5993824"/>
            <a:ext cx="551808" cy="209074"/>
          </a:xfrm>
          <a:custGeom xmlns:a="http://schemas.openxmlformats.org/drawingml/2006/main">
            <a:pathLst>
              <a:path w="551808" h="209074">
                <a:moveTo>
                  <a:pt x="0" y="209074"/>
                </a:moveTo>
                <a:lnTo>
                  <a:pt x="551808" y="209074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3-vector-104">
            <a:extLst xmlns:a="http://schemas.openxmlformats.org/drawingml/2006/main">
              <a:ext uri="{FF2B5EF4-FFF2-40B4-BE49-F238E27FC236}">
                <a16:creationId xmlns:a16="http://schemas.microsoft.com/office/drawing/2014/main" id="{92FD7B15-A363-4D37-8AC8-027235E5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371" y="5993824"/>
            <a:ext cx="551808" cy="209074"/>
          </a:xfrm>
          <a:custGeom xmlns:a="http://schemas.openxmlformats.org/drawingml/2006/main">
            <a:pathLst>
              <a:path w="551808" h="209074">
                <a:moveTo>
                  <a:pt x="38100" y="9525"/>
                </a:moveTo>
                <a:cubicBezTo>
                  <a:pt x="22384" y="9525"/>
                  <a:pt x="9525" y="22384"/>
                  <a:pt x="9525" y="38100"/>
                </a:cubicBezTo>
                <a:lnTo>
                  <a:pt x="9525" y="170974"/>
                </a:lnTo>
                <a:cubicBezTo>
                  <a:pt x="9525" y="186691"/>
                  <a:pt x="22384" y="199549"/>
                  <a:pt x="38100" y="199549"/>
                </a:cubicBezTo>
                <a:lnTo>
                  <a:pt x="513708" y="199549"/>
                </a:lnTo>
                <a:cubicBezTo>
                  <a:pt x="529424" y="199549"/>
                  <a:pt x="542283" y="186691"/>
                  <a:pt x="542283" y="170974"/>
                </a:cubicBezTo>
                <a:lnTo>
                  <a:pt x="542283" y="38100"/>
                </a:lnTo>
                <a:cubicBezTo>
                  <a:pt x="542283" y="22384"/>
                  <a:pt x="529424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3" y="0"/>
                  <a:pt x="551808" y="17145"/>
                  <a:pt x="551808" y="38100"/>
                </a:cubicBezTo>
                <a:lnTo>
                  <a:pt x="551808" y="170974"/>
                </a:lnTo>
                <a:cubicBezTo>
                  <a:pt x="551808" y="191929"/>
                  <a:pt x="534663" y="209074"/>
                  <a:pt x="513708" y="209074"/>
                </a:cubicBezTo>
                <a:lnTo>
                  <a:pt x="38100" y="209074"/>
                </a:lnTo>
                <a:cubicBezTo>
                  <a:pt x="17145" y="209074"/>
                  <a:pt x="0" y="191929"/>
                  <a:pt x="0" y="170974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3-vector-105">
            <a:extLst xmlns:a="http://schemas.openxmlformats.org/drawingml/2006/main">
              <a:ext uri="{FF2B5EF4-FFF2-40B4-BE49-F238E27FC236}">
                <a16:creationId xmlns:a16="http://schemas.microsoft.com/office/drawing/2014/main" id="{15D5971A-7312-4840-9204-9F8DC4A3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882" y="5993824"/>
            <a:ext cx="551808" cy="209074"/>
          </a:xfrm>
          <a:custGeom xmlns:a="http://schemas.openxmlformats.org/drawingml/2006/main">
            <a:pathLst>
              <a:path w="551808" h="209074">
                <a:moveTo>
                  <a:pt x="0" y="209074"/>
                </a:moveTo>
                <a:lnTo>
                  <a:pt x="551808" y="209074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ge3-vector-106">
            <a:extLst xmlns:a="http://schemas.openxmlformats.org/drawingml/2006/main">
              <a:ext uri="{FF2B5EF4-FFF2-40B4-BE49-F238E27FC236}">
                <a16:creationId xmlns:a16="http://schemas.microsoft.com/office/drawing/2014/main" id="{97563B57-259F-4587-B693-F1C03D1C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882" y="5993824"/>
            <a:ext cx="551808" cy="209074"/>
          </a:xfrm>
          <a:custGeom xmlns:a="http://schemas.openxmlformats.org/drawingml/2006/main">
            <a:pathLst>
              <a:path w="551808" h="209074">
                <a:moveTo>
                  <a:pt x="38100" y="9525"/>
                </a:moveTo>
                <a:cubicBezTo>
                  <a:pt x="22384" y="9525"/>
                  <a:pt x="9525" y="22384"/>
                  <a:pt x="9525" y="38100"/>
                </a:cubicBezTo>
                <a:lnTo>
                  <a:pt x="9525" y="170974"/>
                </a:lnTo>
                <a:cubicBezTo>
                  <a:pt x="9525" y="186691"/>
                  <a:pt x="22384" y="199549"/>
                  <a:pt x="38100" y="199549"/>
                </a:cubicBezTo>
                <a:lnTo>
                  <a:pt x="513708" y="199549"/>
                </a:lnTo>
                <a:cubicBezTo>
                  <a:pt x="529425" y="199549"/>
                  <a:pt x="542283" y="186691"/>
                  <a:pt x="542283" y="170974"/>
                </a:cubicBezTo>
                <a:lnTo>
                  <a:pt x="542283" y="38100"/>
                </a:lnTo>
                <a:cubicBezTo>
                  <a:pt x="542283" y="22384"/>
                  <a:pt x="529425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3" y="0"/>
                  <a:pt x="551808" y="17145"/>
                  <a:pt x="551808" y="38100"/>
                </a:cubicBezTo>
                <a:lnTo>
                  <a:pt x="551808" y="170974"/>
                </a:lnTo>
                <a:cubicBezTo>
                  <a:pt x="551808" y="191929"/>
                  <a:pt x="534663" y="209074"/>
                  <a:pt x="513708" y="209074"/>
                </a:cubicBezTo>
                <a:lnTo>
                  <a:pt x="38100" y="209074"/>
                </a:lnTo>
                <a:cubicBezTo>
                  <a:pt x="17145" y="209074"/>
                  <a:pt x="0" y="191929"/>
                  <a:pt x="0" y="170974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3-vector-107">
            <a:extLst xmlns:a="http://schemas.openxmlformats.org/drawingml/2006/main">
              <a:ext uri="{FF2B5EF4-FFF2-40B4-BE49-F238E27FC236}">
                <a16:creationId xmlns:a16="http://schemas.microsoft.com/office/drawing/2014/main" id="{2A3D5B4C-6013-4A2F-BD50-7A94A4BF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20" y="6705342"/>
            <a:ext cx="551808" cy="214313"/>
          </a:xfrm>
          <a:custGeom xmlns:a="http://schemas.openxmlformats.org/drawingml/2006/main">
            <a:pathLst>
              <a:path w="551808" h="214313">
                <a:moveTo>
                  <a:pt x="0" y="214313"/>
                </a:moveTo>
                <a:lnTo>
                  <a:pt x="551808" y="214313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ge3-vector-108">
            <a:extLst xmlns:a="http://schemas.openxmlformats.org/drawingml/2006/main">
              <a:ext uri="{FF2B5EF4-FFF2-40B4-BE49-F238E27FC236}">
                <a16:creationId xmlns:a16="http://schemas.microsoft.com/office/drawing/2014/main" id="{81FB121E-EF94-4E78-A2CF-82C647DF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920" y="6705342"/>
            <a:ext cx="551808" cy="214313"/>
          </a:xfrm>
          <a:custGeom xmlns:a="http://schemas.openxmlformats.org/drawingml/2006/main">
            <a:pathLst>
              <a:path w="551808" h="214313">
                <a:moveTo>
                  <a:pt x="38100" y="9525"/>
                </a:moveTo>
                <a:cubicBezTo>
                  <a:pt x="22384" y="9525"/>
                  <a:pt x="9525" y="22384"/>
                  <a:pt x="9525" y="38100"/>
                </a:cubicBezTo>
                <a:lnTo>
                  <a:pt x="9525" y="176213"/>
                </a:lnTo>
                <a:cubicBezTo>
                  <a:pt x="9525" y="191929"/>
                  <a:pt x="22384" y="204788"/>
                  <a:pt x="38100" y="204788"/>
                </a:cubicBezTo>
                <a:lnTo>
                  <a:pt x="513708" y="204788"/>
                </a:lnTo>
                <a:cubicBezTo>
                  <a:pt x="529425" y="204788"/>
                  <a:pt x="542283" y="191929"/>
                  <a:pt x="542283" y="176213"/>
                </a:cubicBezTo>
                <a:lnTo>
                  <a:pt x="542283" y="38100"/>
                </a:lnTo>
                <a:cubicBezTo>
                  <a:pt x="542283" y="22384"/>
                  <a:pt x="529425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3" y="0"/>
                  <a:pt x="551808" y="17145"/>
                  <a:pt x="551808" y="38100"/>
                </a:cubicBezTo>
                <a:lnTo>
                  <a:pt x="551808" y="176213"/>
                </a:lnTo>
                <a:cubicBezTo>
                  <a:pt x="551808" y="197168"/>
                  <a:pt x="534663" y="214313"/>
                  <a:pt x="513708" y="214313"/>
                </a:cubicBezTo>
                <a:lnTo>
                  <a:pt x="38100" y="214313"/>
                </a:lnTo>
                <a:cubicBezTo>
                  <a:pt x="17145" y="214313"/>
                  <a:pt x="0" y="197168"/>
                  <a:pt x="0" y="176213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ge3-vector-109">
            <a:extLst xmlns:a="http://schemas.openxmlformats.org/drawingml/2006/main">
              <a:ext uri="{FF2B5EF4-FFF2-40B4-BE49-F238E27FC236}">
                <a16:creationId xmlns:a16="http://schemas.microsoft.com/office/drawing/2014/main" id="{EB20AE30-A8ED-401B-B9F1-B7890C31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697" y="7491202"/>
            <a:ext cx="551808" cy="214313"/>
          </a:xfrm>
          <a:custGeom xmlns:a="http://schemas.openxmlformats.org/drawingml/2006/main">
            <a:pathLst>
              <a:path w="551808" h="214313">
                <a:moveTo>
                  <a:pt x="0" y="214313"/>
                </a:moveTo>
                <a:lnTo>
                  <a:pt x="551808" y="214313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ge3-vector-110">
            <a:extLst xmlns:a="http://schemas.openxmlformats.org/drawingml/2006/main">
              <a:ext uri="{FF2B5EF4-FFF2-40B4-BE49-F238E27FC236}">
                <a16:creationId xmlns:a16="http://schemas.microsoft.com/office/drawing/2014/main" id="{984CCCC7-4C7C-4700-950B-E89768F6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697" y="7491202"/>
            <a:ext cx="551808" cy="214313"/>
          </a:xfrm>
          <a:custGeom xmlns:a="http://schemas.openxmlformats.org/drawingml/2006/main">
            <a:pathLst>
              <a:path w="551808" h="214313">
                <a:moveTo>
                  <a:pt x="38100" y="9525"/>
                </a:moveTo>
                <a:cubicBezTo>
                  <a:pt x="22383" y="9525"/>
                  <a:pt x="9525" y="22385"/>
                  <a:pt x="9525" y="38100"/>
                </a:cubicBezTo>
                <a:lnTo>
                  <a:pt x="9525" y="176213"/>
                </a:lnTo>
                <a:cubicBezTo>
                  <a:pt x="9525" y="191929"/>
                  <a:pt x="22383" y="204788"/>
                  <a:pt x="38100" y="204788"/>
                </a:cubicBezTo>
                <a:lnTo>
                  <a:pt x="513708" y="204788"/>
                </a:lnTo>
                <a:cubicBezTo>
                  <a:pt x="529423" y="204788"/>
                  <a:pt x="542283" y="191929"/>
                  <a:pt x="542283" y="176213"/>
                </a:cubicBezTo>
                <a:lnTo>
                  <a:pt x="542283" y="38100"/>
                </a:lnTo>
                <a:cubicBezTo>
                  <a:pt x="542283" y="22385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76213"/>
                </a:lnTo>
                <a:cubicBezTo>
                  <a:pt x="551808" y="197168"/>
                  <a:pt x="534662" y="214313"/>
                  <a:pt x="513708" y="214313"/>
                </a:cubicBezTo>
                <a:lnTo>
                  <a:pt x="38100" y="214313"/>
                </a:lnTo>
                <a:cubicBezTo>
                  <a:pt x="17145" y="214313"/>
                  <a:pt x="0" y="197168"/>
                  <a:pt x="0" y="176213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ge3-vector-111">
            <a:extLst xmlns:a="http://schemas.openxmlformats.org/drawingml/2006/main">
              <a:ext uri="{FF2B5EF4-FFF2-40B4-BE49-F238E27FC236}">
                <a16:creationId xmlns:a16="http://schemas.microsoft.com/office/drawing/2014/main" id="{91A4F20B-76C5-46C1-B14F-C4F7C1FD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496119"/>
            <a:ext cx="3370275" cy="761286"/>
          </a:xfrm>
          <a:custGeom xmlns:a="http://schemas.openxmlformats.org/drawingml/2006/main">
            <a:pathLst>
              <a:path w="3370275" h="761286">
                <a:moveTo>
                  <a:pt x="0" y="761286"/>
                </a:moveTo>
                <a:lnTo>
                  <a:pt x="3370275" y="761286"/>
                </a:lnTo>
                <a:lnTo>
                  <a:pt x="33702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3-vector-112">
            <a:extLst xmlns:a="http://schemas.openxmlformats.org/drawingml/2006/main">
              <a:ext uri="{FF2B5EF4-FFF2-40B4-BE49-F238E27FC236}">
                <a16:creationId xmlns:a16="http://schemas.microsoft.com/office/drawing/2014/main" id="{611770DF-3AD3-4DC9-B668-C38302F7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496119"/>
            <a:ext cx="3370275" cy="761286"/>
          </a:xfrm>
          <a:custGeom xmlns:a="http://schemas.openxmlformats.org/drawingml/2006/main">
            <a:pathLst>
              <a:path w="3370275" h="761286">
                <a:moveTo>
                  <a:pt x="66675" y="9525"/>
                </a:moveTo>
                <a:cubicBezTo>
                  <a:pt x="35243" y="9525"/>
                  <a:pt x="9525" y="35243"/>
                  <a:pt x="9525" y="66675"/>
                </a:cubicBezTo>
                <a:lnTo>
                  <a:pt x="9525" y="694611"/>
                </a:lnTo>
                <a:cubicBezTo>
                  <a:pt x="9525" y="726043"/>
                  <a:pt x="35243" y="751761"/>
                  <a:pt x="66675" y="751761"/>
                </a:cubicBezTo>
                <a:lnTo>
                  <a:pt x="3303600" y="751761"/>
                </a:lnTo>
                <a:cubicBezTo>
                  <a:pt x="3335032" y="751761"/>
                  <a:pt x="3360750" y="726043"/>
                  <a:pt x="3360750" y="694611"/>
                </a:cubicBezTo>
                <a:lnTo>
                  <a:pt x="3360750" y="66675"/>
                </a:lnTo>
                <a:cubicBezTo>
                  <a:pt x="3360750" y="35243"/>
                  <a:pt x="3335032" y="9525"/>
                  <a:pt x="3303600" y="9525"/>
                </a:cubicBezTo>
                <a:lnTo>
                  <a:pt x="66675" y="9525"/>
                </a:lnTo>
                <a:close/>
                <a:moveTo>
                  <a:pt x="66675" y="0"/>
                </a:moveTo>
                <a:lnTo>
                  <a:pt x="3303600" y="0"/>
                </a:lnTo>
                <a:cubicBezTo>
                  <a:pt x="3340271" y="0"/>
                  <a:pt x="3370275" y="30004"/>
                  <a:pt x="3370275" y="66675"/>
                </a:cubicBezTo>
                <a:lnTo>
                  <a:pt x="3370275" y="694611"/>
                </a:lnTo>
                <a:cubicBezTo>
                  <a:pt x="3370275" y="731282"/>
                  <a:pt x="3340271" y="761286"/>
                  <a:pt x="3303600" y="761286"/>
                </a:cubicBezTo>
                <a:lnTo>
                  <a:pt x="66675" y="761286"/>
                </a:lnTo>
                <a:cubicBezTo>
                  <a:pt x="30004" y="761286"/>
                  <a:pt x="0" y="731282"/>
                  <a:pt x="0" y="694611"/>
                </a:cubicBezTo>
                <a:lnTo>
                  <a:pt x="0" y="66675"/>
                </a:lnTo>
                <a:cubicBezTo>
                  <a:pt x="0" y="30004"/>
                  <a:pt x="30004" y="0"/>
                  <a:pt x="66675" y="0"/>
                </a:cubicBezTo>
              </a:path>
            </a:pathLst>
          </a:custGeom>
          <a:solidFill xmlns:a="http://schemas.openxmlformats.org/drawingml/2006/main">
            <a:srgbClr val="BF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ge3-vector-113">
            <a:extLst xmlns:a="http://schemas.openxmlformats.org/drawingml/2006/main">
              <a:ext uri="{FF2B5EF4-FFF2-40B4-BE49-F238E27FC236}">
                <a16:creationId xmlns:a16="http://schemas.microsoft.com/office/drawing/2014/main" id="{CFDF10B2-71D1-4D56-B4EF-08850A72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575" y="1496119"/>
            <a:ext cx="3370276" cy="761286"/>
          </a:xfrm>
          <a:custGeom xmlns:a="http://schemas.openxmlformats.org/drawingml/2006/main">
            <a:pathLst>
              <a:path w="3370276" h="761286">
                <a:moveTo>
                  <a:pt x="0" y="761286"/>
                </a:moveTo>
                <a:lnTo>
                  <a:pt x="3370276" y="761286"/>
                </a:lnTo>
                <a:lnTo>
                  <a:pt x="33702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ge3-vector-114">
            <a:extLst xmlns:a="http://schemas.openxmlformats.org/drawingml/2006/main">
              <a:ext uri="{FF2B5EF4-FFF2-40B4-BE49-F238E27FC236}">
                <a16:creationId xmlns:a16="http://schemas.microsoft.com/office/drawing/2014/main" id="{43012F2B-1AEA-4ED9-AF40-B831E1AB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575" y="1496119"/>
            <a:ext cx="3370276" cy="761286"/>
          </a:xfrm>
          <a:custGeom xmlns:a="http://schemas.openxmlformats.org/drawingml/2006/main">
            <a:pathLst>
              <a:path w="3370276" h="761286">
                <a:moveTo>
                  <a:pt x="66675" y="9525"/>
                </a:moveTo>
                <a:cubicBezTo>
                  <a:pt x="35242" y="9525"/>
                  <a:pt x="9525" y="35243"/>
                  <a:pt x="9525" y="66675"/>
                </a:cubicBezTo>
                <a:lnTo>
                  <a:pt x="9525" y="694611"/>
                </a:lnTo>
                <a:cubicBezTo>
                  <a:pt x="9525" y="726043"/>
                  <a:pt x="35242" y="751761"/>
                  <a:pt x="66675" y="751761"/>
                </a:cubicBezTo>
                <a:lnTo>
                  <a:pt x="3303601" y="751761"/>
                </a:lnTo>
                <a:cubicBezTo>
                  <a:pt x="3335033" y="751761"/>
                  <a:pt x="3360751" y="726043"/>
                  <a:pt x="3360751" y="694611"/>
                </a:cubicBezTo>
                <a:lnTo>
                  <a:pt x="3360751" y="66675"/>
                </a:lnTo>
                <a:cubicBezTo>
                  <a:pt x="3360751" y="35243"/>
                  <a:pt x="3335033" y="9525"/>
                  <a:pt x="3303601" y="9525"/>
                </a:cubicBezTo>
                <a:lnTo>
                  <a:pt x="66675" y="9525"/>
                </a:lnTo>
                <a:close/>
                <a:moveTo>
                  <a:pt x="66675" y="0"/>
                </a:moveTo>
                <a:lnTo>
                  <a:pt x="3303601" y="0"/>
                </a:lnTo>
                <a:cubicBezTo>
                  <a:pt x="3340271" y="0"/>
                  <a:pt x="3370276" y="30004"/>
                  <a:pt x="3370276" y="66675"/>
                </a:cubicBezTo>
                <a:lnTo>
                  <a:pt x="3370276" y="694611"/>
                </a:lnTo>
                <a:cubicBezTo>
                  <a:pt x="3370276" y="731282"/>
                  <a:pt x="3340271" y="761286"/>
                  <a:pt x="3303601" y="761286"/>
                </a:cubicBezTo>
                <a:lnTo>
                  <a:pt x="66675" y="761286"/>
                </a:lnTo>
                <a:cubicBezTo>
                  <a:pt x="30004" y="761286"/>
                  <a:pt x="0" y="731282"/>
                  <a:pt x="0" y="694611"/>
                </a:cubicBezTo>
                <a:lnTo>
                  <a:pt x="0" y="66675"/>
                </a:lnTo>
                <a:cubicBezTo>
                  <a:pt x="0" y="30004"/>
                  <a:pt x="30004" y="0"/>
                  <a:pt x="66675" y="0"/>
                </a:cubicBezTo>
              </a:path>
            </a:pathLst>
          </a:custGeom>
          <a:solidFill xmlns:a="http://schemas.openxmlformats.org/drawingml/2006/main">
            <a:srgbClr val="BF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ge3-vector-115">
            <a:extLst xmlns:a="http://schemas.openxmlformats.org/drawingml/2006/main">
              <a:ext uri="{FF2B5EF4-FFF2-40B4-BE49-F238E27FC236}">
                <a16:creationId xmlns:a16="http://schemas.microsoft.com/office/drawing/2014/main" id="{9D2A9DF0-AF19-4BDD-BA7E-18954DD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51" y="1496119"/>
            <a:ext cx="3370274" cy="761286"/>
          </a:xfrm>
          <a:custGeom xmlns:a="http://schemas.openxmlformats.org/drawingml/2006/main">
            <a:pathLst>
              <a:path w="3370274" h="761286">
                <a:moveTo>
                  <a:pt x="0" y="761286"/>
                </a:moveTo>
                <a:lnTo>
                  <a:pt x="3370274" y="761286"/>
                </a:lnTo>
                <a:lnTo>
                  <a:pt x="337027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ge3-vector-116">
            <a:extLst xmlns:a="http://schemas.openxmlformats.org/drawingml/2006/main">
              <a:ext uri="{FF2B5EF4-FFF2-40B4-BE49-F238E27FC236}">
                <a16:creationId xmlns:a16="http://schemas.microsoft.com/office/drawing/2014/main" id="{ADB0209F-B160-427F-A57F-BA26C2D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7151" y="1496119"/>
            <a:ext cx="3370274" cy="761286"/>
          </a:xfrm>
          <a:custGeom xmlns:a="http://schemas.openxmlformats.org/drawingml/2006/main">
            <a:pathLst>
              <a:path w="3370274" h="761286">
                <a:moveTo>
                  <a:pt x="66675" y="9525"/>
                </a:moveTo>
                <a:cubicBezTo>
                  <a:pt x="35241" y="9525"/>
                  <a:pt x="9525" y="35243"/>
                  <a:pt x="9525" y="66675"/>
                </a:cubicBezTo>
                <a:lnTo>
                  <a:pt x="9525" y="694611"/>
                </a:lnTo>
                <a:cubicBezTo>
                  <a:pt x="9525" y="726043"/>
                  <a:pt x="35241" y="751761"/>
                  <a:pt x="66675" y="751761"/>
                </a:cubicBezTo>
                <a:lnTo>
                  <a:pt x="3303599" y="751761"/>
                </a:lnTo>
                <a:cubicBezTo>
                  <a:pt x="3335032" y="751761"/>
                  <a:pt x="3360749" y="726043"/>
                  <a:pt x="3360749" y="694611"/>
                </a:cubicBezTo>
                <a:lnTo>
                  <a:pt x="3360749" y="66675"/>
                </a:lnTo>
                <a:cubicBezTo>
                  <a:pt x="3360749" y="35243"/>
                  <a:pt x="3335032" y="9525"/>
                  <a:pt x="3303599" y="9525"/>
                </a:cubicBezTo>
                <a:lnTo>
                  <a:pt x="66675" y="9525"/>
                </a:lnTo>
                <a:close/>
                <a:moveTo>
                  <a:pt x="66675" y="0"/>
                </a:moveTo>
                <a:lnTo>
                  <a:pt x="3303599" y="0"/>
                </a:lnTo>
                <a:cubicBezTo>
                  <a:pt x="3340271" y="0"/>
                  <a:pt x="3370274" y="30004"/>
                  <a:pt x="3370274" y="66675"/>
                </a:cubicBezTo>
                <a:lnTo>
                  <a:pt x="3370274" y="694611"/>
                </a:lnTo>
                <a:cubicBezTo>
                  <a:pt x="3370274" y="731282"/>
                  <a:pt x="3340271" y="761286"/>
                  <a:pt x="3303599" y="761286"/>
                </a:cubicBezTo>
                <a:lnTo>
                  <a:pt x="66675" y="761286"/>
                </a:lnTo>
                <a:cubicBezTo>
                  <a:pt x="30003" y="761286"/>
                  <a:pt x="0" y="731282"/>
                  <a:pt x="0" y="694611"/>
                </a:cubicBezTo>
                <a:lnTo>
                  <a:pt x="0" y="66675"/>
                </a:lnTo>
                <a:cubicBezTo>
                  <a:pt x="0" y="30004"/>
                  <a:pt x="30003" y="0"/>
                  <a:pt x="66675" y="0"/>
                </a:cubicBezTo>
              </a:path>
            </a:pathLst>
          </a:custGeom>
          <a:solidFill xmlns:a="http://schemas.openxmlformats.org/drawingml/2006/main">
            <a:srgbClr val="BF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ge3-vector-117">
            <a:extLst xmlns:a="http://schemas.openxmlformats.org/drawingml/2006/main">
              <a:ext uri="{FF2B5EF4-FFF2-40B4-BE49-F238E27FC236}">
                <a16:creationId xmlns:a16="http://schemas.microsoft.com/office/drawing/2014/main" id="{EC0957D7-FA99-438C-966C-0D7AA9B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119" y="1962606"/>
            <a:ext cx="551808" cy="209074"/>
          </a:xfrm>
          <a:custGeom xmlns:a="http://schemas.openxmlformats.org/drawingml/2006/main">
            <a:pathLst>
              <a:path w="551808" h="209074">
                <a:moveTo>
                  <a:pt x="0" y="209074"/>
                </a:moveTo>
                <a:lnTo>
                  <a:pt x="551808" y="209074"/>
                </a:lnTo>
                <a:lnTo>
                  <a:pt x="5518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ge3-vector-118">
            <a:extLst xmlns:a="http://schemas.openxmlformats.org/drawingml/2006/main">
              <a:ext uri="{FF2B5EF4-FFF2-40B4-BE49-F238E27FC236}">
                <a16:creationId xmlns:a16="http://schemas.microsoft.com/office/drawing/2014/main" id="{63D5A13B-DD65-492D-9D6D-73A0BB7C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0119" y="1962606"/>
            <a:ext cx="551808" cy="209074"/>
          </a:xfrm>
          <a:custGeom xmlns:a="http://schemas.openxmlformats.org/drawingml/2006/main">
            <a:pathLst>
              <a:path w="551808" h="209074">
                <a:moveTo>
                  <a:pt x="38100" y="9525"/>
                </a:moveTo>
                <a:cubicBezTo>
                  <a:pt x="22383" y="9525"/>
                  <a:pt x="9525" y="22384"/>
                  <a:pt x="9525" y="38100"/>
                </a:cubicBezTo>
                <a:lnTo>
                  <a:pt x="9525" y="170974"/>
                </a:lnTo>
                <a:cubicBezTo>
                  <a:pt x="9525" y="186690"/>
                  <a:pt x="22383" y="199549"/>
                  <a:pt x="38100" y="199549"/>
                </a:cubicBezTo>
                <a:lnTo>
                  <a:pt x="513708" y="199549"/>
                </a:lnTo>
                <a:cubicBezTo>
                  <a:pt x="529423" y="199549"/>
                  <a:pt x="542283" y="186690"/>
                  <a:pt x="542283" y="170974"/>
                </a:cubicBezTo>
                <a:lnTo>
                  <a:pt x="542283" y="38100"/>
                </a:lnTo>
                <a:cubicBezTo>
                  <a:pt x="542283" y="22384"/>
                  <a:pt x="529423" y="9525"/>
                  <a:pt x="513708" y="9525"/>
                </a:cubicBezTo>
                <a:lnTo>
                  <a:pt x="38100" y="9525"/>
                </a:lnTo>
                <a:close/>
                <a:moveTo>
                  <a:pt x="38100" y="0"/>
                </a:moveTo>
                <a:lnTo>
                  <a:pt x="513708" y="0"/>
                </a:lnTo>
                <a:cubicBezTo>
                  <a:pt x="534662" y="0"/>
                  <a:pt x="551808" y="17145"/>
                  <a:pt x="551808" y="38100"/>
                </a:cubicBezTo>
                <a:lnTo>
                  <a:pt x="551808" y="170974"/>
                </a:lnTo>
                <a:cubicBezTo>
                  <a:pt x="551808" y="191929"/>
                  <a:pt x="534662" y="209074"/>
                  <a:pt x="513708" y="209074"/>
                </a:cubicBezTo>
                <a:lnTo>
                  <a:pt x="38100" y="209074"/>
                </a:lnTo>
                <a:cubicBezTo>
                  <a:pt x="17145" y="209074"/>
                  <a:pt x="0" y="191929"/>
                  <a:pt x="0" y="170974"/>
                </a:cubicBezTo>
                <a:lnTo>
                  <a:pt x="0" y="38100"/>
                </a:lnTo>
                <a:cubicBezTo>
                  <a:pt x="0" y="17145"/>
                  <a:pt x="17145" y="0"/>
                  <a:pt x="38100" y="0"/>
                </a:cubicBezTo>
              </a:path>
            </a:pathLst>
          </a:custGeom>
          <a:solidFill xmlns:a="http://schemas.openxmlformats.org/drawingml/2006/main">
            <a:srgbClr val="EDCC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ge3-vector-119">
            <a:extLst xmlns:a="http://schemas.openxmlformats.org/drawingml/2006/main">
              <a:ext uri="{FF2B5EF4-FFF2-40B4-BE49-F238E27FC236}">
                <a16:creationId xmlns:a16="http://schemas.microsoft.com/office/drawing/2014/main" id="{AB538DC5-7215-4467-B54F-0B94435F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725" y="1496119"/>
            <a:ext cx="3370276" cy="761286"/>
          </a:xfrm>
          <a:custGeom xmlns:a="http://schemas.openxmlformats.org/drawingml/2006/main">
            <a:pathLst>
              <a:path w="3370276" h="761286">
                <a:moveTo>
                  <a:pt x="0" y="761286"/>
                </a:moveTo>
                <a:lnTo>
                  <a:pt x="3370276" y="761286"/>
                </a:lnTo>
                <a:lnTo>
                  <a:pt x="33702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ge3-vector-120">
            <a:extLst xmlns:a="http://schemas.openxmlformats.org/drawingml/2006/main">
              <a:ext uri="{FF2B5EF4-FFF2-40B4-BE49-F238E27FC236}">
                <a16:creationId xmlns:a16="http://schemas.microsoft.com/office/drawing/2014/main" id="{5CD98618-2928-4822-9668-F66FF0EA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725" y="1496119"/>
            <a:ext cx="3370276" cy="761286"/>
          </a:xfrm>
          <a:custGeom xmlns:a="http://schemas.openxmlformats.org/drawingml/2006/main">
            <a:pathLst>
              <a:path w="3370276" h="761286">
                <a:moveTo>
                  <a:pt x="66675" y="9525"/>
                </a:moveTo>
                <a:cubicBezTo>
                  <a:pt x="35244" y="9525"/>
                  <a:pt x="9525" y="35243"/>
                  <a:pt x="9525" y="66675"/>
                </a:cubicBezTo>
                <a:lnTo>
                  <a:pt x="9525" y="694611"/>
                </a:lnTo>
                <a:cubicBezTo>
                  <a:pt x="9525" y="726043"/>
                  <a:pt x="35244" y="751761"/>
                  <a:pt x="66675" y="751761"/>
                </a:cubicBezTo>
                <a:lnTo>
                  <a:pt x="3303601" y="751761"/>
                </a:lnTo>
                <a:cubicBezTo>
                  <a:pt x="3335033" y="751761"/>
                  <a:pt x="3360751" y="726043"/>
                  <a:pt x="3360751" y="694611"/>
                </a:cubicBezTo>
                <a:lnTo>
                  <a:pt x="3360751" y="66675"/>
                </a:lnTo>
                <a:cubicBezTo>
                  <a:pt x="3360751" y="35243"/>
                  <a:pt x="3335033" y="9525"/>
                  <a:pt x="3303601" y="9525"/>
                </a:cubicBezTo>
                <a:lnTo>
                  <a:pt x="66675" y="9525"/>
                </a:lnTo>
                <a:close/>
                <a:moveTo>
                  <a:pt x="66675" y="0"/>
                </a:moveTo>
                <a:lnTo>
                  <a:pt x="3303601" y="0"/>
                </a:lnTo>
                <a:cubicBezTo>
                  <a:pt x="3340271" y="0"/>
                  <a:pt x="3370276" y="30004"/>
                  <a:pt x="3370276" y="66675"/>
                </a:cubicBezTo>
                <a:lnTo>
                  <a:pt x="3370276" y="694611"/>
                </a:lnTo>
                <a:cubicBezTo>
                  <a:pt x="3370276" y="731282"/>
                  <a:pt x="3340271" y="761286"/>
                  <a:pt x="3303601" y="761286"/>
                </a:cubicBezTo>
                <a:lnTo>
                  <a:pt x="66675" y="761286"/>
                </a:lnTo>
                <a:cubicBezTo>
                  <a:pt x="30004" y="761286"/>
                  <a:pt x="0" y="731282"/>
                  <a:pt x="0" y="694611"/>
                </a:cubicBezTo>
                <a:lnTo>
                  <a:pt x="0" y="66675"/>
                </a:lnTo>
                <a:cubicBezTo>
                  <a:pt x="0" y="30004"/>
                  <a:pt x="30004" y="0"/>
                  <a:pt x="66675" y="0"/>
                </a:cubicBezTo>
              </a:path>
            </a:pathLst>
          </a:custGeom>
          <a:solidFill xmlns:a="http://schemas.openxmlformats.org/drawingml/2006/main">
            <a:srgbClr val="BF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ge3-vector-121">
            <a:extLst xmlns:a="http://schemas.openxmlformats.org/drawingml/2006/main">
              <a:ext uri="{FF2B5EF4-FFF2-40B4-BE49-F238E27FC236}">
                <a16:creationId xmlns:a16="http://schemas.microsoft.com/office/drawing/2014/main" id="{FE4D232F-DCE8-49F7-8D69-63EB6354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9969975"/>
            <a:ext cx="13824000" cy="200025"/>
          </a:xfrm>
          <a:custGeom xmlns:a="http://schemas.openxmlformats.org/drawingml/2006/main">
            <a:pathLst>
              <a:path w="13824000" h="200025">
                <a:moveTo>
                  <a:pt x="0" y="200025"/>
                </a:moveTo>
                <a:lnTo>
                  <a:pt x="13824000" y="200025"/>
                </a:lnTo>
                <a:lnTo>
                  <a:pt x="13824000" y="9525"/>
                </a:lnTo>
                <a:lnTo>
                  <a:pt x="0" y="9525"/>
                </a:lnTo>
                <a:close/>
                <a:moveTo>
                  <a:pt x="0" y="0"/>
                </a:moveTo>
                <a:lnTo>
                  <a:pt x="13824000" y="0"/>
                </a:lnTo>
                <a:lnTo>
                  <a:pt x="13824000" y="200025"/>
                </a:lnTo>
                <a:lnTo>
                  <a:pt x="0" y="200025"/>
                </a:lnTo>
                <a:close/>
              </a:path>
            </a:pathLst>
          </a:custGeom>
          <a:solidFill xmlns:a="http://schemas.openxmlformats.org/drawingml/2006/main">
            <a:srgbClr val="D9E3E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1E7850-77BF-4DCA-B9BD-A27E1CE32588}"/>
              </a:ext>
            </a:extLst>
          </p:cNvPr>
          <p:cNvGraphicFramePr/>
          <p:nvPr/>
        </p:nvGraphicFramePr>
        <p:xfrm>
          <a:off xmlns:a="http://schemas.openxmlformats.org/drawingml/2006/main" x="771825" y="2737465"/>
          <a:ext xmlns:a="http://schemas.openxmlformats.org/drawingml/2006/main" cx="5966714" cy="2085022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491678"/>
                <a:gridCol w="4475035"/>
              </a:tblGrid>
              <a:tr h="279559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</a:t>
                      </a:r>
                    </a:p>
                  </a:txBody>
                  <a:tcPr marL="76200" marR="76200" marT="6277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리</a:t>
                      </a:r>
                      <a:r>
                        <a:rPr sz="825" b="0" kern="0" spc="4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드</a:t>
                      </a:r>
                      <a:r>
                        <a:rPr sz="825" b="0" kern="0" spc="-154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1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-15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처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리</a:t>
                      </a:r>
                      <a:r>
                        <a:rPr sz="825" b="0" kern="0" spc="4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</a:t>
                      </a:r>
                    </a:p>
                  </a:txBody>
                  <a:tcPr marL="76200" marR="76200" marT="6277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381476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델</a:t>
                      </a:r>
                      <a:r>
                        <a:rPr sz="862" b="0" kern="0" spc="44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매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핑</a:t>
                      </a:r>
                    </a:p>
                  </a:txBody>
                  <a:tcPr marL="57150" marR="57150" marT="39051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→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2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2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-3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-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→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2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</a:t>
                      </a:r>
                      <a:r>
                        <a:rPr sz="776" b="0" kern="0" spc="-47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3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-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  <a:r>
                        <a:rPr sz="776" b="0" kern="0" spc="-22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체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레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피</a:t>
                      </a:r>
                    </a:p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바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디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는</a:t>
                      </a:r>
                      <a:r>
                        <a:rPr sz="776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527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33601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-18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862" b="0" kern="0" spc="237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</a:t>
                      </a:r>
                      <a:r>
                        <a:rPr sz="862" b="0" kern="0" spc="-475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-7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862" b="0" kern="0" spc="-27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</a:p>
                  </a:txBody>
                  <a:tcPr marL="57150" marR="57150" marT="3928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2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</a:t>
                      </a:r>
                      <a:r>
                        <a:rPr sz="776" b="0" kern="0" spc="-47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3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-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-1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20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좌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76" b="0" kern="0" spc="-48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8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76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-2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길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5297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81476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62" b="0" kern="0" spc="-8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862" b="0" kern="0" spc="25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</a:p>
                  </a:txBody>
                  <a:tcPr marL="57150" marR="57150" marT="3961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21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776" b="0" kern="0" spc="44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존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는</a:t>
                      </a:r>
                      <a:r>
                        <a:rPr sz="776" b="0" kern="0" spc="4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축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별</a:t>
                      </a:r>
                      <a:r>
                        <a:rPr sz="776" b="0" kern="0" spc="-164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14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-18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-27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76" b="0" kern="0" spc="-2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-1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편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차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속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</a:t>
                      </a:r>
                      <a:r>
                        <a:rPr sz="776" b="0" kern="0" spc="-69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핀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20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776" b="0" kern="0" spc="-24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축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</a:t>
                      </a:r>
                    </a:p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을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괄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하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지</a:t>
                      </a:r>
                      <a:r>
                        <a:rPr sz="776" b="0" kern="0" spc="4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않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음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5330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432197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</a:t>
                      </a:r>
                      <a:r>
                        <a:rPr sz="862" b="0" kern="0" spc="44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</a:t>
                      </a:r>
                    </a:p>
                  </a:txBody>
                  <a:tcPr marL="57150" marR="57150" marT="27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원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776" b="0" kern="0" spc="-48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2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76" b="0" kern="0" spc="-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-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-20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축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속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15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착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76" b="0" kern="0" spc="-20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간</a:t>
                      </a:r>
                      <a:r>
                        <a:rPr sz="776" b="0" kern="0" spc="-48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변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고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값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</a:p>
                    <a:p>
                      <a:pPr algn="l">
                        <a:lnSpc>
                          <a:spcPts val="15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</a:t>
                      </a:r>
                      <a:r>
                        <a:rPr sz="742" b="0" kern="0" spc="-202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42" b="0" kern="0" spc="0">
                          <a:solidFill>
                            <a:srgbClr val="975b0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4133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76714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행</a:t>
                      </a:r>
                      <a:r>
                        <a:rPr sz="862" b="0" kern="0" spc="44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862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태</a:t>
                      </a:r>
                    </a:p>
                  </a:txBody>
                  <a:tcPr marL="57150" marR="57150" marT="2763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-4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1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3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-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76" b="0" kern="0" spc="-1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-6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-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-2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-2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-6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q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-2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치</a:t>
                      </a:r>
                      <a:r>
                        <a:rPr sz="776" b="0" kern="0" spc="-16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76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완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료</a:t>
                      </a:r>
                      <a:r>
                        <a:rPr sz="776" b="0" kern="0" spc="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센</a:t>
                      </a:r>
                      <a:r>
                        <a:rPr sz="776" b="0" kern="0" spc="-20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</a:t>
                      </a:r>
                      <a:r>
                        <a:rPr sz="776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76" b="0" kern="0" spc="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-6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</a:p>
                    <a:p>
                      <a:pPr algn="l">
                        <a:lnSpc>
                          <a:spcPts val="11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76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57150" marR="57150" marT="4133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515BC6-A8F2-48AB-9C74-9D67FE37FACE}"/>
              </a:ext>
            </a:extLst>
          </p:cNvPr>
          <p:cNvGraphicFramePr/>
          <p:nvPr/>
        </p:nvGraphicFramePr>
        <p:xfrm>
          <a:off xmlns:a="http://schemas.openxmlformats.org/drawingml/2006/main" x="7138589" y="2737465"/>
          <a:ext xmlns:a="http://schemas.openxmlformats.org/drawingml/2006/main" cx="7209586" cy="4437031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720959"/>
                <a:gridCol w="2883835"/>
                <a:gridCol w="1009342"/>
                <a:gridCol w="2595451"/>
              </a:tblGrid>
              <a:tr h="242697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25" b="0" kern="0" spc="-2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66675" marR="66675" marT="6226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825" b="0" kern="0" spc="4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</a:t>
                      </a:r>
                      <a:r>
                        <a:rPr sz="825" b="0" kern="0" spc="-154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-233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25" b="0" kern="0" spc="-383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패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턴</a:t>
                      </a:r>
                      <a:r>
                        <a:rPr sz="825" b="0" kern="0" spc="4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</a:p>
                  </a:txBody>
                  <a:tcPr marL="66675" marR="66675" marT="6226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식</a:t>
                      </a:r>
                      <a:r>
                        <a:rPr sz="825" b="0" kern="0" spc="42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안</a:t>
                      </a:r>
                    </a:p>
                  </a:txBody>
                  <a:tcPr marL="66675" marR="66675" marT="6226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</a:t>
                      </a:r>
                      <a:r>
                        <a:rPr sz="825" b="0" kern="0" spc="-154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1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-15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범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825" b="0" kern="0" spc="-154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-233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825" b="0" kern="0" spc="-383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825" b="0" kern="0" spc="0">
                          <a:solidFill>
                            <a:srgbClr val="365b73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</a:p>
                  </a:txBody>
                  <a:tcPr marL="66675" marR="66675" marT="6226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C9D9E5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</a:p>
                  </a:txBody>
                  <a:tcPr marL="57150" marR="57150" marT="2890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-72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57150" marR="57150" marT="1989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</a:p>
                  </a:txBody>
                  <a:tcPr marL="57150" marR="57150" marT="2890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델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↔</a:t>
                      </a:r>
                      <a:r>
                        <a:rPr sz="788" b="0" kern="0" spc="-15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88" b="0" kern="0" spc="-19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매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핑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문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자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길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286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</a:p>
                  </a:txBody>
                  <a:tcPr marL="57150" marR="57150" marT="2912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</a:p>
                  </a:txBody>
                  <a:tcPr marL="57150" marR="57150" marT="2012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2912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체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레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피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바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디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-18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307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57150" marR="57150" marT="2933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</a:p>
                  </a:txBody>
                  <a:tcPr marL="57150" marR="57150" marT="2034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57150" marR="57150" marT="2933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88" b="0" kern="0" spc="-4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12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-19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택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키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-18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테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블</a:t>
                      </a:r>
                      <a:r>
                        <a:rPr sz="750" b="0" kern="0" spc="33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량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3297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</a:t>
                      </a:r>
                    </a:p>
                  </a:txBody>
                  <a:tcPr marL="57150" marR="57150" marT="2955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</a:p>
                  </a:txBody>
                  <a:tcPr marL="57150" marR="57150" marT="2056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2955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택</a:t>
                      </a:r>
                      <a:r>
                        <a:rPr sz="788" b="0" kern="0" spc="-15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-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12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-19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버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-18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352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</a:t>
                      </a:r>
                    </a:p>
                  </a:txBody>
                  <a:tcPr marL="57150" marR="57150" marT="2977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</a:p>
                  </a:txBody>
                  <a:tcPr marL="57150" marR="57150" marT="2077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88" b="0" kern="0" spc="-1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</a:p>
                  </a:txBody>
                  <a:tcPr marL="57150" marR="57150" marT="2977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테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블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내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값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</a:t>
                      </a:r>
                      <a:r>
                        <a:rPr sz="750" b="0" kern="0" spc="-18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식</a:t>
                      </a:r>
                      <a:r>
                        <a:rPr sz="750" b="0" kern="0" spc="-60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산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범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374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</a:p>
                  </a:txBody>
                  <a:tcPr marL="57150" marR="57150" marT="3000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</a:t>
                      </a:r>
                    </a:p>
                  </a:txBody>
                  <a:tcPr marL="57150" marR="57150" marT="20997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57150" marR="57150" marT="3000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88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</a:t>
                      </a:r>
                      <a:r>
                        <a:rPr sz="788" b="0" kern="0" spc="-19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설</a:t>
                      </a:r>
                      <a:r>
                        <a:rPr sz="788" b="0" kern="0" spc="-19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88" b="0" kern="0" spc="-6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워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  <a:r>
                        <a:rPr sz="750" b="0" kern="0" spc="3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3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-14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영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396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022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-73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57150" marR="57150" marT="2122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57150" marR="57150" marT="3022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88" b="0" kern="0" spc="-2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-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-19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안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3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-14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급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경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417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57150" marR="57150" marT="3043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-73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</a:p>
                  </a:txBody>
                  <a:tcPr marL="57150" marR="57150" marT="2144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57150" marR="57150" marT="3043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88" b="0" kern="0" spc="-19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포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함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총</a:t>
                      </a:r>
                      <a:r>
                        <a:rPr sz="788" b="0" kern="0" spc="-15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88" b="0" kern="0" spc="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88" b="0" kern="0" spc="-19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=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-188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소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750" b="0" kern="0" spc="3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439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57150" marR="57150" marT="3065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09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09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09" b="1" kern="0" spc="-73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09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09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09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{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~</a:t>
                      </a:r>
                      <a:r>
                        <a:rPr sz="709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}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09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09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/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</a:t>
                      </a:r>
                      <a:r>
                        <a:rPr sz="709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/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709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</a:t>
                      </a:r>
                    </a:p>
                  </a:txBody>
                  <a:tcPr marL="57150" marR="57150" marT="34167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3065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88" b="0" kern="0" spc="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×</a:t>
                      </a:r>
                      <a:r>
                        <a:rPr sz="788" b="0" kern="0" spc="-19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88" b="0" kern="0" spc="-15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88" b="0" kern="0" spc="3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X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=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-19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항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목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-2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-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7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X</a:t>
                      </a:r>
                      <a:r>
                        <a:rPr sz="750" b="0" kern="0" spc="-99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50" b="0" kern="0" spc="-18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스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케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50" b="0" kern="0" spc="33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461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</a:p>
                  </a:txBody>
                  <a:tcPr marL="57150" marR="57150" marT="3087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{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~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}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57150" marR="57150" marT="21874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3087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각</a:t>
                      </a:r>
                      <a:r>
                        <a:rPr sz="788" b="0" kern="0" spc="-15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88" b="0" kern="0" spc="-2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88" b="0" kern="0" spc="-19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워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허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절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오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차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-18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</a:t>
                      </a:r>
                      <a:r>
                        <a:rPr sz="750" b="0" kern="0" spc="-14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3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</a:t>
                      </a:r>
                      <a:r>
                        <a:rPr sz="750" b="0" kern="0" spc="-18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스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케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50" b="0" kern="0" spc="33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484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110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57150" marR="57150" marT="2209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57150" marR="57150" marT="3110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88" b="0" kern="0" spc="-15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환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마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</a:t>
                      </a:r>
                      <a:r>
                        <a:rPr sz="788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88" b="0" kern="0" spc="3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-15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부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안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3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-14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책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506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</a:p>
                  </a:txBody>
                  <a:tcPr marL="57150" marR="57150" marT="3132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109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57150" marR="57150" marT="22318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3132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조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건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워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결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과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효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간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50" b="0" kern="0" spc="-18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  <a:r>
                        <a:rPr sz="750" b="0" kern="0" spc="-18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미</a:t>
                      </a:r>
                      <a:r>
                        <a:rPr sz="750" b="0" kern="0" spc="-60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527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3153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-12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4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57150" marR="57150" marT="22541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3153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9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-19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후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88" b="0" kern="0" spc="3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착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간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-18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한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549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9940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57150" marR="57150" marT="3175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{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~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}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</a:t>
                      </a:r>
                    </a:p>
                  </a:txBody>
                  <a:tcPr marL="57150" marR="57150" marT="2276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</a:p>
                  </a:txBody>
                  <a:tcPr marL="57150" marR="57150" marT="31755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88" b="0" kern="0" spc="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</a:t>
                      </a:r>
                      <a:r>
                        <a:rPr sz="788" b="0" kern="0" spc="-19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</a:t>
                      </a:r>
                      <a:r>
                        <a:rPr sz="788" b="0" kern="0" spc="-15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  <a:r>
                        <a:rPr sz="788" b="0" kern="0" spc="-4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88" b="0" kern="0" spc="-19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택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  <a:r>
                        <a:rPr sz="750" b="0" kern="0" spc="-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×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</a:t>
                      </a:r>
                      <a:r>
                        <a:rPr sz="750" b="0" kern="0" spc="-14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50" b="0" kern="0" spc="-14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  <a:r>
                        <a:rPr sz="750" b="0" kern="0" spc="3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1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37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50" b="0" kern="0" spc="-184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범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50" b="0" kern="0" spc="32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확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</a:p>
                  </a:txBody>
                  <a:tcPr marL="57150" marR="57150" marT="35717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75177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3197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-72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/</a:t>
                      </a:r>
                      <a:r>
                        <a:rPr sz="788" b="1" kern="0" spc="-5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 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</a:t>
                      </a:r>
                      <a:r>
                        <a:rPr sz="788" b="1" kern="0" spc="-7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r>
                        <a:rPr sz="788" b="1" kern="0" spc="-72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-6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_</a:t>
                      </a:r>
                      <a:r>
                        <a:rPr sz="788" b="1" kern="0" spc="0">
                          <a:solidFill>
                            <a:srgbClr val="27567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</a:t>
                      </a:r>
                    </a:p>
                  </a:txBody>
                  <a:tcPr marL="57150" marR="57150" marT="22972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9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</a:p>
                  </a:txBody>
                  <a:tcPr marL="57150" marR="57150" marT="31976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89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88" b="0" kern="0" spc="-19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판</a:t>
                      </a:r>
                      <a:r>
                        <a:rPr sz="788" b="0" kern="0" spc="-44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88" b="0" kern="0" spc="-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88" b="0" kern="0" spc="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88" b="0" kern="0" spc="-19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범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88" b="0" kern="0" spc="3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88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검</a:t>
                      </a:r>
                      <a:r>
                        <a:rPr sz="788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증</a:t>
                      </a:r>
                    </a:p>
                    <a:p>
                      <a:pPr algn="l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50" b="0" kern="0" spc="-8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50" b="0" kern="0" spc="-183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범</a:t>
                      </a:r>
                      <a:r>
                        <a:rPr sz="750" b="0" kern="0" spc="-18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50" b="0" kern="0" spc="-606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스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케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50" b="0" kern="0" spc="33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50" b="0" kern="0" spc="-5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협</a:t>
                      </a:r>
                      <a:r>
                        <a:rPr sz="750" b="0" kern="0" spc="0">
                          <a:solidFill>
                            <a:srgbClr val="667c8d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</a:p>
                  </a:txBody>
                  <a:tcPr marL="57150" marR="57150" marT="35939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E85E38-3954-4835-A1C3-227ADEE65D24}"/>
              </a:ext>
            </a:extLst>
          </p:cNvPr>
          <p:cNvGraphicFramePr/>
          <p:nvPr/>
        </p:nvGraphicFramePr>
        <p:xfrm>
          <a:off xmlns:a="http://schemas.openxmlformats.org/drawingml/2006/main" x="771825" y="8768981"/>
          <a:ext xmlns:a="http://schemas.openxmlformats.org/drawingml/2006/main" cx="5966714" cy="548164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656339"/>
                <a:gridCol w="4296034"/>
                <a:gridCol w="1014341"/>
              </a:tblGrid>
              <a:tr h="344805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</a:t>
                      </a:r>
                    </a:p>
                  </a:txBody>
                  <a:tcPr marL="66675" marR="66675" marT="2480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핀</a:t>
                      </a:r>
                      <a:r>
                        <a:rPr sz="742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개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-19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축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좌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</a:t>
                      </a:r>
                      <a:r>
                        <a:rPr sz="742" b="0" kern="0" spc="-20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계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센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</a:t>
                      </a:r>
                      <a:r>
                        <a:rPr sz="74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42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42" b="0" kern="0" spc="-4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42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-10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13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42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42" b="0" kern="0" spc="-2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42" b="0" kern="0" spc="-2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-19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오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차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속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도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안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간</a:t>
                      </a:r>
                      <a:r>
                        <a:rPr sz="742" b="0" kern="0" spc="-46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42" b="0" kern="0" spc="-1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u</a:t>
                      </a:r>
                      <a:r>
                        <a:rPr sz="742" b="0" kern="0" spc="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핀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끼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리</a:t>
                      </a:r>
                      <a:r>
                        <a:rPr sz="742" b="0" kern="0" spc="4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순</a:t>
                      </a:r>
                    </a:p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42" b="0" kern="0" spc="-19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66675" marR="66675" marT="3790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</a:t>
                      </a:r>
                      <a:r>
                        <a:rPr sz="825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25" b="0" kern="0" spc="-5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</a:p>
                  </a:txBody>
                  <a:tcPr marL="66675" marR="66675" marT="2480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203359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</a:t>
                      </a:r>
                    </a:p>
                  </a:txBody>
                  <a:tcPr marL="66675" marR="66675" marT="1877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모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델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19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테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블</a:t>
                      </a:r>
                      <a:r>
                        <a:rPr sz="742" b="0" kern="0" spc="4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량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-1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등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록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승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인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배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포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주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체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-1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전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중</a:t>
                      </a:r>
                      <a:r>
                        <a:rPr sz="742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수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정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  <a:r>
                        <a:rPr sz="742" b="0" kern="0" spc="4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적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-1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동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4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42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42" b="0" kern="0" spc="22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f</a:t>
                      </a:r>
                      <a:r>
                        <a:rPr sz="742" b="0" kern="0" spc="-4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재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사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용</a:t>
                      </a:r>
                      <a:r>
                        <a:rPr sz="742" b="0" kern="0" spc="4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66675" marR="66675" marT="3187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생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산</a:t>
                      </a:r>
                      <a:r>
                        <a:rPr sz="825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25" b="0" kern="0" spc="-5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-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25" b="0" kern="0" spc="-2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66675" marR="66675" marT="1877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4B6FEF-1EF7-4342-86EF-1C89F3358AEB}"/>
              </a:ext>
            </a:extLst>
          </p:cNvPr>
          <p:cNvGraphicFramePr/>
          <p:nvPr/>
        </p:nvGraphicFramePr>
        <p:xfrm>
          <a:off xmlns:a="http://schemas.openxmlformats.org/drawingml/2006/main" x="7138589" y="8768981"/>
          <a:ext xmlns:a="http://schemas.openxmlformats.org/drawingml/2006/main" cx="7209586" cy="68961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720959"/>
                <a:gridCol w="5335094"/>
                <a:gridCol w="1153534"/>
              </a:tblGrid>
              <a:tr h="344805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</a:p>
                  </a:txBody>
                  <a:tcPr marL="66675" marR="66675" marT="2480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추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가</a:t>
                      </a:r>
                      <a:r>
                        <a:rPr sz="74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의</a:t>
                      </a:r>
                      <a:r>
                        <a:rPr sz="742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상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노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출</a:t>
                      </a:r>
                      <a:r>
                        <a:rPr sz="74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42" b="0" kern="0" spc="-15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로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컬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관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리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구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분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742" b="0" kern="0" spc="-5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42" b="0" kern="0" spc="-19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선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두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종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74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42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42" b="0" kern="0" spc="-3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-2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42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12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42" b="0" kern="0" spc="-3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742" b="0" kern="0" spc="-5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42" b="0" kern="0" spc="-21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~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최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대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약</a:t>
                      </a:r>
                      <a:r>
                        <a:rPr sz="742" b="0" kern="0" spc="-15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9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6</a:t>
                      </a:r>
                      <a:r>
                        <a:rPr sz="742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42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</a:p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할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당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실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제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필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드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점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</a:t>
                      </a:r>
                      <a:r>
                        <a:rPr sz="742" b="0" kern="0" spc="-20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량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66675" marR="66675" marT="3790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시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스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템</a:t>
                      </a:r>
                      <a:r>
                        <a:rPr sz="825" b="0" kern="0" spc="-15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25" b="0" kern="0" spc="-5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-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25" b="0" kern="0" spc="-2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P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</a:p>
                  </a:txBody>
                  <a:tcPr marL="66675" marR="66675" marT="2480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9525">
                      <a:solidFill>
                        <a:srgbClr val="E1E9EF"/>
                      </a:solidFill>
                      <a:prstDash val="solid"/>
                    </a:lnB>
                    <a:noFill/>
                  </a:tcPr>
                </a:tc>
              </a:tr>
              <a:tr h="344805"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825" b="0" kern="0" spc="0">
                          <a:solidFill>
                            <a:srgbClr val="24516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</a:p>
                  </a:txBody>
                  <a:tcPr marL="66675" marR="66675" marT="1877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G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l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42" b="0" kern="0" spc="-2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42" b="0" kern="0" spc="-3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0</a:t>
                      </a:r>
                      <a:r>
                        <a:rPr sz="742" b="0" kern="0" spc="-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15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K</a:t>
                      </a:r>
                      <a:r>
                        <a:rPr sz="742" b="0" kern="0" spc="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y</a:t>
                      </a:r>
                      <a:r>
                        <a:rPr sz="742" b="0" kern="0" spc="-19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공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급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좌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표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단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위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유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효</a:t>
                      </a:r>
                      <a:r>
                        <a:rPr sz="742" b="0" kern="0" spc="-20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성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-14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파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워</a:t>
                      </a:r>
                      <a:r>
                        <a:rPr sz="742" b="0" kern="0" spc="42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</a:t>
                      </a:r>
                      <a:r>
                        <a:rPr sz="742" b="0" kern="0" spc="-15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742" b="0" kern="0" spc="46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1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42" b="0" kern="0" spc="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742" b="0" kern="0" spc="-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42" b="0" kern="0" spc="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e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-7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  <a:r>
                        <a:rPr sz="742" b="0" kern="0" spc="-4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,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A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42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길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</a:t>
                      </a:r>
                      <a:r>
                        <a:rPr sz="742" b="0" kern="0" spc="-46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</a:t>
                      </a:r>
                      <a:r>
                        <a:rPr sz="742" b="0" kern="0" spc="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-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b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t</a:t>
                      </a:r>
                      <a:r>
                        <a:rPr sz="742" b="0" kern="0" spc="-204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형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식</a:t>
                      </a:r>
                      <a:r>
                        <a:rPr sz="742" b="0" kern="0" spc="-46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W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742" b="0" kern="0" spc="-18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r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d</a:t>
                      </a:r>
                      <a:r>
                        <a:rPr sz="742" b="0" kern="0" spc="-199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순</a:t>
                      </a:r>
                      <a:r>
                        <a:rPr sz="742" b="0" kern="0" spc="-201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서</a:t>
                      </a:r>
                      <a:r>
                        <a:rPr sz="742" b="0" kern="0" spc="-66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·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거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리</a:t>
                      </a:r>
                    </a:p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스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케</a:t>
                      </a:r>
                      <a:r>
                        <a:rPr sz="742" b="0" kern="0" spc="-203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일</a:t>
                      </a:r>
                      <a:r>
                        <a:rPr sz="742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.</a:t>
                      </a:r>
                    </a:p>
                  </a:txBody>
                  <a:tcPr marL="66675" marR="66675" marT="31870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wrap="none" lIns="0" tIns="0" rIns="0" bIns="0" anchor="t" horzOverflow="overflow" vertOverflow="overflow">
                      <a:noAutofit/>
                    </a:bodyPr>
                    <a:lstStyle/>
                    <a:p>
                      <a:pPr algn="l">
                        <a:lnSpc>
                          <a:spcPts val="11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C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M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V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s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i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o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n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/</a:t>
                      </a:r>
                      <a:r>
                        <a:rPr sz="825" b="0" kern="0" spc="-21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 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</a:t>
                      </a:r>
                      <a:r>
                        <a:rPr sz="825" b="0" kern="0" spc="0">
                          <a:solidFill>
                            <a:srgbClr val="18344b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술</a:t>
                      </a:r>
                    </a:p>
                  </a:txBody>
                  <a:tcPr marL="66675" marR="66675" marT="18773" marB="0" anchor="t" horzOverflow="overflow">
                    <a:lnL w="0">
                      <a:noFill/>
                      <a:prstDash val="solid"/>
                    </a:lnL>
                    <a:lnR w="0">
                      <a:noFill/>
                      <a:prstDash val="solid"/>
                    </a:lnR>
                    <a:lnT w="0">
                      <a:noFill/>
                      <a:prstDash val="solid"/>
                    </a:lnT>
                    <a:lnB w="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text-0-A3 LD · PLC PIN TABLE &amp; PPID / 03">
            <a:extLst xmlns:a="http://schemas.openxmlformats.org/drawingml/2006/main">
              <a:ext uri="{FF2B5EF4-FFF2-40B4-BE49-F238E27FC236}">
                <a16:creationId xmlns:a16="http://schemas.microsoft.com/office/drawing/2014/main" id="{342A6F9C-3B16-4727-9E4E-8037938A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559542"/>
            <a:ext cx="2247301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136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25" b="0" kern="0" spc="138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19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110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139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25" b="0" kern="0" spc="127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97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&amp;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25" b="0" kern="0" spc="13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114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387596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45" name="text-1-PLC 모델별 핀 테이블 로직 · PPID 추가 항목">
            <a:extLst xmlns:a="http://schemas.openxmlformats.org/drawingml/2006/main">
              <a:ext uri="{FF2B5EF4-FFF2-40B4-BE49-F238E27FC236}">
                <a16:creationId xmlns:a16="http://schemas.microsoft.com/office/drawing/2014/main" id="{174251FB-9853-4960-A663-A51B014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757639"/>
            <a:ext cx="4999739" cy="438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2175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2175" b="0" kern="0" spc="-7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2175" b="0" kern="0" spc="-19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2175" b="0" kern="0" spc="-5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2175" b="0" kern="0" spc="5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2175" b="0" kern="0" spc="5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테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블</a:t>
            </a:r>
            <a:r>
              <a:rPr sz="2175" b="0" kern="0" spc="5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직</a:t>
            </a:r>
            <a:r>
              <a:rPr sz="2175" b="0" kern="0" spc="-47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6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2175" b="0" kern="0" spc="8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2175" b="0" kern="0" spc="-58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2175" b="0" kern="0" spc="-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2175" b="0" kern="0" spc="5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175" b="0" kern="0" spc="-7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항</a:t>
            </a:r>
            <a:r>
              <a:rPr sz="217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목</a:t>
            </a:r>
          </a:p>
        </p:txBody>
      </p:sp>
      <p:sp>
        <p:nvSpPr>
          <p:cNvPr id="46" name="text-2-PPID는 모델과 핀 Profile을 연결하고, 실제 핀 좌표 테이블">
            <a:extLst xmlns:a="http://schemas.openxmlformats.org/drawingml/2006/main">
              <a:ext uri="{FF2B5EF4-FFF2-40B4-BE49-F238E27FC236}">
                <a16:creationId xmlns:a16="http://schemas.microsoft.com/office/drawing/2014/main" id="{9A846379-9815-4B2F-9112-74B1194A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133837"/>
            <a:ext cx="4530833" cy="217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75" b="0" kern="0" spc="-229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975" b="0" kern="0" spc="6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975" b="0" kern="0" spc="-173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75" b="0" kern="0" spc="-18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975" b="0" kern="0" spc="268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975" b="0" kern="0" spc="-53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975" b="0" kern="0" spc="-23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975" b="0" kern="0" spc="6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연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결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975" b="0" kern="0" spc="-229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975" b="0" kern="0" spc="1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975" b="0" kern="0" spc="-174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975" b="0" kern="0" spc="6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좌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테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블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975" b="0" kern="0" spc="-173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975" b="0" kern="0" spc="-54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975" b="0" kern="0" spc="-231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975" b="0" kern="0" spc="55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운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975" b="0" kern="0" spc="59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본</a:t>
            </a:r>
            <a:r>
              <a:rPr sz="975" b="0" kern="0" spc="0">
                <a:solidFill>
                  <a:srgbClr val="61778a"/>
                </a:solidFill>
                <a:latin typeface="Noto Sans CJK KR"/>
                <a:ea typeface="Noto Sans CJK KR"/>
                <a:cs typeface="Noto Sans CJK KR"/>
              </a:rPr>
              <a:t>안</a:t>
            </a:r>
          </a:p>
        </p:txBody>
      </p:sp>
      <p:sp>
        <p:nvSpPr>
          <p:cNvPr id="47" name="text-3-DATA &amp; LOGIC">
            <a:extLst xmlns:a="http://schemas.openxmlformats.org/drawingml/2006/main">
              <a:ext uri="{FF2B5EF4-FFF2-40B4-BE49-F238E27FC236}">
                <a16:creationId xmlns:a16="http://schemas.microsoft.com/office/drawing/2014/main" id="{3751389D-79F5-4ABB-AD5B-EA4B499E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9014" y="614180"/>
            <a:ext cx="961022" cy="24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125" b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125" b="0" kern="0" spc="-25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1125" b="0" kern="0" spc="-136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125" b="0" kern="0" spc="-10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&amp;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125" b="0" kern="0" spc="-67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125" b="0" kern="0" spc="0">
                <a:solidFill>
                  <a:srgbClr val="6c8395"/>
                </a:solidFill>
                <a:latin typeface="Noto Sans CJK KR"/>
                <a:ea typeface="Noto Sans CJK KR"/>
                <a:cs typeface="Noto Sans CJK KR"/>
              </a:rPr>
              <a:t>C</a:t>
            </a:r>
          </a:p>
        </p:txBody>
      </p:sp>
      <p:sp>
        <p:nvSpPr>
          <p:cNvPr id="48" name="text-4-3 / 3">
            <a:extLst xmlns:a="http://schemas.openxmlformats.org/drawingml/2006/main">
              <a:ext uri="{FF2B5EF4-FFF2-40B4-BE49-F238E27FC236}">
                <a16:creationId xmlns:a16="http://schemas.microsoft.com/office/drawing/2014/main" id="{2E282B27-5133-483E-930C-18A527D6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646" y="782813"/>
            <a:ext cx="641984" cy="47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2400" b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400" b="0" kern="0" spc="0">
                <a:solidFill>
                  <a:srgbClr val="163d5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  <p:sp>
        <p:nvSpPr>
          <p:cNvPr id="49" name="text-5-PLC가 보관할 테이블과 실행 데이터">
            <a:extLst xmlns:a="http://schemas.openxmlformats.org/drawingml/2006/main">
              <a:ext uri="{FF2B5EF4-FFF2-40B4-BE49-F238E27FC236}">
                <a16:creationId xmlns:a16="http://schemas.microsoft.com/office/drawing/2014/main" id="{9BC17DFD-4262-484E-9DC8-C9DD49C5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2468848"/>
            <a:ext cx="2313204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200" b="0" kern="0" spc="-68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1200" b="0" kern="0" spc="-286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보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관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할</a:t>
            </a:r>
            <a:r>
              <a:rPr sz="1200" b="0" kern="0" spc="6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테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블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1200" b="0" kern="0" spc="6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행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터</a:t>
            </a:r>
          </a:p>
        </p:txBody>
      </p:sp>
      <p:sp>
        <p:nvSpPr>
          <p:cNvPr id="50" name="text-6-선택에서 완료 응답까지 · 구현 기본안">
            <a:extLst xmlns:a="http://schemas.openxmlformats.org/drawingml/2006/main">
              <a:ext uri="{FF2B5EF4-FFF2-40B4-BE49-F238E27FC236}">
                <a16:creationId xmlns:a16="http://schemas.microsoft.com/office/drawing/2014/main" id="{2567DA9B-CA03-4D21-B04C-901CA03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4933456"/>
            <a:ext cx="2111750" cy="23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5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1050" b="0" kern="0" spc="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택</a:t>
            </a:r>
            <a:r>
              <a:rPr sz="1050" b="0" kern="0" spc="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1050" b="0" kern="0" spc="5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1050" b="0" kern="0" spc="5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응</a:t>
            </a:r>
            <a:r>
              <a:rPr sz="1050" b="0" kern="0" spc="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답</a:t>
            </a:r>
            <a:r>
              <a:rPr sz="1050" b="0" kern="0" spc="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까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1050" b="0" kern="0" spc="-18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-29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50" b="0" kern="0" spc="-48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현</a:t>
            </a:r>
            <a:r>
              <a:rPr sz="1050" b="0" kern="0" spc="5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050" b="0" kern="0" spc="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본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안</a:t>
            </a:r>
          </a:p>
        </p:txBody>
      </p:sp>
      <p:sp>
        <p:nvSpPr>
          <p:cNvPr id="51" name="text-7-ModelCode로 PPID와 Pin Profile을 선택하고 ">
            <a:extLst xmlns:a="http://schemas.openxmlformats.org/drawingml/2006/main">
              <a:ext uri="{FF2B5EF4-FFF2-40B4-BE49-F238E27FC236}">
                <a16:creationId xmlns:a16="http://schemas.microsoft.com/office/drawing/2014/main" id="{6E1B1104-5E6E-4A45-8891-2FD264EE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75" y="5174242"/>
            <a:ext cx="2227092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-21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-1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2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862" b="0" kern="0" spc="-47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-20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택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52" name="text-8-이번 요청의 데이터">
            <a:extLst xmlns:a="http://schemas.openxmlformats.org/drawingml/2006/main">
              <a:ext uri="{FF2B5EF4-FFF2-40B4-BE49-F238E27FC236}">
                <a16:creationId xmlns:a16="http://schemas.microsoft.com/office/drawing/2014/main" id="{62B916A5-5E15-4C39-93EF-A5769A95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705" y="5174242"/>
            <a:ext cx="915161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번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터</a:t>
            </a:r>
          </a:p>
        </p:txBody>
      </p:sp>
      <p:sp>
        <p:nvSpPr>
          <p:cNvPr id="53" name="text-9-를 고정합니다.">
            <a:extLst xmlns:a="http://schemas.openxmlformats.org/drawingml/2006/main">
              <a:ext uri="{FF2B5EF4-FFF2-40B4-BE49-F238E27FC236}">
                <a16:creationId xmlns:a16="http://schemas.microsoft.com/office/drawing/2014/main" id="{83A1E67F-C746-4C59-A523-1DEBC6D7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242" y="5174242"/>
            <a:ext cx="713503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54" name="text-10-선택 Header / Entry의 유효성과 버전을 대조하고 실제 핀 ">
            <a:extLst xmlns:a="http://schemas.openxmlformats.org/drawingml/2006/main">
              <a:ext uri="{FF2B5EF4-FFF2-40B4-BE49-F238E27FC236}">
                <a16:creationId xmlns:a16="http://schemas.microsoft.com/office/drawing/2014/main" id="{A70CC8DE-A9C9-4C2E-8556-0FB42879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75" y="5371187"/>
            <a:ext cx="404628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택</a:t>
            </a:r>
            <a:r>
              <a:rPr sz="862" b="0" kern="0" spc="-16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-2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1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62" b="0" kern="0" spc="2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-20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효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성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862" b="0" kern="0" spc="4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862" b="0" kern="0" spc="4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55" name="text-11-기판 투입과 동시 이동합니다. 핀끼리의 이동 순서·그룹은 실제 기구 ">
            <a:extLst xmlns:a="http://schemas.openxmlformats.org/drawingml/2006/main">
              <a:ext uri="{FF2B5EF4-FFF2-40B4-BE49-F238E27FC236}">
                <a16:creationId xmlns:a16="http://schemas.microsoft.com/office/drawing/2014/main" id="{351E858D-B4FC-4FF8-8E1A-B1D23FC6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75" y="5591168"/>
            <a:ext cx="3337911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끼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리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62" b="0" kern="0" spc="4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순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그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룹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사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양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56" name="text-12-C07 협의">
            <a:extLst xmlns:a="http://schemas.openxmlformats.org/drawingml/2006/main">
              <a:ext uri="{FF2B5EF4-FFF2-40B4-BE49-F238E27FC236}">
                <a16:creationId xmlns:a16="http://schemas.microsoft.com/office/drawing/2014/main" id="{75575E95-BF0C-4E59-A710-406C4A3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67" y="5595219"/>
            <a:ext cx="447027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7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57" name="text-13-로 정합니다.">
            <a:extLst xmlns:a="http://schemas.openxmlformats.org/drawingml/2006/main">
              <a:ext uri="{FF2B5EF4-FFF2-40B4-BE49-F238E27FC236}">
                <a16:creationId xmlns:a16="http://schemas.microsoft.com/office/drawing/2014/main" id="{06A46813-3035-4222-834A-7ED3938B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75" y="5591168"/>
            <a:ext cx="61272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58" name="text-14-사용 핀 전체의 위치 / 완료 센서 결과를 확인해 ">
            <a:extLst xmlns:a="http://schemas.openxmlformats.org/drawingml/2006/main">
              <a:ext uri="{FF2B5EF4-FFF2-40B4-BE49-F238E27FC236}">
                <a16:creationId xmlns:a16="http://schemas.microsoft.com/office/drawing/2014/main" id="{BF541748-D056-4B24-BD08-7C5D48C2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75" y="5815515"/>
            <a:ext cx="2180648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사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862" b="0" kern="0" spc="-16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-15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센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59" name="text-15-PinReady + AckSeq + 적용 Version">
            <a:extLst xmlns:a="http://schemas.openxmlformats.org/drawingml/2006/main">
              <a:ext uri="{FF2B5EF4-FFF2-40B4-BE49-F238E27FC236}">
                <a16:creationId xmlns:a16="http://schemas.microsoft.com/office/drawing/2014/main" id="{CD140B49-A354-41D8-B666-C6DC1E6F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289" y="5815515"/>
            <a:ext cx="173526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-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2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-2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q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62" b="0" kern="0" spc="-22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적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62" b="0" kern="0" spc="-16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3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</a:p>
        </p:txBody>
      </p:sp>
      <p:sp>
        <p:nvSpPr>
          <p:cNvPr id="60" name="text-16-을 반환합니다.">
            <a:extLst xmlns:a="http://schemas.openxmlformats.org/drawingml/2006/main">
              <a:ext uri="{FF2B5EF4-FFF2-40B4-BE49-F238E27FC236}">
                <a16:creationId xmlns:a16="http://schemas.microsoft.com/office/drawing/2014/main" id="{61F2E4B6-51DB-4D92-8AD9-0B382C46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702" y="5815515"/>
            <a:ext cx="713504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61" name="text-17-가공 PC가 반송·핀·설정 응답을 합류합니다. 합류 시점 ">
            <a:extLst xmlns:a="http://schemas.openxmlformats.org/drawingml/2006/main">
              <a:ext uri="{FF2B5EF4-FFF2-40B4-BE49-F238E27FC236}">
                <a16:creationId xmlns:a16="http://schemas.microsoft.com/office/drawing/2014/main" id="{D8555B17-7D2F-4C45-A650-1069251B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75" y="6035141"/>
            <a:ext cx="2508713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862" b="0" kern="0" spc="-16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-20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송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-20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응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답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을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류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점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62" name="text-18-C03 협의">
            <a:extLst xmlns:a="http://schemas.openxmlformats.org/drawingml/2006/main">
              <a:ext uri="{FF2B5EF4-FFF2-40B4-BE49-F238E27FC236}">
                <a16:creationId xmlns:a16="http://schemas.microsoft.com/office/drawing/2014/main" id="{7632469C-3190-4089-B722-5C666981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571" y="6039179"/>
            <a:ext cx="447027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63" name="text-19-, 실패 시 Recovery ">
            <a:extLst xmlns:a="http://schemas.openxmlformats.org/drawingml/2006/main">
              <a:ext uri="{FF2B5EF4-FFF2-40B4-BE49-F238E27FC236}">
                <a16:creationId xmlns:a16="http://schemas.microsoft.com/office/drawing/2014/main" id="{564EB9E8-4B87-40B8-86DC-638C4229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79" y="6035141"/>
            <a:ext cx="96532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패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2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4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-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2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64" name="text-20-C05 협의">
            <a:extLst xmlns:a="http://schemas.openxmlformats.org/drawingml/2006/main">
              <a:ext uri="{FF2B5EF4-FFF2-40B4-BE49-F238E27FC236}">
                <a16:creationId xmlns:a16="http://schemas.microsoft.com/office/drawing/2014/main" id="{1F249C6E-4B28-448F-8885-16AED0A8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082" y="6039179"/>
            <a:ext cx="447027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65" name="text-21-.">
            <a:extLst xmlns:a="http://schemas.openxmlformats.org/drawingml/2006/main">
              <a:ext uri="{FF2B5EF4-FFF2-40B4-BE49-F238E27FC236}">
                <a16:creationId xmlns:a16="http://schemas.microsoft.com/office/drawing/2014/main" id="{5F6DD058-E992-433B-8423-CCC4CAAC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690" y="6035141"/>
            <a:ext cx="78076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66" name="text-22-위치 피드백이 있는 축의 완료 판정 예시">
            <a:extLst xmlns:a="http://schemas.openxmlformats.org/drawingml/2006/main">
              <a:ext uri="{FF2B5EF4-FFF2-40B4-BE49-F238E27FC236}">
                <a16:creationId xmlns:a16="http://schemas.microsoft.com/office/drawing/2014/main" id="{21C4C98B-90A0-4647-8F49-742E657C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5" y="6376560"/>
            <a:ext cx="1844040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피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백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판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</a:p>
        </p:txBody>
      </p:sp>
      <p:sp>
        <p:nvSpPr>
          <p:cNvPr id="67" name="text-23-모든 사용 핀: |">
            <a:extLst xmlns:a="http://schemas.openxmlformats.org/drawingml/2006/main">
              <a:ext uri="{FF2B5EF4-FFF2-40B4-BE49-F238E27FC236}">
                <a16:creationId xmlns:a16="http://schemas.microsoft.com/office/drawing/2014/main" id="{E4ECE6D7-81CC-4B69-A275-5F27DE6B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5" y="6542971"/>
            <a:ext cx="789213" cy="217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975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975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든</a:t>
            </a:r>
            <a:r>
              <a:rPr sz="975" b="0" kern="0" spc="55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사</a:t>
            </a:r>
            <a:r>
              <a:rPr sz="975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975" b="0" kern="0" spc="55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-228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975" b="0" kern="0" spc="1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975" b="0" kern="0" spc="55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975" b="0" kern="0" spc="0">
                <a:solidFill>
                  <a:srgbClr val="184e68"/>
                </a:solidFill>
                <a:latin typeface="Noto Sans CJK KR"/>
                <a:ea typeface="Noto Sans CJK KR"/>
                <a:cs typeface="Noto Sans CJK KR"/>
              </a:rPr>
              <a:t>|</a:t>
            </a:r>
          </a:p>
        </p:txBody>
      </p:sp>
      <p:sp>
        <p:nvSpPr>
          <p:cNvPr id="68" name="text-24-Actual − Target| ≤ Tolerance">
            <a:extLst xmlns:a="http://schemas.openxmlformats.org/drawingml/2006/main">
              <a:ext uri="{FF2B5EF4-FFF2-40B4-BE49-F238E27FC236}">
                <a16:creationId xmlns:a16="http://schemas.microsoft.com/office/drawing/2014/main" id="{0C376F63-8DA0-49F1-9435-52A562E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663" y="6542971"/>
            <a:ext cx="2030187" cy="18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975" b="1">
                <a:solidFill>
                  <a:srgbClr val="184E6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u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l</a:t>
            </a:r>
            <a:r>
              <a:rPr sz="975" b="1" kern="0" spc="5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−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75" b="1" kern="0" spc="-248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g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|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≤</a:t>
            </a:r>
            <a:r>
              <a:rPr sz="975" b="1" kern="0" spc="6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75" b="1" kern="0" spc="-256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o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l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n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sz="975" b="1" kern="0" spc="0">
                <a:solidFill>
                  <a:srgbClr val="184e68"/>
                </a:solidFill>
                <a:latin typeface="DejaVu Sans"/>
                <a:ea typeface="DejaVu Sans"/>
                <a:cs typeface="DejaVu Sans"/>
              </a:rPr>
              <a:t>e</a:t>
            </a:r>
          </a:p>
        </p:txBody>
      </p:sp>
      <p:sp>
        <p:nvSpPr>
          <p:cNvPr id="69" name="text-25-위치 안정·축 상태·선택 버전까지 확인. 센서 방식일 경우 대상 위치">
            <a:extLst xmlns:a="http://schemas.openxmlformats.org/drawingml/2006/main">
              <a:ext uri="{FF2B5EF4-FFF2-40B4-BE49-F238E27FC236}">
                <a16:creationId xmlns:a16="http://schemas.microsoft.com/office/drawing/2014/main" id="{75C0E850-1709-4284-BAA2-084690F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5" y="6749536"/>
            <a:ext cx="403445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축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태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택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까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센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식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경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우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떻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게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식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70" name="text-26-C07 협의">
            <a:extLst xmlns:a="http://schemas.openxmlformats.org/drawingml/2006/main">
              <a:ext uri="{FF2B5EF4-FFF2-40B4-BE49-F238E27FC236}">
                <a16:creationId xmlns:a16="http://schemas.microsoft.com/office/drawing/2014/main" id="{45983A90-35F7-46D2-88AD-F4499338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120" y="6753574"/>
            <a:ext cx="447027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7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71" name="text-27-에서 결정합니다.">
            <a:extLst xmlns:a="http://schemas.openxmlformats.org/drawingml/2006/main">
              <a:ext uri="{FF2B5EF4-FFF2-40B4-BE49-F238E27FC236}">
                <a16:creationId xmlns:a16="http://schemas.microsoft.com/office/drawing/2014/main" id="{DA4DBB47-B280-438D-A91F-59B67B5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728" y="6749536"/>
            <a:ext cx="81427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72" name="text-28-요청: ">
            <a:extLst xmlns:a="http://schemas.openxmlformats.org/drawingml/2006/main">
              <a:ext uri="{FF2B5EF4-FFF2-40B4-BE49-F238E27FC236}">
                <a16:creationId xmlns:a16="http://schemas.microsoft.com/office/drawing/2014/main" id="{943DA18C-72EA-4164-94B2-6998394D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5" y="7096879"/>
            <a:ext cx="298980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825" b="0" kern="0" spc="-20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825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82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73" name="text-29-ReqSeq + ProfileID + Version">
            <a:extLst xmlns:a="http://schemas.openxmlformats.org/drawingml/2006/main">
              <a:ext uri="{FF2B5EF4-FFF2-40B4-BE49-F238E27FC236}">
                <a16:creationId xmlns:a16="http://schemas.microsoft.com/office/drawing/2014/main" id="{B8F2D37D-434E-4EC1-83BD-E9D8134C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30" y="7096879"/>
            <a:ext cx="1575978" cy="1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1834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825" b="0" kern="0" spc="-76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q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q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825" b="0" kern="0" spc="-12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-29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P</a:t>
            </a:r>
            <a:r>
              <a:rPr sz="825" b="0" kern="0" spc="-35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o</a:t>
            </a:r>
            <a:r>
              <a:rPr sz="825" b="0" kern="0" spc="229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sz="825" b="0" kern="0" spc="-459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l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D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825" b="0" kern="0" spc="-11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-13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V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o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n</a:t>
            </a:r>
          </a:p>
        </p:txBody>
      </p:sp>
      <p:sp>
        <p:nvSpPr>
          <p:cNvPr id="74" name="text-30-응답: ">
            <a:extLst xmlns:a="http://schemas.openxmlformats.org/drawingml/2006/main">
              <a:ext uri="{FF2B5EF4-FFF2-40B4-BE49-F238E27FC236}">
                <a16:creationId xmlns:a16="http://schemas.microsoft.com/office/drawing/2014/main" id="{20AD3639-9B09-4835-8AA1-9D458867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5" y="7264404"/>
            <a:ext cx="298980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응</a:t>
            </a:r>
            <a:r>
              <a:rPr sz="825" b="0" kern="0" spc="-20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답</a:t>
            </a:r>
            <a:r>
              <a:rPr sz="825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82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75" name="text-31-AckSeq + PinBusy / PinReady + AppliedV">
            <a:extLst xmlns:a="http://schemas.openxmlformats.org/drawingml/2006/main">
              <a:ext uri="{FF2B5EF4-FFF2-40B4-BE49-F238E27FC236}">
                <a16:creationId xmlns:a16="http://schemas.microsoft.com/office/drawing/2014/main" id="{A675BE04-110E-438C-B6BB-24E9260F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30" y="7264404"/>
            <a:ext cx="2516752" cy="1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1834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825" b="0" kern="0" spc="-31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k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q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825" b="0" kern="0" spc="-12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-36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P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n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B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u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y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825" b="0" kern="0" spc="-13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-36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P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n</a:t>
            </a:r>
            <a:r>
              <a:rPr sz="825" b="0" kern="0" spc="-76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d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y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+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p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p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l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-2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d</a:t>
            </a:r>
            <a:r>
              <a:rPr sz="825" b="0" kern="0" spc="-13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V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o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n</a:t>
            </a:r>
          </a:p>
        </p:txBody>
      </p:sp>
      <p:sp>
        <p:nvSpPr>
          <p:cNvPr id="76" name="text-32-이상: ">
            <a:extLst xmlns:a="http://schemas.openxmlformats.org/drawingml/2006/main">
              <a:ext uri="{FF2B5EF4-FFF2-40B4-BE49-F238E27FC236}">
                <a16:creationId xmlns:a16="http://schemas.microsoft.com/office/drawing/2014/main" id="{7696B40E-1C7D-4874-A831-0EB733A1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5" y="7431931"/>
            <a:ext cx="298980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25" b="0" kern="0" spc="-20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25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:</a:t>
            </a:r>
            <a:r>
              <a:rPr sz="825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77" name="text-33-FailedPin / ErrorCode / ActualState">
            <a:extLst xmlns:a="http://schemas.openxmlformats.org/drawingml/2006/main">
              <a:ext uri="{FF2B5EF4-FFF2-40B4-BE49-F238E27FC236}">
                <a16:creationId xmlns:a16="http://schemas.microsoft.com/office/drawing/2014/main" id="{0C2800C6-1EBE-40FF-B8F0-FC48D0D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30" y="7431931"/>
            <a:ext cx="1841687" cy="1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1834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/>
            <a:r>
              <a:rPr sz="825" b="0" kern="0" spc="-152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F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l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-6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d</a:t>
            </a:r>
            <a:r>
              <a:rPr sz="825" b="0" kern="0" spc="-36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P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i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n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-9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-29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825" b="0" kern="0" spc="-35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o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r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o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d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825" b="0" kern="0" spc="-13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825" b="0" kern="0" spc="-31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c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u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l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t</a:t>
            </a:r>
            <a:r>
              <a:rPr sz="825" b="0" kern="0" spc="0">
                <a:solidFill>
                  <a:srgbClr val="18344b"/>
                </a:solidFill>
                <a:latin typeface="DejaVu Sans"/>
                <a:ea typeface="DejaVu Sans"/>
                <a:cs typeface="DejaVu Sans"/>
              </a:rPr>
              <a:t>e</a:t>
            </a:r>
          </a:p>
        </p:txBody>
      </p:sp>
      <p:sp>
        <p:nvSpPr>
          <p:cNvPr id="78" name="text-34-Seq·상태·실위치는 통신 / 실행 데이터입니다. PPID 바디에 운">
            <a:extLst xmlns:a="http://schemas.openxmlformats.org/drawingml/2006/main">
              <a:ext uri="{FF2B5EF4-FFF2-40B4-BE49-F238E27FC236}">
                <a16:creationId xmlns:a16="http://schemas.microsoft.com/office/drawing/2014/main" id="{66A64A51-5241-4E65-B095-9606124F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7725960"/>
            <a:ext cx="4622674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q</a:t>
            </a:r>
            <a:r>
              <a:rPr sz="750" b="0" kern="0" spc="-18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태</a:t>
            </a:r>
            <a:r>
              <a:rPr sz="750" b="0" kern="0" spc="-607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치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750" b="0" kern="0" spc="3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통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신</a:t>
            </a:r>
            <a:r>
              <a:rPr sz="750" b="0" kern="0" spc="-1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750" b="0" kern="0" spc="-1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행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데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터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750" b="0" kern="0" spc="-18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바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디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750" b="0" kern="0" spc="3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운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태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750" b="0" kern="0" spc="3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매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번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저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장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750" b="0" kern="0" spc="3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항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으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750" b="0" kern="0" spc="3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750" b="0" kern="0" spc="3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않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습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750" b="0" kern="0" spc="-18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79" name="text-35-기존 1~903 유지 · 추가 제안 904~962">
            <a:extLst xmlns:a="http://schemas.openxmlformats.org/drawingml/2006/main">
              <a:ext uri="{FF2B5EF4-FFF2-40B4-BE49-F238E27FC236}">
                <a16:creationId xmlns:a16="http://schemas.microsoft.com/office/drawing/2014/main" id="{010CE5B2-D7C3-40E5-A77A-039A3263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89" y="2468848"/>
            <a:ext cx="2483125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존</a:t>
            </a:r>
            <a:r>
              <a:rPr sz="1200" b="0" kern="0" spc="-22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1200" b="0" kern="0" spc="1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~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1200" b="0" kern="0" spc="-226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유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1200" b="0" kern="0" spc="-22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-338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1200" b="0" kern="0" spc="-223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1200" b="0" kern="0" spc="1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~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  <p:sp>
        <p:nvSpPr>
          <p:cNvPr id="80" name="text-36-59항목 · C09 / C10 협의">
            <a:extLst xmlns:a="http://schemas.openxmlformats.org/drawingml/2006/main">
              <a:ext uri="{FF2B5EF4-FFF2-40B4-BE49-F238E27FC236}">
                <a16:creationId xmlns:a16="http://schemas.microsoft.com/office/drawing/2014/main" id="{021379F8-27EE-4184-AD8B-F30FE7A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4403" y="2533510"/>
            <a:ext cx="1115174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25" b="0" kern="0" spc="-198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항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825" b="0" kern="0" spc="-154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-233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25" b="0" kern="0" spc="-187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-209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81" name="text-37-번호 전개:">
            <a:extLst xmlns:a="http://schemas.openxmlformats.org/drawingml/2006/main">
              <a:ext uri="{FF2B5EF4-FFF2-40B4-BE49-F238E27FC236}">
                <a16:creationId xmlns:a16="http://schemas.microsoft.com/office/drawing/2014/main" id="{208CAB73-2EDC-49CF-812E-66536CC6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839" y="7348116"/>
            <a:ext cx="511955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호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:</a:t>
            </a:r>
          </a:p>
        </p:txBody>
      </p:sp>
      <p:sp>
        <p:nvSpPr>
          <p:cNvPr id="82" name="text-38- Key1 USE/X/Y=912/913/914, Key10=939/9">
            <a:extLst xmlns:a="http://schemas.openxmlformats.org/drawingml/2006/main">
              <a:ext uri="{FF2B5EF4-FFF2-40B4-BE49-F238E27FC236}">
                <a16:creationId xmlns:a16="http://schemas.microsoft.com/office/drawing/2014/main" id="{2F050435-17AC-433F-9750-4D5A8F8F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174" y="7348116"/>
            <a:ext cx="5727895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62" b="0" kern="0" spc="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2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X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62" b="0" kern="0" spc="-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1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62" b="0" kern="0" spc="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-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62" b="0" kern="0" spc="-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-2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-21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워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오</a:t>
            </a:r>
            <a:r>
              <a:rPr sz="862" b="0" kern="0" spc="-21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차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-2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862" b="0" kern="0" spc="-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862" b="0" kern="0" spc="-4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-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83" name="text-39-PLC 분리:">
            <a:extLst xmlns:a="http://schemas.openxmlformats.org/drawingml/2006/main">
              <a:ext uri="{FF2B5EF4-FFF2-40B4-BE49-F238E27FC236}">
                <a16:creationId xmlns:a16="http://schemas.microsoft.com/office/drawing/2014/main" id="{25F48C23-FB12-4EFB-BA2D-F53872D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839" y="7535365"/>
            <a:ext cx="499795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-5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-20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리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:</a:t>
            </a:r>
          </a:p>
        </p:txBody>
      </p:sp>
      <p:sp>
        <p:nvSpPr>
          <p:cNvPr id="84" name="text-40- 핀별 전체 Target 좌표는 Pin Profile 테이블에 등록합">
            <a:extLst xmlns:a="http://schemas.openxmlformats.org/drawingml/2006/main">
              <a:ext uri="{FF2B5EF4-FFF2-40B4-BE49-F238E27FC236}">
                <a16:creationId xmlns:a16="http://schemas.microsoft.com/office/drawing/2014/main" id="{3D0C916A-9218-41D8-93F1-496B94D1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007" y="7535365"/>
            <a:ext cx="6045560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862" b="0" kern="0" spc="-16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14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-1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-2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62" b="0" kern="0" spc="-2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62" b="0" kern="0" spc="-20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좌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-16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-1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23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862" b="0" kern="0" spc="-47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테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등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록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-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3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862" b="0" kern="0" spc="-22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만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4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며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노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출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85" name="text-41-C09 협의">
            <a:extLst xmlns:a="http://schemas.openxmlformats.org/drawingml/2006/main">
              <a:ext uri="{FF2B5EF4-FFF2-40B4-BE49-F238E27FC236}">
                <a16:creationId xmlns:a16="http://schemas.microsoft.com/office/drawing/2014/main" id="{E36ACDFC-EDE6-418C-A7CE-FA21BF6E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9897" y="7539417"/>
            <a:ext cx="447025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86" name="text-42-입니다.">
            <a:extLst xmlns:a="http://schemas.openxmlformats.org/drawingml/2006/main">
              <a:ext uri="{FF2B5EF4-FFF2-40B4-BE49-F238E27FC236}">
                <a16:creationId xmlns:a16="http://schemas.microsoft.com/office/drawing/2014/main" id="{884C89FC-03A4-4206-882F-F4C7335A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839" y="7726626"/>
            <a:ext cx="38050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862" b="0" kern="0" spc="-21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87" name="text-43-추가 번호는 논리 항목 번호이며 PLC Word 주소가 아닙니다. 형">
            <a:extLst xmlns:a="http://schemas.openxmlformats.org/drawingml/2006/main">
              <a:ext uri="{FF2B5EF4-FFF2-40B4-BE49-F238E27FC236}">
                <a16:creationId xmlns:a16="http://schemas.microsoft.com/office/drawing/2014/main" id="{00B9E8C7-C3D7-4A60-93B7-129ECF33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89" y="8020810"/>
            <a:ext cx="6492517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번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호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750" b="0" kern="0" spc="3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논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리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항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번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호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며</a:t>
            </a:r>
            <a:r>
              <a:rPr sz="750" b="0" kern="0" spc="-1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-4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W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750" b="0" kern="0" spc="-17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750" b="0" kern="0" spc="-18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주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소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750" b="0" kern="0" spc="3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아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닙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750" b="0" kern="0" spc="-18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-14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형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식</a:t>
            </a:r>
            <a:r>
              <a:rPr sz="750" b="0" kern="0" spc="-60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최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소</a:t>
            </a:r>
            <a:r>
              <a:rPr sz="750" b="0" kern="0" spc="-18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최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750" b="0" kern="0" spc="-60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케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은</a:t>
            </a:r>
            <a:r>
              <a:rPr sz="750" b="0" kern="0" spc="3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안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며</a:t>
            </a:r>
            <a:r>
              <a:rPr sz="750" b="0" kern="0" spc="3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제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주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소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및</a:t>
            </a:r>
            <a:r>
              <a:rPr sz="750" b="0" kern="0" spc="3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저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장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길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확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750" b="0" kern="0" spc="3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메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리</a:t>
            </a:r>
            <a:r>
              <a:rPr sz="750" b="0" kern="0" spc="3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총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량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으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750" b="0" kern="0" spc="3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환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산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하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750" b="0" kern="0" spc="3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않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습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750" b="0" kern="0" spc="-18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88" name="text-44-핀 테이블 · 운영 협의">
            <a:extLst xmlns:a="http://schemas.openxmlformats.org/drawingml/2006/main">
              <a:ext uri="{FF2B5EF4-FFF2-40B4-BE49-F238E27FC236}">
                <a16:creationId xmlns:a16="http://schemas.microsoft.com/office/drawing/2014/main" id="{1F991F8A-43E7-4D1B-8C19-BF511C88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5" y="8528792"/>
            <a:ext cx="1382496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테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블</a:t>
            </a:r>
            <a:r>
              <a:rPr sz="1200" b="0" kern="0" spc="-224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-338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운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영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89" name="text-45-PPID · 인터페이스 협의 및 기존 표 점검">
            <a:extLst xmlns:a="http://schemas.openxmlformats.org/drawingml/2006/main">
              <a:ext uri="{FF2B5EF4-FFF2-40B4-BE49-F238E27FC236}">
                <a16:creationId xmlns:a16="http://schemas.microsoft.com/office/drawing/2014/main" id="{C4F81F8B-30CD-4D50-B952-19571E9C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89" y="8528792"/>
            <a:ext cx="2579898" cy="2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200" b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200" b="0" kern="0" spc="-289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페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1200" b="0" kern="0" spc="6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및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존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1200" b="0" kern="0" spc="67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점</a:t>
            </a:r>
            <a:r>
              <a:rPr sz="1200" b="0" kern="0" spc="0">
                <a:solidFill>
                  <a:srgbClr val="1f526e"/>
                </a:solidFill>
                <a:latin typeface="Noto Sans CJK KR"/>
                <a:ea typeface="Noto Sans CJK KR"/>
                <a:cs typeface="Noto Sans CJK KR"/>
              </a:rPr>
              <a:t>검</a:t>
            </a:r>
          </a:p>
        </p:txBody>
      </p:sp>
      <p:sp>
        <p:nvSpPr>
          <p:cNvPr id="90" name="text-46-기존 표:">
            <a:extLst xmlns:a="http://schemas.openxmlformats.org/drawingml/2006/main">
              <a:ext uri="{FF2B5EF4-FFF2-40B4-BE49-F238E27FC236}">
                <a16:creationId xmlns:a16="http://schemas.microsoft.com/office/drawing/2014/main" id="{8061E92E-57AA-41B6-B0C3-BD6F7AA7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89" y="9528390"/>
            <a:ext cx="363760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존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18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:</a:t>
            </a:r>
          </a:p>
        </p:txBody>
      </p:sp>
      <p:sp>
        <p:nvSpPr>
          <p:cNvPr id="91" name="text-47- INT의 16/32-bit 구분 필요(100000 / 1750000">
            <a:extLst xmlns:a="http://schemas.openxmlformats.org/drawingml/2006/main">
              <a:ext uri="{FF2B5EF4-FFF2-40B4-BE49-F238E27FC236}">
                <a16:creationId xmlns:a16="http://schemas.microsoft.com/office/drawing/2014/main" id="{A871D8B1-EB9C-45B9-83FA-2B5B4CF7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728" y="9528390"/>
            <a:ext cx="6864375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750" b="0" kern="0" spc="-18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750" b="0" kern="0" spc="-14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-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750" b="0" kern="0" spc="-187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필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3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750" b="0" kern="0" spc="37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7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-14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저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장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)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설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명</a:t>
            </a:r>
            <a:r>
              <a:rPr sz="750" b="0" kern="0" spc="-14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~</a:t>
            </a:r>
            <a:r>
              <a:rPr sz="750" b="0" kern="0" spc="-18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와</a:t>
            </a:r>
            <a:r>
              <a:rPr sz="750" b="0" kern="0" spc="-14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x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750" b="0" kern="0" spc="-18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통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-4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=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-18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운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영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정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750" b="0" kern="0" spc="-2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750" b="0" kern="0" spc="-18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파</a:t>
            </a:r>
            <a:r>
              <a:rPr sz="750" b="0" kern="0" spc="-18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워</a:t>
            </a:r>
            <a:r>
              <a:rPr sz="750" b="0" kern="0" spc="-427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750" b="0" kern="0" spc="-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750" b="0" kern="0" spc="-6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10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Z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-3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x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750" b="0" kern="0" spc="-18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좌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스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케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일</a:t>
            </a:r>
            <a:r>
              <a:rPr sz="750" b="0" kern="0" spc="3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명</a:t>
            </a:r>
            <a:r>
              <a:rPr sz="750" b="0" kern="0" spc="-18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750" b="0" kern="0" spc="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4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-2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750" b="0" kern="0" spc="-18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는</a:t>
            </a:r>
          </a:p>
        </p:txBody>
      </p:sp>
      <p:sp>
        <p:nvSpPr>
          <p:cNvPr id="92" name="text-48-다음 가공좌표까지 Design pixel 수입니다.">
            <a:extLst xmlns:a="http://schemas.openxmlformats.org/drawingml/2006/main">
              <a:ext uri="{FF2B5EF4-FFF2-40B4-BE49-F238E27FC236}">
                <a16:creationId xmlns:a16="http://schemas.microsoft.com/office/drawing/2014/main" id="{D6DC8353-B23C-49BD-8B52-51FA3BF4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89" y="9661893"/>
            <a:ext cx="1733455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음</a:t>
            </a:r>
            <a:r>
              <a:rPr sz="750" b="0" kern="0" spc="3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공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좌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까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지</a:t>
            </a:r>
            <a:r>
              <a:rPr sz="750" b="0" kern="0" spc="-14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750" b="0" kern="0" spc="-6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-4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-31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x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750" b="0" kern="0" spc="-183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수</a:t>
            </a:r>
            <a:r>
              <a:rPr sz="750" b="0" kern="0" spc="-5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750" b="0" kern="0" spc="-8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니</a:t>
            </a:r>
            <a:r>
              <a:rPr sz="750" b="0" kern="0" spc="-182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다</a:t>
            </a:r>
            <a:r>
              <a:rPr sz="750" b="0" kern="0" spc="0">
                <a:solidFill>
                  <a:srgbClr val="667c8d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93" name="text-49-1 · 모델 / Profile 등록">
            <a:extLst xmlns:a="http://schemas.openxmlformats.org/drawingml/2006/main">
              <a:ext uri="{FF2B5EF4-FFF2-40B4-BE49-F238E27FC236}">
                <a16:creationId xmlns:a16="http://schemas.microsoft.com/office/drawing/2014/main" id="{7919A802-D8DD-4D8E-AD70-2B09BF07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00" y="1603688"/>
            <a:ext cx="1288447" cy="23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5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1050" b="0" kern="0" spc="6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-29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50" b="0" kern="0" spc="-48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모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델</a:t>
            </a:r>
            <a:r>
              <a:rPr sz="1050" b="0" kern="0" spc="-18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1050" b="0" kern="0" spc="6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050" b="0" kern="0" spc="-2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1050" b="0" kern="0" spc="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1050" b="0" kern="0" spc="28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f</a:t>
            </a:r>
            <a:r>
              <a:rPr sz="1050" b="0" kern="0" spc="-57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1050" b="0" kern="0" spc="-24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등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록</a:t>
            </a:r>
          </a:p>
        </p:txBody>
      </p:sp>
      <p:sp>
        <p:nvSpPr>
          <p:cNvPr id="94" name="text-50-Model Code ↔ ONLINE_PPID_NAME">
            <a:extLst xmlns:a="http://schemas.openxmlformats.org/drawingml/2006/main">
              <a:ext uri="{FF2B5EF4-FFF2-40B4-BE49-F238E27FC236}">
                <a16:creationId xmlns:a16="http://schemas.microsoft.com/office/drawing/2014/main" id="{2355F03B-D90D-41D8-876F-79C19059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00" y="1822400"/>
            <a:ext cx="1874273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1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_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_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</a:p>
        </p:txBody>
      </p:sp>
      <p:sp>
        <p:nvSpPr>
          <p:cNvPr id="95" name="text-51-Recipe Rev. ↔ Pin ID / Rev. 연결">
            <a:extLst xmlns:a="http://schemas.openxmlformats.org/drawingml/2006/main">
              <a:ext uri="{FF2B5EF4-FFF2-40B4-BE49-F238E27FC236}">
                <a16:creationId xmlns:a16="http://schemas.microsoft.com/office/drawing/2014/main" id="{BAC36A52-F48F-47FA-9177-A06D040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300" y="1980941"/>
            <a:ext cx="161685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-2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2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6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-1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2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6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-20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결</a:t>
            </a:r>
          </a:p>
        </p:txBody>
      </p:sp>
      <p:sp>
        <p:nvSpPr>
          <p:cNvPr id="96" name="text-52-→">
            <a:extLst xmlns:a="http://schemas.openxmlformats.org/drawingml/2006/main">
              <a:ext uri="{FF2B5EF4-FFF2-40B4-BE49-F238E27FC236}">
                <a16:creationId xmlns:a16="http://schemas.microsoft.com/office/drawing/2014/main" id="{5B0D89EC-56F8-4B72-96C3-0BA57AD2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175" y="1795325"/>
            <a:ext cx="190500" cy="24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125" b="0">
                <a:solidFill>
                  <a:srgbClr val="37738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125" b="0" kern="0" spc="0">
                <a:solidFill>
                  <a:srgbClr val="37738e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97" name="text-53-2 · PLC 임시 영역 기록">
            <a:extLst xmlns:a="http://schemas.openxmlformats.org/drawingml/2006/main">
              <a:ext uri="{FF2B5EF4-FFF2-40B4-BE49-F238E27FC236}">
                <a16:creationId xmlns:a16="http://schemas.microsoft.com/office/drawing/2014/main" id="{A5152025-CF01-4729-93FF-A98B2192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875" y="1603688"/>
            <a:ext cx="1334852" cy="23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5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1050" b="0" kern="0" spc="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1050" b="0" kern="0" spc="-5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1050" b="0" kern="0" spc="-24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임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1050" b="0" kern="0" spc="5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영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역</a:t>
            </a:r>
            <a:r>
              <a:rPr sz="1050" b="0" kern="0" spc="5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록</a:t>
            </a:r>
          </a:p>
        </p:txBody>
      </p:sp>
      <p:sp>
        <p:nvSpPr>
          <p:cNvPr id="98" name="text-54-Header + 사용 핀별 목표 데이터">
            <a:extLst xmlns:a="http://schemas.openxmlformats.org/drawingml/2006/main">
              <a:ext uri="{FF2B5EF4-FFF2-40B4-BE49-F238E27FC236}">
                <a16:creationId xmlns:a16="http://schemas.microsoft.com/office/drawing/2014/main" id="{02EE39D0-88D8-4597-843B-5C7D773D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875" y="1822400"/>
            <a:ext cx="1528025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-2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+</a:t>
            </a:r>
            <a:r>
              <a:rPr sz="862" b="0" kern="0" spc="-21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사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용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터</a:t>
            </a:r>
          </a:p>
        </p:txBody>
      </p:sp>
      <p:sp>
        <p:nvSpPr>
          <p:cNvPr id="99" name="text-55-길이·범위·Version·Checksum 대조">
            <a:extLst xmlns:a="http://schemas.openxmlformats.org/drawingml/2006/main">
              <a:ext uri="{FF2B5EF4-FFF2-40B4-BE49-F238E27FC236}">
                <a16:creationId xmlns:a16="http://schemas.microsoft.com/office/drawing/2014/main" id="{62BA6688-3EF7-4E09-8B3E-D8598069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875" y="1980941"/>
            <a:ext cx="1710513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길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범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위</a:t>
            </a:r>
            <a:r>
              <a:rPr sz="862" b="0" kern="0" spc="-48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-3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-3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h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k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u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-22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조</a:t>
            </a:r>
          </a:p>
        </p:txBody>
      </p:sp>
      <p:sp>
        <p:nvSpPr>
          <p:cNvPr id="100" name="text-56-→">
            <a:extLst xmlns:a="http://schemas.openxmlformats.org/drawingml/2006/main">
              <a:ext uri="{FF2B5EF4-FFF2-40B4-BE49-F238E27FC236}">
                <a16:creationId xmlns:a16="http://schemas.microsoft.com/office/drawing/2014/main" id="{0A777044-7A05-498D-B692-65CE5714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751" y="1795325"/>
            <a:ext cx="190500" cy="24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125" b="0">
                <a:solidFill>
                  <a:srgbClr val="37738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125" b="0" kern="0" spc="0">
                <a:solidFill>
                  <a:srgbClr val="37738e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1" name="text-57-3 · 테이블 유효화">
            <a:extLst xmlns:a="http://schemas.openxmlformats.org/drawingml/2006/main">
              <a:ext uri="{FF2B5EF4-FFF2-40B4-BE49-F238E27FC236}">
                <a16:creationId xmlns:a16="http://schemas.microsoft.com/office/drawing/2014/main" id="{48B12087-E183-4F18-AD60-5EE42A9C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451" y="1603688"/>
            <a:ext cx="1006944" cy="23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5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1050" b="0" kern="0" spc="6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-29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50" b="0" kern="0" spc="-48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테</a:t>
            </a:r>
            <a:r>
              <a:rPr sz="1050" b="0" kern="0" spc="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블</a:t>
            </a:r>
            <a:r>
              <a:rPr sz="1050" b="0" kern="0" spc="5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유</a:t>
            </a:r>
            <a:r>
              <a:rPr sz="1050" b="0" kern="0" spc="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효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화</a:t>
            </a:r>
          </a:p>
        </p:txBody>
      </p:sp>
      <p:sp>
        <p:nvSpPr>
          <p:cNvPr id="102" name="text-58-전체 검증 후 Valid / Commit 게시">
            <a:extLst xmlns:a="http://schemas.openxmlformats.org/drawingml/2006/main">
              <a:ext uri="{FF2B5EF4-FFF2-40B4-BE49-F238E27FC236}">
                <a16:creationId xmlns:a16="http://schemas.microsoft.com/office/drawing/2014/main" id="{38815430-5A31-4CBC-9A31-305DB696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451" y="1822400"/>
            <a:ext cx="1623320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체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검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증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후</a:t>
            </a:r>
            <a:r>
              <a:rPr sz="862" b="0" kern="0" spc="-15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-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V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o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m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862" b="0" kern="0" spc="-22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게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</a:p>
        </p:txBody>
      </p:sp>
      <p:sp>
        <p:nvSpPr>
          <p:cNvPr id="103" name="text-59-등록·승인·배포 권한 ">
            <a:extLst xmlns:a="http://schemas.openxmlformats.org/drawingml/2006/main">
              <a:ext uri="{FF2B5EF4-FFF2-40B4-BE49-F238E27FC236}">
                <a16:creationId xmlns:a16="http://schemas.microsoft.com/office/drawing/2014/main" id="{4C5C4E4A-3B73-43DF-999E-375A7FF1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451" y="2003977"/>
            <a:ext cx="976284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등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록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승</a:t>
            </a:r>
            <a:r>
              <a:rPr sz="862" b="0" kern="0" spc="-20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인</a:t>
            </a:r>
            <a:r>
              <a:rPr sz="862" b="0" kern="0" spc="-69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배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포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권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한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04" name="text-60-C08 협의">
            <a:extLst xmlns:a="http://schemas.openxmlformats.org/drawingml/2006/main">
              <a:ext uri="{FF2B5EF4-FFF2-40B4-BE49-F238E27FC236}">
                <a16:creationId xmlns:a16="http://schemas.microsoft.com/office/drawing/2014/main" id="{C930F6AA-D074-452C-AF35-8B804B21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319" y="2008028"/>
            <a:ext cx="447027" cy="189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25" b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8</a:t>
            </a:r>
            <a:r>
              <a:rPr sz="825" b="0" kern="0" spc="-202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825" b="0" kern="0" spc="0">
                <a:solidFill>
                  <a:srgbClr val="975b0d"/>
                </a:solidFill>
                <a:latin typeface="Noto Sans CJK KR"/>
                <a:ea typeface="Noto Sans CJK KR"/>
                <a:cs typeface="Noto Sans CJK KR"/>
              </a:rPr>
              <a:t>의</a:t>
            </a:r>
          </a:p>
        </p:txBody>
      </p:sp>
      <p:sp>
        <p:nvSpPr>
          <p:cNvPr id="105" name="text-61-→">
            <a:extLst xmlns:a="http://schemas.openxmlformats.org/drawingml/2006/main">
              <a:ext uri="{FF2B5EF4-FFF2-40B4-BE49-F238E27FC236}">
                <a16:creationId xmlns:a16="http://schemas.microsoft.com/office/drawing/2014/main" id="{D4377DFB-6DED-44BE-B785-72869042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325" y="1795325"/>
            <a:ext cx="190500" cy="24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125" b="0">
                <a:solidFill>
                  <a:srgbClr val="37738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125" b="0" kern="0" spc="0">
                <a:solidFill>
                  <a:srgbClr val="37738e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6" name="text-62-4 · 요청별 선택 / 실행">
            <a:extLst xmlns:a="http://schemas.openxmlformats.org/drawingml/2006/main">
              <a:ext uri="{FF2B5EF4-FFF2-40B4-BE49-F238E27FC236}">
                <a16:creationId xmlns:a16="http://schemas.microsoft.com/office/drawing/2014/main" id="{6767A592-1873-43D1-B5B9-3F6E6979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025" y="1603688"/>
            <a:ext cx="1256711" cy="231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1050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1050" b="0" kern="0" spc="65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-29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1050" b="0" kern="0" spc="-48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1050" b="0" kern="0" spc="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별</a:t>
            </a:r>
            <a:r>
              <a:rPr sz="1050" b="0" kern="0" spc="5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택</a:t>
            </a:r>
            <a:r>
              <a:rPr sz="1050" b="0" kern="0" spc="-18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1050" b="0" kern="0" spc="-18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 kern="0" spc="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실</a:t>
            </a:r>
            <a:r>
              <a:rPr sz="1050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행</a:t>
            </a:r>
          </a:p>
        </p:txBody>
      </p:sp>
      <p:sp>
        <p:nvSpPr>
          <p:cNvPr id="107" name="text-63-Pending에 요청 Seq·선택 버전 고정">
            <a:extLst xmlns:a="http://schemas.openxmlformats.org/drawingml/2006/main">
              <a:ext uri="{FF2B5EF4-FFF2-40B4-BE49-F238E27FC236}">
                <a16:creationId xmlns:a16="http://schemas.microsoft.com/office/drawing/2014/main" id="{11C03BC9-3393-44C6-BCBE-9115E1EA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025" y="1822400"/>
            <a:ext cx="175311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-4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21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g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에</a:t>
            </a:r>
            <a:r>
              <a:rPr sz="862" b="0" kern="0" spc="4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요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청</a:t>
            </a:r>
            <a:r>
              <a:rPr sz="862" b="0" kern="0" spc="-16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S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q</a:t>
            </a:r>
            <a:r>
              <a:rPr sz="862" b="0" kern="0" spc="-209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택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버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전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정</a:t>
            </a:r>
          </a:p>
        </p:txBody>
      </p:sp>
      <p:sp>
        <p:nvSpPr>
          <p:cNvPr id="108" name="text-64-투입과 동시 이동 → PinReady 반환">
            <a:extLst xmlns:a="http://schemas.openxmlformats.org/drawingml/2006/main">
              <a:ext uri="{FF2B5EF4-FFF2-40B4-BE49-F238E27FC236}">
                <a16:creationId xmlns:a16="http://schemas.microsoft.com/office/drawing/2014/main" id="{98836D90-2D4C-43C5-B91E-5F97F009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6025" y="1980941"/>
            <a:ext cx="1691669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투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입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862" b="0" kern="0" spc="42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시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이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동</a:t>
            </a:r>
            <a:r>
              <a:rPr sz="862" b="0" kern="0" spc="44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→</a:t>
            </a:r>
            <a:r>
              <a:rPr sz="862" b="0" kern="0" spc="-158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862" b="0" kern="0" spc="-6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862" b="0" kern="0" spc="-2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R</a:t>
            </a:r>
            <a:r>
              <a:rPr sz="862" b="0" kern="0" spc="-27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y</a:t>
            </a:r>
            <a:r>
              <a:rPr sz="862" b="0" kern="0" spc="-211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반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환</a:t>
            </a:r>
          </a:p>
        </p:txBody>
      </p:sp>
      <p:sp>
        <p:nvSpPr>
          <p:cNvPr id="109" name="text-65-1. ">
            <a:extLst xmlns:a="http://schemas.openxmlformats.org/drawingml/2006/main">
              <a:ext uri="{FF2B5EF4-FFF2-40B4-BE49-F238E27FC236}">
                <a16:creationId xmlns:a16="http://schemas.microsoft.com/office/drawing/2014/main" id="{EC835605-7A58-465B-999D-638443B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7" y="5174242"/>
            <a:ext cx="163406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10" name="text-66-2. ">
            <a:extLst xmlns:a="http://schemas.openxmlformats.org/drawingml/2006/main">
              <a:ext uri="{FF2B5EF4-FFF2-40B4-BE49-F238E27FC236}">
                <a16:creationId xmlns:a16="http://schemas.microsoft.com/office/drawing/2014/main" id="{3177165F-1405-4308-AB6E-6651BD77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7" y="5371187"/>
            <a:ext cx="163406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11" name="text-67-3. ">
            <a:extLst xmlns:a="http://schemas.openxmlformats.org/drawingml/2006/main">
              <a:ext uri="{FF2B5EF4-FFF2-40B4-BE49-F238E27FC236}">
                <a16:creationId xmlns:a16="http://schemas.microsoft.com/office/drawing/2014/main" id="{24BB5C5A-0C7A-40A7-B25C-D08F699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7" y="5568120"/>
            <a:ext cx="163406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12" name="text-68-4. ">
            <a:extLst xmlns:a="http://schemas.openxmlformats.org/drawingml/2006/main">
              <a:ext uri="{FF2B5EF4-FFF2-40B4-BE49-F238E27FC236}">
                <a16:creationId xmlns:a16="http://schemas.microsoft.com/office/drawing/2014/main" id="{A790096E-F173-4DA0-83E4-776BFF94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7" y="5815515"/>
            <a:ext cx="163406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4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13" name="text-69-5. ">
            <a:extLst xmlns:a="http://schemas.openxmlformats.org/drawingml/2006/main">
              <a:ext uri="{FF2B5EF4-FFF2-40B4-BE49-F238E27FC236}">
                <a16:creationId xmlns:a16="http://schemas.microsoft.com/office/drawing/2014/main" id="{0FF06ED7-46D7-448D-AE54-39118FA4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7" y="6012093"/>
            <a:ext cx="163406" cy="19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862" b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862" b="0" kern="0" spc="0">
                <a:solidFill>
                  <a:srgbClr val="18344b"/>
                </a:solidFill>
                <a:latin typeface="Noto Sans CJK KR"/>
                <a:ea typeface="Noto Sans CJK KR"/>
                <a:cs typeface="Noto Sans CJK KR"/>
              </a:rPr>
              <a:t> </a:t>
            </a:r>
          </a:p>
        </p:txBody>
      </p:sp>
      <p:sp>
        <p:nvSpPr>
          <p:cNvPr id="114" name="text-70-PPID 추가 / Pin Table / 통신 상태를 구분 · 오류 복">
            <a:extLst xmlns:a="http://schemas.openxmlformats.org/drawingml/2006/main">
              <a:ext uri="{FF2B5EF4-FFF2-40B4-BE49-F238E27FC236}">
                <a16:creationId xmlns:a16="http://schemas.microsoft.com/office/drawing/2014/main" id="{832F0B64-C79A-4F6E-AC01-8DF9E6AE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00" y="10044796"/>
            <a:ext cx="3418999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750" b="0" kern="0" spc="-18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추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가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750" b="0" kern="0" spc="37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n</a:t>
            </a:r>
            <a:r>
              <a:rPr sz="750" b="0" kern="0" spc="-7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12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T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a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b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l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e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750" b="0" kern="0" spc="-18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통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신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태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를</a:t>
            </a:r>
            <a:r>
              <a:rPr sz="750" b="0" kern="0" spc="3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분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21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750" b="0" kern="0" spc="-35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오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류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복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구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절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차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는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C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5</a:t>
            </a:r>
            <a:r>
              <a:rPr sz="750" b="0" kern="0" spc="-184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협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의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대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상</a:t>
            </a:r>
            <a:r>
              <a:rPr sz="750" b="0" kern="0" spc="-8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으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로</a:t>
            </a:r>
            <a:r>
              <a:rPr sz="750" b="0" kern="0" spc="3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유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지</a:t>
            </a:r>
          </a:p>
        </p:txBody>
      </p:sp>
      <p:sp>
        <p:nvSpPr>
          <p:cNvPr id="115" name="text-71-기존 PPID 903항목과 첨부 기술 자료 기준 / 2026.10.1">
            <a:extLst xmlns:a="http://schemas.openxmlformats.org/drawingml/2006/main">
              <a:ext uri="{FF2B5EF4-FFF2-40B4-BE49-F238E27FC236}">
                <a16:creationId xmlns:a16="http://schemas.microsoft.com/office/drawing/2014/main" id="{414177CE-A401-4F1B-9482-2BB36DE0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8686" y="10044796"/>
            <a:ext cx="2280954" cy="17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 horzOverflow="overflow" vertOverflow="overflow">
            <a:noAutofit/>
          </a:bodyPr>
          <a:lstStyle xmlns:a="http://schemas.openxmlformats.org/drawingml/2006/main">
            <a:defPPr>
              <a:defRPr sz="750" b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/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존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P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I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D</a:t>
            </a:r>
            <a:r>
              <a:rPr sz="750" b="0" kern="0" spc="-7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9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-18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3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항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목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과</a:t>
            </a:r>
            <a:r>
              <a:rPr sz="750" b="0" kern="0" spc="33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첨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부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술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자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료</a:t>
            </a:r>
            <a:r>
              <a:rPr sz="750" b="0" kern="0" spc="32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-5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기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준</a:t>
            </a:r>
            <a:r>
              <a:rPr sz="750" b="0" kern="0" spc="-146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750" b="0" kern="0" spc="37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2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6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  <a:r>
              <a:rPr sz="750" b="0" kern="0" spc="1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.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1</a:t>
            </a:r>
            <a:r>
              <a:rPr sz="750" b="0" kern="0" spc="0">
                <a:solidFill>
                  <a:srgbClr val="708495"/>
                </a:solidFill>
                <a:latin typeface="Noto Sans CJK KR"/>
                <a:ea typeface="Noto Sans CJK KR"/>
                <a:cs typeface="Noto Sans CJK KR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38109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KR"/>
        <a:ea typeface=""/>
        <a:cs typeface=""/>
      </a:majorFont>
      <a:minorFont>
        <a:latin typeface="Noto Sans CJK K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2026-10-10T05:45:31.4960000Z</dcterms:created>
  <dcterms:modified xsi:type="dcterms:W3CDTF">2026-10-10T05:45:31.4960000Z</dcterms:modified>
</coreProperties>
</file>