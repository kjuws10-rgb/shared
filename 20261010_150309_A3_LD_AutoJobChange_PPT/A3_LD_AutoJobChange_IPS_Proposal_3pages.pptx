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535d1d48f48e4" /><Relationship Type="http://schemas.openxmlformats.org/officeDocument/2006/relationships/extended-properties" Target="/docProps/app.xml" Id="Rd23593d3eb064c53" /><Relationship Type="http://schemas.openxmlformats.org/officeDocument/2006/relationships/officeDocument" Target="/ppt/presentation.xml" Id="R73f9d37c5e8d45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0a9748efcd4d94"/>
  </p:sldMasterIdLst>
  <p:notesMasterIdLst>
    <p:notesMasterId xmlns:r="http://schemas.openxmlformats.org/officeDocument/2006/relationships" r:id="Rdda5f1105d8b4d42"/>
  </p:notesMasterIdLst>
  <p:sldIdLst>
    <p:sldId xmlns:r="http://schemas.openxmlformats.org/officeDocument/2006/relationships" id="256" r:id="R1793d61454ae4607"/>
    <p:sldId xmlns:r="http://schemas.openxmlformats.org/officeDocument/2006/relationships" id="257" r:id="Rf0bdbaa2853d4dbb"/>
    <p:sldId xmlns:r="http://schemas.openxmlformats.org/officeDocument/2006/relationships" id="258" r:id="R5e2e3c400e4d4496"/>
  </p:sldIdLst>
  <p:sldSz cx="1512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3f937ebf84d0a" /><Relationship Type="http://schemas.openxmlformats.org/officeDocument/2006/relationships/slideMaster" Target="/ppt/slideMasters/slideMaster1.xml" Id="R1a0a9748efcd4d94" /><Relationship Type="http://schemas.openxmlformats.org/officeDocument/2006/relationships/notesMaster" Target="/ppt/notesMasters/notesMaster1.xml" Id="Rdda5f1105d8b4d42" /><Relationship Type="http://schemas.openxmlformats.org/officeDocument/2006/relationships/presProps" Target="/ppt/presProps.xml" Id="R23725e3f9b3b4d3c" /><Relationship Type="http://schemas.openxmlformats.org/officeDocument/2006/relationships/tableStyles" Target="/ppt/tableStyles.xml" Id="R6b2d90a015ab4770" /><Relationship Type="http://schemas.openxmlformats.org/officeDocument/2006/relationships/slide" Target="/ppt/slides/slide1.xml" Id="R1793d61454ae4607" /><Relationship Type="http://schemas.openxmlformats.org/officeDocument/2006/relationships/slide" Target="/ppt/slides/slide2.xml" Id="Rf0bdbaa2853d4dbb" /><Relationship Type="http://schemas.openxmlformats.org/officeDocument/2006/relationships/slide" Target="/ppt/slides/slide3.xml" Id="R5e2e3c400e4d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eb0344e14c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15c16762b4aad" /><Relationship Type="http://schemas.openxmlformats.org/officeDocument/2006/relationships/notesMaster" Target="/ppt/notesMasters/notesMaster1.xml" Id="R42e378bfce7145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9de13a3cd47de" /><Relationship Type="http://schemas.openxmlformats.org/officeDocument/2006/relationships/notesMaster" Target="/ppt/notesMasters/notesMaster1.xml" Id="R99699efd03dc44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06886b5df44b2d" /><Relationship Type="http://schemas.openxmlformats.org/officeDocument/2006/relationships/notesMaster" Target="/ppt/notesMasters/notesMaster1.xml" Id="Rdc14af1bbe51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A3_LD_AutoJobChange_IPS_Proposal_3pages.pdf의 1페이지를 동일한 배치로 수록. 글꼴 및 줄바꿈을 보존한 이미지 방식. 텍스트·표·차트 편집은 A3_LD_AutoJobChange_IPS_Proposal_Editable.pptx를 사용. 사용자 제공 시퀀스 및 기술 자료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A3_LD_AutoJobChange_IPS_Proposal_3pages.pdf의 2페이지를 동일한 배치로 수록. 글꼴 및 줄바꿈을 보존한 이미지 방식. 텍스트·표·차트 편집은 A3_LD_AutoJobChange_IPS_Proposal_Editable.pptx를 사용. 사용자 제공 시퀀스 및 기술 자료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A3_LD_AutoJobChange_IPS_Proposal_3pages.pdf의 3페이지를 동일한 배치로 수록. 글꼴 및 줄바꿈을 보존한 이미지 방식. 텍스트·표·차트 편집은 A3_LD_AutoJobChange_IPS_Proposal_Editable.pptx를 사용. 사용자 제공 시퀀스 및 기술 자료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b402ef07e4e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e3304b6dc46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ca40fecd94a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ae308426d49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bdc0ae7874e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0d7aff8724f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7CF0F7-8F31-4DDA-80E8-2B44F43F8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4039200"/>
            <a:ext cx="12096000" cy="15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F86BE9-A012-45FD-A975-9D2E5CFFB7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000" y="5880600"/>
            <a:ext cx="10584000" cy="11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43BD5B-12FA-45BB-AF9D-09FAF36EA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4455000"/>
            <a:ext cx="12096000" cy="17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2222A2-73E9-418B-A7C5-B5E340C75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80FCD6-067B-414F-80F9-70D7BD8F5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13419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DA83A-FFD3-412A-AF0E-F2582BDFB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15D67C-4DD9-4169-8AF4-EFC53DB68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8AF95A-A81C-4C8B-A09C-DCFAD2B138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2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008FE1-EEE1-4EA3-8316-BBC65E0FD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DDB7CE-980F-4002-AAC2-8745483F52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9b5ceb60e4afc" /><Relationship Type="http://schemas.openxmlformats.org/officeDocument/2006/relationships/slideLayout" Target="/ppt/slideLayouts/slideLayout1.xml" Id="R57e7c6a85c084d3f" /><Relationship Type="http://schemas.openxmlformats.org/officeDocument/2006/relationships/slideLayout" Target="/ppt/slideLayouts/slideLayout2.xml" Id="R6aa5297b871a4155" /><Relationship Type="http://schemas.openxmlformats.org/officeDocument/2006/relationships/slideLayout" Target="/ppt/slideLayouts/slideLayout3.xml" Id="R995a4a4f75e04e7f" /><Relationship Type="http://schemas.openxmlformats.org/officeDocument/2006/relationships/slideLayout" Target="/ppt/slideLayouts/slideLayout4.xml" Id="R18947b9245c84b4d" /><Relationship Type="http://schemas.openxmlformats.org/officeDocument/2006/relationships/slideLayout" Target="/ppt/slideLayouts/slideLayout5.xml" Id="Rade4e738fdad4b77" /><Relationship Type="http://schemas.openxmlformats.org/officeDocument/2006/relationships/slideLayout" Target="/ppt/slideLayouts/slideLayout6.xml" Id="Re6ce4ec99eef45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7c6a85c084d3f"/>
    <p:sldLayoutId xmlns:r="http://schemas.openxmlformats.org/officeDocument/2006/relationships" id="2147483650" r:id="R6aa5297b871a4155"/>
    <p:sldLayoutId xmlns:r="http://schemas.openxmlformats.org/officeDocument/2006/relationships" id="2147483651" r:id="R995a4a4f75e04e7f"/>
    <p:sldLayoutId xmlns:r="http://schemas.openxmlformats.org/officeDocument/2006/relationships" id="2147483652" r:id="R18947b9245c84b4d"/>
    <p:sldLayoutId xmlns:r="http://schemas.openxmlformats.org/officeDocument/2006/relationships" id="2147483653" r:id="Rade4e738fdad4b77"/>
    <p:sldLayoutId xmlns:r="http://schemas.openxmlformats.org/officeDocument/2006/relationships" id="2147483654" r:id="Re6ce4ec99eef45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c8214d0374334" /><Relationship Type="http://schemas.openxmlformats.org/officeDocument/2006/relationships/image" Target="/ppt/media/image.png" Id="R210fb7456a604df5" /><Relationship Type="http://schemas.openxmlformats.org/officeDocument/2006/relationships/notesSlide" Target="/ppt/notesSlides/notesSlide1.xml" Id="Rf9fe78d33cfa4b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5632bebdf4d54" /><Relationship Type="http://schemas.openxmlformats.org/officeDocument/2006/relationships/image" Target="/ppt/media/image2.png" Id="Rb03c68df505f4958" /><Relationship Type="http://schemas.openxmlformats.org/officeDocument/2006/relationships/notesSlide" Target="/ppt/notesSlides/notesSlide2.xml" Id="Rb91c2affc3a348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198c39afe441e" /><Relationship Type="http://schemas.openxmlformats.org/officeDocument/2006/relationships/image" Target="/ppt/media/image3.png" Id="R6e8c72047d474c73" /><Relationship Type="http://schemas.openxmlformats.org/officeDocument/2006/relationships/notesSlide" Target="/ppt/notesSlides/notesSlide3.xml" Id="R75d4fb26eb1d40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806A1-0381-4AA5-94BC-BA2009012A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b7456a604df5"/>
          <a:stretch xmlns:a="http://schemas.openxmlformats.org/drawingml/2006/main"/>
        </p:blipFill>
        <p:spPr>
          <a:xfrm xmlns:a="http://schemas.openxmlformats.org/drawingml/2006/main">
            <a:off x="848" y="0"/>
            <a:ext cx="15118303" cy="1069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56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C0164-50E3-416B-A4E9-7D1771C26C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c68df505f4958"/>
          <a:stretch xmlns:a="http://schemas.openxmlformats.org/drawingml/2006/main"/>
        </p:blipFill>
        <p:spPr>
          <a:xfrm xmlns:a="http://schemas.openxmlformats.org/drawingml/2006/main">
            <a:off x="848" y="0"/>
            <a:ext cx="15118303" cy="1069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72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5A25D-4AB7-408C-9DB2-31917830F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c72047d474c73"/>
          <a:stretch xmlns:a="http://schemas.openxmlformats.org/drawingml/2006/main"/>
        </p:blipFill>
        <p:spPr>
          <a:xfrm xmlns:a="http://schemas.openxmlformats.org/drawingml/2006/main">
            <a:off x="848" y="0"/>
            <a:ext cx="15118303" cy="1069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14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2026-10-10T06:01:25.8420000Z</dcterms:created>
  <dcterms:modified xsi:type="dcterms:W3CDTF">2026-10-10T06:01:25.8420000Z</dcterms:modified>
</coreProperties>
</file>