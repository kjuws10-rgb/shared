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c8cd1006814204" /><Relationship Type="http://schemas.openxmlformats.org/officeDocument/2006/relationships/extended-properties" Target="/docProps/app.xml" Id="Rc4e4c4efcd634ee9" /><Relationship Type="http://schemas.openxmlformats.org/officeDocument/2006/relationships/officeDocument" Target="/ppt/presentation.xml" Id="Rc9252db8d27f49c8" /></Relationships>
</file>

<file path=ppt/presentation.xml><?xml version="1.0" encoding="utf-8"?>
<p:presentation xmlns:p="http://schemas.openxmlformats.org/presentationml/2006/main">
  <p:sldMasterIdLst>
    <p:sldMasterId xmlns:r="http://schemas.openxmlformats.org/officeDocument/2006/relationships" id="2147483648" r:id="R87e2dd6650fc405f"/>
  </p:sldMasterIdLst>
  <p:notesMasterIdLst>
    <p:notesMasterId xmlns:r="http://schemas.openxmlformats.org/officeDocument/2006/relationships" r:id="R176a9980d55c4ff4"/>
  </p:notesMasterIdLst>
  <p:sldIdLst>
    <p:sldId xmlns:r="http://schemas.openxmlformats.org/officeDocument/2006/relationships" id="256" r:id="R898a23f0b62c4344"/>
    <p:sldId xmlns:r="http://schemas.openxmlformats.org/officeDocument/2006/relationships" id="257" r:id="R219540f089b64139"/>
    <p:sldId xmlns:r="http://schemas.openxmlformats.org/officeDocument/2006/relationships" id="258" r:id="R44cc71f51c7a4a4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4366a79983466c" /><Relationship Type="http://schemas.openxmlformats.org/officeDocument/2006/relationships/slideMaster" Target="/ppt/slideMasters/slideMaster1.xml" Id="R87e2dd6650fc405f" /><Relationship Type="http://schemas.openxmlformats.org/officeDocument/2006/relationships/notesMaster" Target="/ppt/notesMasters/notesMaster1.xml" Id="R176a9980d55c4ff4" /><Relationship Type="http://schemas.openxmlformats.org/officeDocument/2006/relationships/presProps" Target="/ppt/presProps.xml" Id="Rf94dcf847b72400c" /><Relationship Type="http://schemas.openxmlformats.org/officeDocument/2006/relationships/tableStyles" Target="/ppt/tableStyles.xml" Id="R39c0f0f0786f4940" /><Relationship Type="http://schemas.openxmlformats.org/officeDocument/2006/relationships/slide" Target="/ppt/slides/slide1.xml" Id="R898a23f0b62c4344" /><Relationship Type="http://schemas.openxmlformats.org/officeDocument/2006/relationships/slide" Target="/ppt/slides/slide2.xml" Id="R219540f089b64139" /><Relationship Type="http://schemas.openxmlformats.org/officeDocument/2006/relationships/slide" Target="/ppt/slides/slide3.xml" Id="R44cc71f51c7a4a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dc7f46882243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89bf1e4a9a48bc" /><Relationship Type="http://schemas.openxmlformats.org/officeDocument/2006/relationships/notesMaster" Target="/ppt/notesMasters/notesMaster1.xml" Id="Rcb5589f9708642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eded6263b54165" /><Relationship Type="http://schemas.openxmlformats.org/officeDocument/2006/relationships/notesMaster" Target="/ppt/notesMasters/notesMaster1.xml" Id="Rffd809d07e8f4e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1336b3b8cd4db7" /><Relationship Type="http://schemas.openxmlformats.org/officeDocument/2006/relationships/notesMaster" Target="/ppt/notesMasters/notesMaster1.xml" Id="R05c3a72ef9a441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작성 근거: 사용자 2026-10-12 최신 미팅 정리와 A3LD 제어미팅 261008_133709.m4a. 그 이전 오토 잡체인지 자료는 사용하지 않음. 현재 대화에서 작성한 2장 PPT의 디자인을 이어 3장 상세본으로 확장함.</a:t>
            </a:r>
          </a:p>
          <a:p xmlns:a="http://schemas.openxmlformats.org/drawingml/2006/main">
            <a:r>
              <a:t/>
            </a:r>
          </a:p>
          <a:p xmlns:a="http://schemas.openxmlformats.org/drawingml/2006/main">
            <a:r>
              <a:t>운영 기준(사용자 제공): A3 엔지니어 2명이 7~9대 동시 대응하므로 완전 자동 레시피 체인지가 필요하다. 증착기 PPID는 재료군 기준으로 통합되어 LD의 가공 좌표와 핀 위치를 단독 식별하지 못한다. 앞단 패시지·룩챔버·TR7 경로의 Glass Melsec Data에서 고유 양산 Model Code를 사전 확보한다. LD Model Code와 LD 로컬 레시피를 매칭하며, 상위가 매번 전체 파라미터 바디를 보내는 구조는 사용하지 않는다. 전체 레시피 바디·가공 파라미터는 가공 SW가 관리하고 PLC는 모델별 핀 테이블을 보유한다. 상위는 모델 코드 통보와 RMS 유효성 검증을 수행하는 운영 기준으로 반영한다.</a:t>
            </a:r>
          </a:p>
          <a:p xmlns:a="http://schemas.openxmlformats.org/drawingml/2006/main">
            <a:r>
              <a:t/>
            </a:r>
          </a:p>
          <a:p xmlns:a="http://schemas.openxmlformats.org/drawingml/2006/main">
            <a:r>
              <a:t>이번 순서 구체화: 기존 요청의 가공 SW 선행 개념을 유지하되 전셀검사를 새 비전 조건으로 수행할 수 있도록 가공 SW 준비 완료(t1), Section 준비 및 검사 대상 확보(t2), 전셀검사와 보정 확정까지 완료(t3)를 분리한다. t1은 전체 Job Change의 최종 완료가 아니다. Host 최종 완료와 양산 가공 허용은 t3 이후로 두는 제안이다. 실제 통신 경로, ACK/완료 신호명, 요청 대기·거절·재전송 방식은 별도 협의가 필요하다.</a:t>
            </a:r>
          </a:p>
          <a:p xmlns:a="http://schemas.openxmlformats.org/drawingml/2006/main">
            <a:r>
              <a:t/>
            </a:r>
          </a:p>
          <a:p xmlns:a="http://schemas.openxmlformats.org/drawingml/2006/main">
            <a:r>
              <a:t>01: 사전 Model Code와 이벤트를 묶어 변경 대상을 보관한다. 중복 요청, 이전 변경보다 늦게 도착한 요청, 처리 중 새 요청의 대기·거절 정책을 정의한다. 요청 시점은 기판 투입과 독립이며 모든 설비 상태에서 즉시 기구를 변경한다는 뜻은 아니다.</a:t>
            </a:r>
          </a:p>
          <a:p xmlns:a="http://schemas.openxmlformats.org/drawingml/2006/main">
            <a:r>
              <a:t>02: Model Code, 매칭 LD Recipe ID/버전, RMS 결과, PLC 핀 테이블 존재 여부를 확인한다. 증착기 PPID를 LD 레시피명으로 무조건 동일 취급하지 않는다. 동일 모델이라도 레시피 버전이 바뀌었는지 확인하는 항목을 제안한다.</a:t>
            </a:r>
          </a:p>
          <a:p xmlns:a="http://schemas.openxmlformats.org/drawingml/2006/main">
            <a:r>
              <a:t>03: 기존 Job의 마지막 기판 식별, 잔여 기판 처리·배출, 모션/가공/검사 Busy와 설비 전환 가능 조건을 확인한다. 신규 기판 수신 조건과 전환 요청 접수를 구분한다.</a:t>
            </a:r>
          </a:p>
          <a:p xmlns:a="http://schemas.openxmlformats.org/drawingml/2006/main">
            <a:r>
              <a:t>04: 전체 레시피 바디, Head 사용 정보, 좌표·Mask·Pitch·Cell 회전 및 이동 범위를 검증한다. 해당 모델·레시피에 맞는 보정기준을 준비하되 다른 모델의 보정값을 혼용하지 않는다. 하이브리드는 동일 DOE·Pitch 내 Cell 크기/회전 차이를 확인하는 범위로 검토하며, 서로 다른 DOE를 자동 교체한다고 가정하지 않는다.</a:t>
            </a:r>
          </a:p>
          <a:p xmlns:a="http://schemas.openxmlformats.org/drawingml/2006/main">
            <a:r>
              <a:t>05: DOE Z 명령 목표와 실제 도착, 파워와 보호윈도우 상태를 확인한다. 2장 상세 분기 참조.</a:t>
            </a:r>
          </a:p>
          <a:p xmlns:a="http://schemas.openxmlformats.org/drawingml/2006/main">
            <a:r>
              <a:t>06: 가공 SW가 기본 가공조건 준비와 광학 확인을 완료한 상태를 인계한다.</a:t>
            </a:r>
          </a:p>
          <a:p xmlns:a="http://schemas.openxmlformats.org/drawingml/2006/main">
            <a:r>
              <a:t>07~09: 새 Model Code·레시피 버전 및 필요한 조건을 전달하고 PLC 핀 Ready와 비전 새 조건 적용 확인을 받는다. 센터 핀 이동 완료는 새 기판 수신 전에 확인한다. 두 구역의 병행 가능 여부 및 정확한 메시지 경로는 상세 구현에서 확정한다.</a:t>
            </a:r>
          </a:p>
          <a:p xmlns:a="http://schemas.openxmlformats.org/drawingml/2006/main">
            <a:r>
              <a:t>10: 검사 대상 기판/기준물이 실제 준비되어 있는지 확인한 뒤 모든 Cell에 대한 지정 측정을 수행한다. 전셀은 모든 Cell의 검사 대상이 포함된다는 뜻이며 모든 Hole/Pixel 전수 측정을 자동 의미하지 않는다. 대상 기판과 Cell별 측정점·판정 기준은 협의해야 한다.</a:t>
            </a:r>
          </a:p>
          <a:p xmlns:a="http://schemas.openxmlformats.org/drawingml/2006/main">
            <a:r>
              <a:t>11: 전셀 결과로 위치 보정테이블을 계산·확정하는 연결은 이번 구체화 제안이다. Head·Cell·Point 식별, 단위·부호·상하한을 확인하고 새 모델·레시피 버전과 묶어 저장·재조회한다. 좌표/Script를 새 테이블 버전으로 갱신하며 동일 보정을 두 번 더하지 않는다. 파워보정 결과와 위치 보정테이블은 별도 관리한다.</a:t>
            </a:r>
          </a:p>
          <a:p xmlns:a="http://schemas.openxmlformats.org/drawingml/2006/main">
            <a:r>
              <a:t>12: 광학·PLC·비전·전셀검사·보정테이블 확인이 모두 정상일 때 최종 완료를 회신한다. 검사 대상이 없거나 측정 NG가 있으면 완료로 처리하지 않는다.</a:t>
            </a:r>
          </a:p>
          <a:p xmlns:a="http://schemas.openxmlformats.org/drawingml/2006/main">
            <a:r>
              <a:t/>
            </a:r>
          </a:p>
          <a:p xmlns:a="http://schemas.openxmlformats.org/drawingml/2006/main">
            <a:r>
              <a:t>확인 항목, NG 처리, 버전 관리 및 마지막 완료 조건은 설계 제안이며 현재 프로그램에 이미 구현되었다는 주장이 아니다. 임계값, Timeout, 재시도 횟수, 자동 복구 범위는 임의 숫자로 확정하지 않았다.</a:t>
            </a:r>
          </a:p>
          <a:p xmlns:a="http://schemas.openxmlformats.org/drawingml/2006/main">
            <a:r>
              <a:t/>
            </a:r>
          </a:p>
          <a:p xmlns:a="http://schemas.openxmlformats.org/drawingml/2006/main">
            <a:r>
              <a:t>관련 음성 구간: 17:08~20:31 사전 모델 정보와 핀 준비, 24:00~28:07 LD 모델/레시피 매칭, 29:05~30:58 기존 기판 처리, 35~39분 인터페이스 주체 논의, 39:45~44:38 파워·윈도우·검사·보정 자동화, 49:43~51:48 핀 테이블 보유.</a:t>
            </a:r>
          </a:p>
          <a:p xmlns:a="http://schemas.openxmlformats.org/drawingml/2006/main">
            <a:r>
              <a:t/>
            </a:r>
          </a:p>
          <a:p xmlns:a="http://schemas.openxmlformats.org/drawingml/2006/main">
            <a:r>
              <a:t>모델 감지 상세: 패시지·룩챔버·TR7 등 기판 앞단에서 사전 모델 정보를 확보하는 운영 기준이다. 상위 요청과 Glass Data의 Model Code를 비교하여 같은 변경 대상을 확인한다. 현재 모델과 버전이 모두 동일하고 다른 변경 조건이 없으면 기존 상태를 유지하며 동일 요청에 대한 응답으로 처리하는 정책을 협의한다. 모델 또는 레시피 조건이 달라지면 본 전환 흐름을 수행한다. 중복·역순 요청을 별도 관리한다.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 사용자 최신 미팅 정리와 첨부 음성. DOE Z 위치 업데이트, 보정테이블 업데이트, 전셀검사, 레시피 파워 변경 시 파워보정, 파워보정 및 보호윈도우 처리를 필수 흐름으로 포함했다. 오른쪽 표의 상세 체크항목은 실행 가능한 시나리오를 만들기 위한 설계 제안이다.</a:t>
            </a:r>
          </a:p>
          <a:p xmlns:a="http://schemas.openxmlformats.org/drawingml/2006/main">
            <a:r>
              <a:t/>
            </a:r>
          </a:p>
          <a:p xmlns:a="http://schemas.openxmlformats.org/drawingml/2006/main">
            <a:r>
              <a:t>DOE Z: 적용할 새 레시피의 목표값, 현재 장치 상태, 이동 가능 범위, 이동 완료, 실제 위치의 허용오차를 확인한다. Servo·원점·Alarm 상태와 이동 Timeout을 확인하며 구체 수치는 장치 규격 및 현장 승인값으로 정의한다. 여러 Head를 사용하면 적용 대상 Head가 빠지지 않았는지 확인한다.</a:t>
            </a:r>
          </a:p>
          <a:p xmlns:a="http://schemas.openxmlformats.org/drawingml/2006/main">
            <a:r>
              <a:t/>
            </a:r>
          </a:p>
          <a:p xmlns:a="http://schemas.openxmlformats.org/drawingml/2006/main">
            <a:r>
              <a:t>보호윈도우: 사용자 기준에 따라 모델별 자동 교체는 하지 않으며 A6 운영 개념을 반영한다. 가공 매수 등 사용량, 오염 상태, 파워 저하 조건을 확인한 경우 유효 영역으로 점진적 이동하고 필요한 경우 교체한다. 사용량/오염의 정확한 기준, 이동 거리·잔여 영역, 교체 가능 신호 및 교체 완료 확인, 횟수·시간 한계는 협의 대상이다. 파워 저하의 원인이 확인되지 않았는데 무조건 윈도우를 반복 교체하는 흐름으로 확정하지 않는다.</a:t>
            </a:r>
          </a:p>
          <a:p xmlns:a="http://schemas.openxmlformats.org/drawingml/2006/main">
            <a:r>
              <a:t/>
            </a:r>
          </a:p>
          <a:p xmlns:a="http://schemas.openxmlformats.org/drawingml/2006/main">
            <a:r>
              <a:t>파워 조건이 기존 레시피와 다르면 측정·판정·필요한 ATT 조정·재측정으로 구성한 파워보정 절차를 반드시 수행하는 기준이다. 측정값이 이미 허용오차 안이면 불필요한 ATT 조정을 강제하지 않는다. 파워 조건이 같아도 윈도우 이동·교체, 기존 측정 결과 무효 또는 측정값 이탈이면 재확인한다. 보정 결과에는 모델/레시피/Head, 목표 출력, 측정 출력, ATT 값, 윈도우 상태, 시각 및 정상 여부를 기록하는 항목을 제안한다. 파워미터 연결·측정 유효성, 레이저 상태 및 안전 조건, ATT 이동 도착과 상하한, 보정량·시도횟수, 안정화 조건을 확인한다. 실제 장치 명령이나 임계값은 임의로 작성하지 않았다. NG·보정 한계·반복 한계 초과 시 완료를 보류하고 원인 및 재시도/복구 정책에 따른다.</a:t>
            </a:r>
          </a:p>
          <a:p xmlns:a="http://schemas.openxmlformats.org/drawingml/2006/main">
            <a:r>
              <a:t/>
            </a:r>
          </a:p>
          <a:p xmlns:a="http://schemas.openxmlformats.org/drawingml/2006/main">
            <a:r>
              <a:t>전셀검사: 새 비전 Recipe와 파라미터 적용 확인 및 검사 대상 준비 후 수행한다. 모든 Cell에 지정된 검사점이 포함되어야 하며 Cell마다 예정/실제 측정 개수, 중복, 측정 실패, 누락, 유효값 및 판정 허용오차를 확인한다. 모든 Cell 검사와 모든 Hole/Pixel 전수 검사는 다르다. 검사용 기판인지 새 모델 첫 기판인지, 기준 마크 또는 가공 Hole인지, Cell당 측정점 수와 재검사 방식은 미확정으로 명시한다. 검사 대상이 없으면 측정 완료로 처리하지 않는다.</a:t>
            </a:r>
          </a:p>
          <a:p xmlns:a="http://schemas.openxmlformats.org/drawingml/2006/main">
            <a:r>
              <a:t/>
            </a:r>
          </a:p>
          <a:p xmlns:a="http://schemas.openxmlformats.org/drawingml/2006/main">
            <a:r>
              <a:t>보정테이블: 전셀 측정 결과에서 위치보정을 계산해 갱신하는 연결은 이번 구체화 제안이며 정확한 테이블 종류·파일 포맷·계산법은 개발 정의에서 확정한다. Head/Cell/Point 식별과 좌표계, 단위, 부호, 보정량 범위, NG/미측정 처리 정책을 확인한다. 미측정·실패를 유효한 0 값으로 평균하거나 보간하는 동작을 금지하는 체크를 제안한다. 새 모델과 레시피 버전, 유효 범위 및 생성 시각을 묶어 저장하고 재조회 내용 일치 후 활성화한다. 이전 테이블은 복구 가능한 방식으로 보관하며 새 테이블의 보정이 좌표/Script에 이중 적용되지 않았는지 확인한다. 위치보정테이블과 파워보정 결과는 별도로 관리한다.</a:t>
            </a:r>
          </a:p>
          <a:p xmlns:a="http://schemas.openxmlformats.org/drawingml/2006/main">
            <a:r>
              <a:t/>
            </a:r>
          </a:p>
          <a:p xmlns:a="http://schemas.openxmlformats.org/drawingml/2006/main">
            <a:r>
              <a:t>하이브리드: 음성 40:14~41:04의 설명에 따라 동일 DOE·동일 Pitch 내 Cell 크기/회전 차이를 검토하는 범위다. 서로 다른 DOE를 자동 교환하며 혼합 운전하는 구조는 확정하지 않는다.</a:t>
            </a:r>
          </a:p>
          <a:p xmlns:a="http://schemas.openxmlformats.org/drawingml/2006/main">
            <a:r>
              <a:t/>
            </a:r>
          </a:p>
          <a:p xmlns:a="http://schemas.openxmlformats.org/drawingml/2006/main">
            <a:r>
              <a:t>사용자 정리의 운영 원칙은 이번 기준으로 채택했다. 허용오차·오염 임계값·Timeout·재시도 횟수와 구체 복구는 제안의 체크포인트이며 회의에서 숫자까지 확정되었다거나 현재 SW에 구현되었다는 뜻이 아니다. 근거 음성 39:45~44:38, 46:01~46:35, 관련 프로젝트 리뷰보정 자료의 실패값/미측정 구분과 이중 보정 방지 설명을 참고했다.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 사용자 최신 미팅 정리와 첨부 음성의 타이밍 논의. 이 차트는 관계를 보여주는 개념 차트이며 가로 폭을 초·분 시간으로 환산하면 안 된다. 구간별 확정 숫자를 만들지 않았다.</a:t>
            </a:r>
          </a:p>
          <a:p xmlns:a="http://schemas.openxmlformats.org/drawingml/2006/main">
            <a:r>
              <a:t/>
            </a:r>
          </a:p>
          <a:p xmlns:a="http://schemas.openxmlformats.org/drawingml/2006/main">
            <a:r>
              <a:t>t0: 상위의 변경 이벤트 및 사전 Model Code 수신. Glass Data 기반의 모델 판단과 로컬 DB/RMS 검증을 시작한다. 기판 투입과 독립적으로 요청을 받을 수 있으나, 기존 기판 처리·배출이 필요한 경우 실제 전환 시작은 그 이후다. 차트의 가공 SW 준비 구간은 그 대기를 표현하는 정확한 시간 비율이 아니다.</a:t>
            </a:r>
          </a:p>
          <a:p xmlns:a="http://schemas.openxmlformats.org/drawingml/2006/main">
            <a:r>
              <a:t>t1: 가공 SW 레시피 바디, 모델별 보정기준, DOE Z, 필요한 파워·보호윈도우 처리가 정상인 내부 준비 완료. 이후 각 Section 변경 통보를 수행하는 사용자 지정 선행 개념이다. t1에 전체 Job Change 최종 완료를 보고하지 않는 구조로 구체화했다.</a:t>
            </a:r>
          </a:p>
          <a:p xmlns:a="http://schemas.openxmlformats.org/drawingml/2006/main">
            <a:r>
              <a:t>PLC 핀 Ready: 새 기판을 받기 전에 목표 핀 위치와 실제 도착, 이동 완료 신호를 확인한다. 핀 적용과 비전 조건 적용은 통보 후 병행하는 제안이다. 실제 기구 간섭과 장치 Busy에 따른 병행 가능 여부는 개발 시 확인한다.</a:t>
            </a:r>
          </a:p>
          <a:p xmlns:a="http://schemas.openxmlformats.org/drawingml/2006/main">
            <a:r>
              <a:t>비전 Ready: 새 모델용 Recipe, 조명/검출 등 필요한 파라미터의 적용과 응답을 확인한다. 어떤 Section이 먼저 끝나는지는 실제 구현과 측정에 따라 달라진다. 도식에서 PLC가 먼저 끝나는 배치는 예시다.</a:t>
            </a:r>
          </a:p>
          <a:p xmlns:a="http://schemas.openxmlformats.org/drawingml/2006/main">
            <a:r>
              <a:t>t2: 핀 조건이 정상이고 검사 대상이 준비되며 비전 새 조건이 적용된 뒤 검사 시작 가능 상태. 검사 대상은 별도 기판/기준물일 수 있으므로 실제 대상과 준비 방식은 협의가 필요하다. 신규 양산 기판을 무조건 t2에 투입하라는 명령은 아니다. 검사 대상이 첫 기판이면 최종 완료 전 시험/검사 대상 수신과 최종 완료 후 양산 가공 허용을 구분해야 한다.</a:t>
            </a:r>
          </a:p>
          <a:p xmlns:a="http://schemas.openxmlformats.org/drawingml/2006/main">
            <a:r>
              <a:t>전셀검사: 모든 Cell의 지정 측정점을 검사하여 예정/실제 개수, 누락·중복, 측정 NG와 허용오차 판정을 확인한다.</a:t>
            </a:r>
          </a:p>
          <a:p xmlns:a="http://schemas.openxmlformats.org/drawingml/2006/main">
            <a:r>
              <a:t>t3: 검사 정상, 위치보정 계산 및 새 버전의 보정테이블 저장/재조회, 좌표·Script 갱신 확인까지 정상인 최종 완료. Host 최종 완료 회신과 양산 Ready는 t3 이후로 설정하는 이번 제안이다. 내부 준비 완료(t1)와 최종 완료(t3)의 메시지 의미를 구분한다.</a:t>
            </a:r>
          </a:p>
          <a:p xmlns:a="http://schemas.openxmlformats.org/drawingml/2006/main">
            <a:r>
              <a:t/>
            </a:r>
          </a:p>
          <a:p xmlns:a="http://schemas.openxmlformats.org/drawingml/2006/main">
            <a:r>
              <a:t>시간 목표: 최신 사용자 정리의 최대 3분 이내, 보호윈도우 미교체 1~2분을 목표로 표시했다. 확정된 실측 성능, 장치 Timeout 또는 이미 보장된 SLA로 표현하지 않았다. 음성 86:07~87:28은 Worst Case의 대략적인 시간 질문과 약 3분 이내 수준의 추정을 포함한다. 미교체 1~2분 범위는 이번 사용자가 제공한 회의 정리 기준으로 반영했다. 각 구간 실제 시간과 전체 시간 측정 시작점, 기존 Job 처리 대기/검사 대상 준비 대기 포함 여부, 전셀검사의 측정 개수·방식·처리 시간 포함 범위를 합의해야 목표 충족 여부를 평가할 수 있다.</a:t>
            </a:r>
          </a:p>
          <a:p xmlns:a="http://schemas.openxmlformats.org/drawingml/2006/main">
            <a:r>
              <a:t/>
            </a:r>
          </a:p>
          <a:p xmlns:a="http://schemas.openxmlformats.org/drawingml/2006/main">
            <a:r>
              <a:t>NG 조건은 t3를 발생시키지 않는 구조다. 모션/통신/측정 Timeout, 도착값 불일치, 레시피/모델/버전 불일치, 파워 보정 한계, 전셀 누락·NG, 보정량 초과 및 테이블 재조회 불일치는 실패 원인별로 기록한다. 재시도·복구와 이전 조건 복귀를 자동 확정하지 않았으며 현장 정책으로 정의한다.</a:t>
            </a:r>
          </a:p>
          <a:p xmlns:a="http://schemas.openxmlformats.org/drawingml/2006/main">
            <a:r>
              <a:t/>
            </a:r>
          </a:p>
          <a:p xmlns:a="http://schemas.openxmlformats.org/drawingml/2006/main">
            <a:r>
              <a:t>전셀 검사와 위치보정테이블 확정을 Section Ready 후에 배치한 연결, 버전 일치 게이트 및 Host 최종 완료 시점은 실행 가능한 흐름을 위한 설계 제안이다. 사용자 미팅 정리의 확정 운영 원칙과 구별하며 실제 코드 구현 검증 결과가 아니다.</a:t>
            </a:r>
          </a:p>
          <a:p xmlns:a="http://schemas.openxmlformats.org/drawingml/2006/main">
            <a:r>
              <a:t/>
            </a:r>
          </a:p>
          <a:p xmlns:a="http://schemas.openxmlformats.org/drawingml/2006/main">
            <a:r>
              <a:t>가공 직전 파워: 모델 변경으로 파워 조건이 달라진 경우 사용자 기준의 직전 측정·보정을 수행한다. 준비 단계에서 필요한 보정을 수행하고, 검사·테이블 처리 후 새 모델 가공을 허용하기 전에 다시 목표/측정값과 조건 유효성을 확인하는 흐름으로 표현했다. 윈도우·ATT·레이저 조건 변화나 결과 유효기간 만료 시 재측정·보정이 필요하다. 측정 시점과 결과 유효기간은 현장 조건으로 정하며, 검사에 시험 가공이 포함된다면 그 가공 직전에도 같은 정상 조건을 확인한다. 위치보정테이블 저장을 위해 레이저 파워를 변경한다는 의미는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d69d8d7f0146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de4c92d33f42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c7cb2aa3b14c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8b58dfd18449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13878735624b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9c05be60214f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1733FA-36C3-487E-AC5C-1261CB11CD3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A3DFE3-7EC7-4810-BE68-AB71C45A027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F90A7A-000F-4CA9-936A-91DCD5AFDEA6}"/>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6FA274-57CE-4C3E-876B-CE7C194CB47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60FC60-C0AF-4258-BB4B-FE35B08D838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746A43-12B2-49D3-8466-44401ACD276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FF17C5-5A2E-4508-8E23-95FF184AD96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2E53BA-17C1-4E3C-96DF-DEE2057CDDF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B44137-F401-49C3-862E-B74CC26D7D8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B02F54-2390-4AFA-92F4-9B48344BC8B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076fcc368e47ad" /><Relationship Type="http://schemas.openxmlformats.org/officeDocument/2006/relationships/slideLayout" Target="/ppt/slideLayouts/slideLayout1.xml" Id="Rbabc60d28fc441ee" /><Relationship Type="http://schemas.openxmlformats.org/officeDocument/2006/relationships/slideLayout" Target="/ppt/slideLayouts/slideLayout2.xml" Id="R6cb58e9075d64844" /><Relationship Type="http://schemas.openxmlformats.org/officeDocument/2006/relationships/slideLayout" Target="/ppt/slideLayouts/slideLayout3.xml" Id="Ra72d78d00cdf4f31" /><Relationship Type="http://schemas.openxmlformats.org/officeDocument/2006/relationships/slideLayout" Target="/ppt/slideLayouts/slideLayout4.xml" Id="R8e9ad965106049e0" /><Relationship Type="http://schemas.openxmlformats.org/officeDocument/2006/relationships/slideLayout" Target="/ppt/slideLayouts/slideLayout5.xml" Id="Rc5c511f3231a45d8" /><Relationship Type="http://schemas.openxmlformats.org/officeDocument/2006/relationships/slideLayout" Target="/ppt/slideLayouts/slideLayout6.xml" Id="R0754680a655f4e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bc60d28fc441ee"/>
    <p:sldLayoutId xmlns:r="http://schemas.openxmlformats.org/officeDocument/2006/relationships" id="2147483650" r:id="R6cb58e9075d64844"/>
    <p:sldLayoutId xmlns:r="http://schemas.openxmlformats.org/officeDocument/2006/relationships" id="2147483651" r:id="Ra72d78d00cdf4f31"/>
    <p:sldLayoutId xmlns:r="http://schemas.openxmlformats.org/officeDocument/2006/relationships" id="2147483652" r:id="R8e9ad965106049e0"/>
    <p:sldLayoutId xmlns:r="http://schemas.openxmlformats.org/officeDocument/2006/relationships" id="2147483653" r:id="Rc5c511f3231a45d8"/>
    <p:sldLayoutId xmlns:r="http://schemas.openxmlformats.org/officeDocument/2006/relationships" id="2147483654" r:id="R0754680a655f4e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a374e88cd94d02" /><Relationship Type="http://schemas.openxmlformats.org/officeDocument/2006/relationships/notesSlide" Target="/ppt/notesSlides/notesSlide1.xml" Id="R5829edf3606044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f0050b9dd74b54" /><Relationship Type="http://schemas.openxmlformats.org/officeDocument/2006/relationships/notesSlide" Target="/ppt/notesSlides/notesSlide2.xml" Id="R95356a5615b044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76758a2367495c" /><Relationship Type="http://schemas.openxmlformats.org/officeDocument/2006/relationships/notesSlide" Target="/ppt/notesSlides/notesSlide3.xml" Id="R5ee1476ef80f4df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BBB1435A-B1AC-4623-AB6C-D9D769E85CB7}"/>
              </a:ext>
            </a:extLst>
          </p:cNvPr>
          <p:cNvCxnSpPr>
            <a:stCxn xmlns:a="http://schemas.openxmlformats.org/drawingml/2006/main" id="20" idx="3"/>
            <a:endCxn xmlns:a="http://schemas.openxmlformats.org/drawingml/2006/main" id="21" idx="1"/>
          </p:cNvCxnSpPr>
          <p:nvPr/>
        </p:nvCxnSpPr>
        <p:spPr>
          <a:xfrm xmlns:a="http://schemas.openxmlformats.org/drawingml/2006/main">
            <a:off x="10858500" y="68103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95EBA2F3-A122-4331-9DBB-50EA2E009825}"/>
              </a:ext>
            </a:extLst>
          </p:cNvPr>
          <p:cNvCxnSpPr>
            <a:stCxn xmlns:a="http://schemas.openxmlformats.org/drawingml/2006/main" id="19" idx="3"/>
            <a:endCxn xmlns:a="http://schemas.openxmlformats.org/drawingml/2006/main" id="20" idx="1"/>
          </p:cNvCxnSpPr>
          <p:nvPr/>
        </p:nvCxnSpPr>
        <p:spPr>
          <a:xfrm xmlns:a="http://schemas.openxmlformats.org/drawingml/2006/main">
            <a:off x="7239000" y="68103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8ACAAE7A-3C38-4097-A21A-A4197360ACBD}"/>
              </a:ext>
            </a:extLst>
          </p:cNvPr>
          <p:cNvCxnSpPr>
            <a:stCxn xmlns:a="http://schemas.openxmlformats.org/drawingml/2006/main" id="18" idx="3"/>
            <a:endCxn xmlns:a="http://schemas.openxmlformats.org/drawingml/2006/main" id="19" idx="1"/>
          </p:cNvCxnSpPr>
          <p:nvPr/>
        </p:nvCxnSpPr>
        <p:spPr>
          <a:xfrm xmlns:a="http://schemas.openxmlformats.org/drawingml/2006/main">
            <a:off x="3619500" y="68103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57EFF684-7F45-48B0-9964-F63630A6DA8C}"/>
              </a:ext>
            </a:extLst>
          </p:cNvPr>
          <p:cNvCxnSpPr>
            <a:stCxn xmlns:a="http://schemas.openxmlformats.org/drawingml/2006/main" id="15" idx="3"/>
            <a:endCxn xmlns:a="http://schemas.openxmlformats.org/drawingml/2006/main" id="16" idx="1"/>
          </p:cNvCxnSpPr>
          <p:nvPr/>
        </p:nvCxnSpPr>
        <p:spPr>
          <a:xfrm xmlns:a="http://schemas.openxmlformats.org/drawingml/2006/main">
            <a:off x="10858500" y="496252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39A2B3A9-1F57-47B5-83C1-8E7941EFC915}"/>
              </a:ext>
            </a:extLst>
          </p:cNvPr>
          <p:cNvCxnSpPr>
            <a:stCxn xmlns:a="http://schemas.openxmlformats.org/drawingml/2006/main" id="14" idx="3"/>
            <a:endCxn xmlns:a="http://schemas.openxmlformats.org/drawingml/2006/main" id="15" idx="1"/>
          </p:cNvCxnSpPr>
          <p:nvPr/>
        </p:nvCxnSpPr>
        <p:spPr>
          <a:xfrm xmlns:a="http://schemas.openxmlformats.org/drawingml/2006/main">
            <a:off x="7239000" y="496252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8CCA8B54-0F8A-47D9-A49C-9D58A9ACAB23}"/>
              </a:ext>
            </a:extLst>
          </p:cNvPr>
          <p:cNvCxnSpPr>
            <a:stCxn xmlns:a="http://schemas.openxmlformats.org/drawingml/2006/main" id="13" idx="3"/>
            <a:endCxn xmlns:a="http://schemas.openxmlformats.org/drawingml/2006/main" id="14" idx="1"/>
          </p:cNvCxnSpPr>
          <p:nvPr/>
        </p:nvCxnSpPr>
        <p:spPr>
          <a:xfrm xmlns:a="http://schemas.openxmlformats.org/drawingml/2006/main">
            <a:off x="3619500" y="496252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4F62995D-FAC4-42E9-81C9-1273B679AD7C}"/>
              </a:ext>
            </a:extLst>
          </p:cNvPr>
          <p:cNvCxnSpPr>
            <a:stCxn xmlns:a="http://schemas.openxmlformats.org/drawingml/2006/main" id="10" idx="3"/>
            <a:endCxn xmlns:a="http://schemas.openxmlformats.org/drawingml/2006/main" id="11" idx="1"/>
          </p:cNvCxnSpPr>
          <p:nvPr/>
        </p:nvCxnSpPr>
        <p:spPr>
          <a:xfrm xmlns:a="http://schemas.openxmlformats.org/drawingml/2006/main">
            <a:off x="10858500" y="31146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65618264-1AF4-4C1D-9030-6BA4109EC60B}"/>
              </a:ext>
            </a:extLst>
          </p:cNvPr>
          <p:cNvCxnSpPr>
            <a:stCxn xmlns:a="http://schemas.openxmlformats.org/drawingml/2006/main" id="9" idx="3"/>
            <a:endCxn xmlns:a="http://schemas.openxmlformats.org/drawingml/2006/main" id="10" idx="1"/>
          </p:cNvCxnSpPr>
          <p:nvPr/>
        </p:nvCxnSpPr>
        <p:spPr>
          <a:xfrm xmlns:a="http://schemas.openxmlformats.org/drawingml/2006/main">
            <a:off x="7239000" y="31146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5A1CC5E6-2A06-4595-96E8-A4C49144C55A}"/>
              </a:ext>
            </a:extLst>
          </p:cNvPr>
          <p:cNvCxnSpPr>
            <a:stCxn xmlns:a="http://schemas.openxmlformats.org/drawingml/2006/main" id="8" idx="3"/>
            <a:endCxn xmlns:a="http://schemas.openxmlformats.org/drawingml/2006/main" id="9" idx="1"/>
          </p:cNvCxnSpPr>
          <p:nvPr/>
        </p:nvCxnSpPr>
        <p:spPr>
          <a:xfrm xmlns:a="http://schemas.openxmlformats.org/drawingml/2006/main">
            <a:off x="3619500" y="31146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sp>
        <p:nvSpPr>
          <p:cNvPr id="41" name="title">
            <a:extLst xmlns:a="http://schemas.openxmlformats.org/drawingml/2006/main">
              <a:ext uri="{FF2B5EF4-FFF2-40B4-BE49-F238E27FC236}">
                <a16:creationId xmlns:a16="http://schemas.microsoft.com/office/drawing/2014/main" id="{BD7128A4-457F-4882-AEFE-8CF5E2B88F76}"/>
              </a:ext>
            </a:extLst>
          </p:cNvPr>
          <p:cNvSpPr>
            <a:spLocks xmlns:a="http://schemas.openxmlformats.org/drawingml/2006/main" noGrp="1"/>
          </p:cNvSpPr>
          <p:nvPr/>
        </p:nvSpPr>
        <p:spPr>
          <a:xfrm xmlns:a="http://schemas.openxmlformats.org/drawingml/2006/main">
            <a:off x="571500" y="266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오토 잡체인지 전체 시퀀스</a:t>
            </a:r>
          </a:p>
        </p:txBody>
      </p:sp>
      <p:sp>
        <p:nvSpPr>
          <p:cNvPr id="2" name="subtitle">
            <a:extLst xmlns:a="http://schemas.openxmlformats.org/drawingml/2006/main">
              <a:ext uri="{FF2B5EF4-FFF2-40B4-BE49-F238E27FC236}">
                <a16:creationId xmlns:a16="http://schemas.microsoft.com/office/drawing/2014/main" id="{320661FF-B769-4765-BB8F-B04763A16080}"/>
              </a:ext>
            </a:extLst>
          </p:cNvPr>
          <p:cNvSpPr>
            <a:spLocks xmlns:a="http://schemas.openxmlformats.org/drawingml/2006/main" noGrp="1"/>
          </p:cNvSpPr>
          <p:nvPr/>
        </p:nvSpPr>
        <p:spPr>
          <a:xfrm xmlns:a="http://schemas.openxmlformats.org/drawingml/2006/main">
            <a:off x="571500" y="9048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C6C7C"/>
                </a:solidFill>
                <a:latin typeface="Malgun Gothic"/>
                <a:ea typeface="Malgun Gothic"/>
                <a:cs typeface="Malgun Gothic"/>
              </a:defRPr>
            </a:defPPr>
          </a:lstStyle>
          <a:p xmlns:a="http://schemas.openxmlformats.org/drawingml/2006/main">
            <a:pPr algn="l">
              <a:defRPr sz="1800" b="0">
                <a:solidFill>
                  <a:srgbClr val="5C6C7C"/>
                </a:solidFill>
                <a:latin typeface="Malgun Gothic"/>
                <a:ea typeface="Malgun Gothic"/>
                <a:cs typeface="Malgun Gothic"/>
              </a:defRPr>
            </a:pPr>
            <a:r>
              <a:rPr sz="1800" b="0">
                <a:solidFill>
                  <a:srgbClr val="5C6C7C"/>
                </a:solidFill>
                <a:latin typeface="Malgun Gothic"/>
                <a:ea typeface="Malgun Gothic"/>
                <a:cs typeface="Malgun Gothic"/>
              </a:rPr>
              <a:t>앞단 Glass Data의 모델코드로 변경 판단, 가공 SW 준비 후 Section 적용·전셀검사·보정 확정</a:t>
            </a:r>
          </a:p>
        </p:txBody>
      </p:sp>
      <p:cxnSp>
        <p:nvCxnSpPr>
          <p:cNvPr id="3" name="header-rule">
            <a:extLst xmlns:a="http://schemas.openxmlformats.org/drawingml/2006/main">
              <a:ext uri="{FF2B5EF4-FFF2-40B4-BE49-F238E27FC236}">
                <a16:creationId xmlns:a16="http://schemas.microsoft.com/office/drawing/2014/main" id="{39714D0F-BA4F-4A21-8C38-1C633E1FA88F}"/>
              </a:ext>
            </a:extLst>
          </p:cNvPr>
          <p:cNvCxnSpPr/>
          <p:nvPr/>
        </p:nvCxnSpPr>
        <p:spPr>
          <a:xfrm xmlns:a="http://schemas.openxmlformats.org/drawingml/2006/main" flipH="0" flipV="0">
            <a:off x="571500" y="1457325"/>
            <a:ext cx="1409700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4" name="page-number">
            <a:extLst xmlns:a="http://schemas.openxmlformats.org/drawingml/2006/main">
              <a:ext uri="{FF2B5EF4-FFF2-40B4-BE49-F238E27FC236}">
                <a16:creationId xmlns:a16="http://schemas.microsoft.com/office/drawing/2014/main" id="{51AA49B6-AC4A-45A0-BF10-4BE3FCBF70B6}"/>
              </a:ext>
            </a:extLst>
          </p:cNvPr>
          <p:cNvSpPr>
            <a:spLocks xmlns:a="http://schemas.openxmlformats.org/drawingml/2006/main" noGrp="1"/>
          </p:cNvSpPr>
          <p:nvPr/>
        </p:nvSpPr>
        <p:spPr>
          <a:xfrm xmlns:a="http://schemas.openxmlformats.org/drawingml/2006/main">
            <a:off x="13906500" y="81534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1 / 3</a:t>
            </a:r>
          </a:p>
        </p:txBody>
      </p:sp>
      <p:sp>
        <p:nvSpPr>
          <p:cNvPr id="5" name="ownership">
            <a:extLst xmlns:a="http://schemas.openxmlformats.org/drawingml/2006/main">
              <a:ext uri="{FF2B5EF4-FFF2-40B4-BE49-F238E27FC236}">
                <a16:creationId xmlns:a16="http://schemas.microsoft.com/office/drawing/2014/main" id="{CF9DF15F-43AC-42EA-BBF5-C0A856D3E7C6}"/>
              </a:ext>
            </a:extLst>
          </p:cNvPr>
          <p:cNvSpPr>
            <a:spLocks xmlns:a="http://schemas.openxmlformats.org/drawingml/2006/main" noGrp="1"/>
          </p:cNvSpPr>
          <p:nvPr/>
        </p:nvSpPr>
        <p:spPr>
          <a:xfrm xmlns:a="http://schemas.openxmlformats.org/drawingml/2006/main">
            <a:off x="571500" y="156210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C6C7C"/>
                </a:solidFill>
                <a:latin typeface="Malgun Gothic"/>
                <a:ea typeface="Malgun Gothic"/>
                <a:cs typeface="Malgun Gothic"/>
              </a:defRPr>
            </a:defPPr>
          </a:lstStyle>
          <a:p xmlns:a="http://schemas.openxmlformats.org/drawingml/2006/main">
            <a:pPr algn="l">
              <a:defRPr sz="1575" b="0">
                <a:solidFill>
                  <a:srgbClr val="5C6C7C"/>
                </a:solidFill>
                <a:latin typeface="Malgun Gothic"/>
                <a:ea typeface="Malgun Gothic"/>
                <a:cs typeface="Malgun Gothic"/>
              </a:defRPr>
            </a:pPr>
            <a:r>
              <a:rPr sz="1575" b="0">
                <a:solidFill>
                  <a:srgbClr val="5C6C7C"/>
                </a:solidFill>
                <a:latin typeface="Malgun Gothic"/>
                <a:ea typeface="Malgun Gothic"/>
                <a:cs typeface="Malgun Gothic"/>
              </a:rPr>
              <a:t>상위: Model Code·RMS 검증    가공 SW: 전체 레시피 바디·매칭 DB·보정테이블    PLC: 모델별 핀 DB</a:t>
            </a:r>
          </a:p>
        </p:txBody>
      </p:sp>
      <p:sp>
        <p:nvSpPr>
          <p:cNvPr id="6" name="background">
            <a:extLst xmlns:a="http://schemas.openxmlformats.org/drawingml/2006/main">
              <a:ext uri="{FF2B5EF4-FFF2-40B4-BE49-F238E27FC236}">
                <a16:creationId xmlns:a16="http://schemas.microsoft.com/office/drawing/2014/main" id="{4F3FA0C9-C980-4D65-A968-6B0835584594}"/>
              </a:ext>
            </a:extLst>
          </p:cNvPr>
          <p:cNvSpPr>
            <a:spLocks xmlns:a="http://schemas.openxmlformats.org/drawingml/2006/main" noGrp="1"/>
          </p:cNvSpPr>
          <p:nvPr/>
        </p:nvSpPr>
        <p:spPr>
          <a:xfrm xmlns:a="http://schemas.openxmlformats.org/drawingml/2006/main">
            <a:off x="571500" y="1905000"/>
            <a:ext cx="1409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A3 운영 배경: 엔지니어 2명이 7~9대 동시 대응하므로 자동 레시피 전환을 기본으로 구성</a:t>
            </a:r>
          </a:p>
        </p:txBody>
      </p:sp>
      <p:sp>
        <p:nvSpPr>
          <p:cNvPr id="7" name="phase-1">
            <a:extLst xmlns:a="http://schemas.openxmlformats.org/drawingml/2006/main">
              <a:ext uri="{FF2B5EF4-FFF2-40B4-BE49-F238E27FC236}">
                <a16:creationId xmlns:a16="http://schemas.microsoft.com/office/drawing/2014/main" id="{A6FA0288-3F08-472B-8205-CDA1218ED154}"/>
              </a:ext>
            </a:extLst>
          </p:cNvPr>
          <p:cNvSpPr>
            <a:spLocks xmlns:a="http://schemas.openxmlformats.org/drawingml/2006/main" noGrp="1"/>
          </p:cNvSpPr>
          <p:nvPr/>
        </p:nvSpPr>
        <p:spPr>
          <a:xfrm xmlns:a="http://schemas.openxmlformats.org/drawingml/2006/main">
            <a:off x="571500" y="2228850"/>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1  모델 판단과 가공 SW 준비</a:t>
            </a:r>
          </a:p>
        </p:txBody>
      </p:sp>
      <p:sp>
        <p:nvSpPr>
          <p:cNvPr id="8" name="step-1">
            <a:extLst xmlns:a="http://schemas.openxmlformats.org/drawingml/2006/main">
              <a:ext uri="{FF2B5EF4-FFF2-40B4-BE49-F238E27FC236}">
                <a16:creationId xmlns:a16="http://schemas.microsoft.com/office/drawing/2014/main" id="{D701F87D-FA89-4010-A7BD-CF18D3DA806D}"/>
              </a:ext>
            </a:extLst>
          </p:cNvPr>
          <p:cNvSpPr>
            <a:spLocks xmlns:a="http://schemas.openxmlformats.org/drawingml/2006/main" noGrp="1"/>
          </p:cNvSpPr>
          <p:nvPr/>
        </p:nvSpPr>
        <p:spPr>
          <a:xfrm xmlns:a="http://schemas.openxmlformats.org/drawingml/2006/main">
            <a:off x="571500" y="255270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01 사전 변경정보 감지</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Glass Data 모델코드 읽기</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현재 모델·버전 비교</a:t>
            </a:r>
          </a:p>
        </p:txBody>
      </p:sp>
      <p:sp>
        <p:nvSpPr>
          <p:cNvPr id="9" name="step-2">
            <a:extLst xmlns:a="http://schemas.openxmlformats.org/drawingml/2006/main">
              <a:ext uri="{FF2B5EF4-FFF2-40B4-BE49-F238E27FC236}">
                <a16:creationId xmlns:a16="http://schemas.microsoft.com/office/drawing/2014/main" id="{259E691B-7CAB-4D89-A1A4-BBFB277DB60A}"/>
              </a:ext>
            </a:extLst>
          </p:cNvPr>
          <p:cNvSpPr>
            <a:spLocks xmlns:a="http://schemas.openxmlformats.org/drawingml/2006/main" noGrp="1"/>
          </p:cNvSpPr>
          <p:nvPr/>
        </p:nvSpPr>
        <p:spPr>
          <a:xfrm xmlns:a="http://schemas.openxmlformats.org/drawingml/2006/main">
            <a:off x="4191000" y="255270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02 LD 레시피 매칭</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모델 DB·RMS 유효성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핀 테이블 존재 확인</a:t>
            </a:r>
          </a:p>
        </p:txBody>
      </p:sp>
      <p:sp>
        <p:nvSpPr>
          <p:cNvPr id="10" name="step-3">
            <a:extLst xmlns:a="http://schemas.openxmlformats.org/drawingml/2006/main">
              <a:ext uri="{FF2B5EF4-FFF2-40B4-BE49-F238E27FC236}">
                <a16:creationId xmlns:a16="http://schemas.microsoft.com/office/drawing/2014/main" id="{4F1A1130-7279-41C4-A8B6-27BDBD2388F5}"/>
              </a:ext>
            </a:extLst>
          </p:cNvPr>
          <p:cNvSpPr>
            <a:spLocks xmlns:a="http://schemas.openxmlformats.org/drawingml/2006/main" noGrp="1"/>
          </p:cNvSpPr>
          <p:nvPr/>
        </p:nvSpPr>
        <p:spPr>
          <a:xfrm xmlns:a="http://schemas.openxmlformats.org/drawingml/2006/main">
            <a:off x="7810500" y="255270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03 전환 가능 상태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기존 기판 처리·배출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새 기판 수신 대기</a:t>
            </a:r>
          </a:p>
        </p:txBody>
      </p:sp>
      <p:sp>
        <p:nvSpPr>
          <p:cNvPr id="11" name="step-4">
            <a:extLst xmlns:a="http://schemas.openxmlformats.org/drawingml/2006/main">
              <a:ext uri="{FF2B5EF4-FFF2-40B4-BE49-F238E27FC236}">
                <a16:creationId xmlns:a16="http://schemas.microsoft.com/office/drawing/2014/main" id="{4ADAFC68-C8B4-47FA-81C6-E87EB0469F8A}"/>
              </a:ext>
            </a:extLst>
          </p:cNvPr>
          <p:cNvSpPr>
            <a:spLocks xmlns:a="http://schemas.openxmlformats.org/drawingml/2006/main" noGrp="1"/>
          </p:cNvSpPr>
          <p:nvPr/>
        </p:nvSpPr>
        <p:spPr>
          <a:xfrm xmlns:a="http://schemas.openxmlformats.org/drawingml/2006/main">
            <a:off x="11430000" y="255270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04 레시피 바디 적용</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좌표·가공조건 검증</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모델별 보정기준 로드</a:t>
            </a:r>
          </a:p>
        </p:txBody>
      </p:sp>
      <p:sp>
        <p:nvSpPr>
          <p:cNvPr id="12" name="phase-2">
            <a:extLst xmlns:a="http://schemas.openxmlformats.org/drawingml/2006/main">
              <a:ext uri="{FF2B5EF4-FFF2-40B4-BE49-F238E27FC236}">
                <a16:creationId xmlns:a16="http://schemas.microsoft.com/office/drawing/2014/main" id="{2DE39139-00E9-4C84-9389-BFB83DDBDBFA}"/>
              </a:ext>
            </a:extLst>
          </p:cNvPr>
          <p:cNvSpPr>
            <a:spLocks xmlns:a="http://schemas.openxmlformats.org/drawingml/2006/main" noGrp="1"/>
          </p:cNvSpPr>
          <p:nvPr/>
        </p:nvSpPr>
        <p:spPr>
          <a:xfrm xmlns:a="http://schemas.openxmlformats.org/drawingml/2006/main">
            <a:off x="571500" y="4076700"/>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2  광학계 확인과 Section 인계</a:t>
            </a:r>
          </a:p>
        </p:txBody>
      </p:sp>
      <p:sp>
        <p:nvSpPr>
          <p:cNvPr id="13" name="step-5">
            <a:extLst xmlns:a="http://schemas.openxmlformats.org/drawingml/2006/main">
              <a:ext uri="{FF2B5EF4-FFF2-40B4-BE49-F238E27FC236}">
                <a16:creationId xmlns:a16="http://schemas.microsoft.com/office/drawing/2014/main" id="{B1894BC7-6085-4CF8-B55C-F8600BFE4A84}"/>
              </a:ext>
            </a:extLst>
          </p:cNvPr>
          <p:cNvSpPr>
            <a:spLocks xmlns:a="http://schemas.openxmlformats.org/drawingml/2006/main" noGrp="1"/>
          </p:cNvSpPr>
          <p:nvPr/>
        </p:nvSpPr>
        <p:spPr>
          <a:xfrm xmlns:a="http://schemas.openxmlformats.org/drawingml/2006/main">
            <a:off x="571500" y="440055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05 광학계 준비</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DOE Z 실제 도착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파워·윈도우 처리(2장)</a:t>
            </a:r>
          </a:p>
        </p:txBody>
      </p:sp>
      <p:sp>
        <p:nvSpPr>
          <p:cNvPr id="14" name="step-6">
            <a:extLst xmlns:a="http://schemas.openxmlformats.org/drawingml/2006/main">
              <a:ext uri="{FF2B5EF4-FFF2-40B4-BE49-F238E27FC236}">
                <a16:creationId xmlns:a16="http://schemas.microsoft.com/office/drawing/2014/main" id="{A3FEE814-D6E5-451E-AA08-DE989BE778AA}"/>
              </a:ext>
            </a:extLst>
          </p:cNvPr>
          <p:cNvSpPr>
            <a:spLocks xmlns:a="http://schemas.openxmlformats.org/drawingml/2006/main" noGrp="1"/>
          </p:cNvSpPr>
          <p:nvPr/>
        </p:nvSpPr>
        <p:spPr>
          <a:xfrm xmlns:a="http://schemas.openxmlformats.org/drawingml/2006/main">
            <a:off x="4191000" y="4400550"/>
            <a:ext cx="3048000" cy="1123950"/>
          </a:xfrm>
          <a:prstGeom xmlns:a="http://schemas.openxmlformats.org/drawingml/2006/main" prst="rect">
            <a:avLst/>
          </a:prstGeom>
          <a:solidFill xmlns:a="http://schemas.openxmlformats.org/drawingml/2006/main">
            <a:srgbClr val="1667B2"/>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FFFFFF"/>
                </a:solidFill>
                <a:latin typeface="Malgun Gothic"/>
                <a:ea typeface="Malgun Gothic"/>
                <a:cs typeface="Malgun Gothic"/>
              </a:rPr>
              <a:t>06 가공 SW 준비 완료</a:t>
            </a:r>
          </a:p>
          <a:p xmlns:a="http://schemas.openxmlformats.org/drawingml/2006/main">
            <a:pPr algn="ctr">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적용 조건·확인 결과 정상</a:t>
            </a:r>
          </a:p>
          <a:p xmlns:a="http://schemas.openxmlformats.org/drawingml/2006/main">
            <a:pPr algn="ctr">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최종 Job 완료와 구분</a:t>
            </a:r>
          </a:p>
        </p:txBody>
      </p:sp>
      <p:sp>
        <p:nvSpPr>
          <p:cNvPr id="15" name="step-7">
            <a:extLst xmlns:a="http://schemas.openxmlformats.org/drawingml/2006/main">
              <a:ext uri="{FF2B5EF4-FFF2-40B4-BE49-F238E27FC236}">
                <a16:creationId xmlns:a16="http://schemas.microsoft.com/office/drawing/2014/main" id="{F54A2652-EC5B-4EC6-84F5-ECD39813CD09}"/>
              </a:ext>
            </a:extLst>
          </p:cNvPr>
          <p:cNvSpPr>
            <a:spLocks xmlns:a="http://schemas.openxmlformats.org/drawingml/2006/main" noGrp="1"/>
          </p:cNvSpPr>
          <p:nvPr/>
        </p:nvSpPr>
        <p:spPr>
          <a:xfrm xmlns:a="http://schemas.openxmlformats.org/drawingml/2006/main">
            <a:off x="7810500" y="440055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07 각 Section 변경 통보</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모델·레시피 버전 전달</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수신 응답·Timeout 확인</a:t>
            </a:r>
          </a:p>
        </p:txBody>
      </p:sp>
      <p:sp>
        <p:nvSpPr>
          <p:cNvPr id="16" name="step-8">
            <a:extLst xmlns:a="http://schemas.openxmlformats.org/drawingml/2006/main">
              <a:ext uri="{FF2B5EF4-FFF2-40B4-BE49-F238E27FC236}">
                <a16:creationId xmlns:a16="http://schemas.microsoft.com/office/drawing/2014/main" id="{199EAE45-D8D6-40A0-856A-A338D8CFE8AF}"/>
              </a:ext>
            </a:extLst>
          </p:cNvPr>
          <p:cNvSpPr>
            <a:spLocks xmlns:a="http://schemas.openxmlformats.org/drawingml/2006/main" noGrp="1"/>
          </p:cNvSpPr>
          <p:nvPr/>
        </p:nvSpPr>
        <p:spPr>
          <a:xfrm xmlns:a="http://schemas.openxmlformats.org/drawingml/2006/main">
            <a:off x="11430000" y="440055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08 PLC·비전 조건 적용</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센터 핀 목표·도착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비전 Recipe·조건 확인</a:t>
            </a:r>
          </a:p>
        </p:txBody>
      </p:sp>
      <p:sp>
        <p:nvSpPr>
          <p:cNvPr id="17" name="phase-3">
            <a:extLst xmlns:a="http://schemas.openxmlformats.org/drawingml/2006/main">
              <a:ext uri="{FF2B5EF4-FFF2-40B4-BE49-F238E27FC236}">
                <a16:creationId xmlns:a16="http://schemas.microsoft.com/office/drawing/2014/main" id="{EDC9040A-2D44-4E99-8FC0-EBA61BAE601C}"/>
              </a:ext>
            </a:extLst>
          </p:cNvPr>
          <p:cNvSpPr>
            <a:spLocks xmlns:a="http://schemas.openxmlformats.org/drawingml/2006/main" noGrp="1"/>
          </p:cNvSpPr>
          <p:nvPr/>
        </p:nvSpPr>
        <p:spPr>
          <a:xfrm xmlns:a="http://schemas.openxmlformats.org/drawingml/2006/main">
            <a:off x="571500" y="5924550"/>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97966"/>
                </a:solidFill>
                <a:latin typeface="Malgun Gothic"/>
                <a:ea typeface="Malgun Gothic"/>
                <a:cs typeface="Malgun Gothic"/>
              </a:defRPr>
            </a:defPPr>
          </a:lstStyle>
          <a:p xmlns:a="http://schemas.openxmlformats.org/drawingml/2006/main">
            <a:pPr algn="l">
              <a:defRPr sz="1875" b="1">
                <a:solidFill>
                  <a:srgbClr val="197966"/>
                </a:solidFill>
                <a:latin typeface="Malgun Gothic"/>
                <a:ea typeface="Malgun Gothic"/>
                <a:cs typeface="Malgun Gothic"/>
              </a:defRPr>
            </a:pPr>
            <a:r>
              <a:rPr sz="1875" b="1">
                <a:solidFill>
                  <a:srgbClr val="197966"/>
                </a:solidFill>
                <a:latin typeface="Malgun Gothic"/>
                <a:ea typeface="Malgun Gothic"/>
                <a:cs typeface="Malgun Gothic"/>
              </a:rPr>
              <a:t>3  전셀검사와 보정 확정</a:t>
            </a:r>
          </a:p>
        </p:txBody>
      </p:sp>
      <p:sp>
        <p:nvSpPr>
          <p:cNvPr id="18" name="step-9">
            <a:extLst xmlns:a="http://schemas.openxmlformats.org/drawingml/2006/main">
              <a:ext uri="{FF2B5EF4-FFF2-40B4-BE49-F238E27FC236}">
                <a16:creationId xmlns:a16="http://schemas.microsoft.com/office/drawing/2014/main" id="{8B1F4081-D273-4665-9366-F1BD512F132B}"/>
              </a:ext>
            </a:extLst>
          </p:cNvPr>
          <p:cNvSpPr>
            <a:spLocks xmlns:a="http://schemas.openxmlformats.org/drawingml/2006/main" noGrp="1"/>
          </p:cNvSpPr>
          <p:nvPr/>
        </p:nvSpPr>
        <p:spPr>
          <a:xfrm xmlns:a="http://schemas.openxmlformats.org/drawingml/2006/main">
            <a:off x="571500" y="624840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09 Section 준비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모델·버전 일치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검사 대상 준비 확인</a:t>
            </a:r>
          </a:p>
        </p:txBody>
      </p:sp>
      <p:sp>
        <p:nvSpPr>
          <p:cNvPr id="19" name="step-10">
            <a:extLst xmlns:a="http://schemas.openxmlformats.org/drawingml/2006/main">
              <a:ext uri="{FF2B5EF4-FFF2-40B4-BE49-F238E27FC236}">
                <a16:creationId xmlns:a16="http://schemas.microsoft.com/office/drawing/2014/main" id="{E83503E9-AD34-468C-B67E-07CD1A08BFDF}"/>
              </a:ext>
            </a:extLst>
          </p:cNvPr>
          <p:cNvSpPr>
            <a:spLocks xmlns:a="http://schemas.openxmlformats.org/drawingml/2006/main" noGrp="1"/>
          </p:cNvSpPr>
          <p:nvPr/>
        </p:nvSpPr>
        <p:spPr>
          <a:xfrm xmlns:a="http://schemas.openxmlformats.org/drawingml/2006/main">
            <a:off x="4191000" y="624840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10 전셀검사</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모든 Cell 측정 완료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누락·NG·허용오차 확인</a:t>
            </a:r>
          </a:p>
        </p:txBody>
      </p:sp>
      <p:sp>
        <p:nvSpPr>
          <p:cNvPr id="20" name="step-11">
            <a:extLst xmlns:a="http://schemas.openxmlformats.org/drawingml/2006/main">
              <a:ext uri="{FF2B5EF4-FFF2-40B4-BE49-F238E27FC236}">
                <a16:creationId xmlns:a16="http://schemas.microsoft.com/office/drawing/2014/main" id="{C6210FD9-0835-4D1D-AAA6-5F8D9B5D2EFD}"/>
              </a:ext>
            </a:extLst>
          </p:cNvPr>
          <p:cNvSpPr>
            <a:spLocks xmlns:a="http://schemas.openxmlformats.org/drawingml/2006/main" noGrp="1"/>
          </p:cNvSpPr>
          <p:nvPr/>
        </p:nvSpPr>
        <p:spPr>
          <a:xfrm xmlns:a="http://schemas.openxmlformats.org/drawingml/2006/main">
            <a:off x="7810500" y="624840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11 보정테이블 업데이트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Head·Cell·좌표별 반영</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저장·재조회·좌표 갱신</a:t>
            </a:r>
          </a:p>
        </p:txBody>
      </p:sp>
      <p:sp>
        <p:nvSpPr>
          <p:cNvPr id="21" name="step-12">
            <a:extLst xmlns:a="http://schemas.openxmlformats.org/drawingml/2006/main">
              <a:ext uri="{FF2B5EF4-FFF2-40B4-BE49-F238E27FC236}">
                <a16:creationId xmlns:a16="http://schemas.microsoft.com/office/drawing/2014/main" id="{EAA9D8A1-3EE3-4962-9D64-6FD9395796DE}"/>
              </a:ext>
            </a:extLst>
          </p:cNvPr>
          <p:cNvSpPr>
            <a:spLocks xmlns:a="http://schemas.openxmlformats.org/drawingml/2006/main" noGrp="1"/>
          </p:cNvSpPr>
          <p:nvPr/>
        </p:nvSpPr>
        <p:spPr>
          <a:xfrm xmlns:a="http://schemas.openxmlformats.org/drawingml/2006/main">
            <a:off x="11430000" y="6248400"/>
            <a:ext cx="3048000" cy="1123950"/>
          </a:xfrm>
          <a:prstGeom xmlns:a="http://schemas.openxmlformats.org/drawingml/2006/main" prst="rect">
            <a:avLst/>
          </a:prstGeom>
          <a:solidFill xmlns:a="http://schemas.openxmlformats.org/drawingml/2006/main">
            <a:srgbClr val="197966"/>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b="1">
                <a:solidFill>
                  <a:srgbClr val="FFFFFF"/>
                </a:solidFill>
                <a:latin typeface="Malgun Gothic"/>
                <a:ea typeface="Malgun Gothic"/>
                <a:cs typeface="Malgun Gothic"/>
              </a:rPr>
              <a:t>12 최종 Job Change 완료</a:t>
            </a:r>
          </a:p>
          <a:p xmlns:a="http://schemas.openxmlformats.org/drawingml/2006/main">
            <a:pPr algn="ctr">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직전 파워·모든 조건 확인</a:t>
            </a:r>
          </a:p>
          <a:p xmlns:a="http://schemas.openxmlformats.org/drawingml/2006/main">
            <a:pPr algn="ctr">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Host 회신·양산 가공 허용</a:t>
            </a:r>
          </a:p>
        </p:txBody>
      </p:sp>
      <p:cxnSp>
        <p:nvCxnSpPr>
          <p:cNvPr id="31" name="wrap-3-1">
            <a:extLst xmlns:a="http://schemas.openxmlformats.org/drawingml/2006/main">
              <a:ext uri="{FF2B5EF4-FFF2-40B4-BE49-F238E27FC236}">
                <a16:creationId xmlns:a16="http://schemas.microsoft.com/office/drawing/2014/main" id="{1BBF6942-3110-472D-9650-5C09A5D64D45}"/>
              </a:ext>
            </a:extLst>
          </p:cNvPr>
          <p:cNvCxnSpPr/>
          <p:nvPr/>
        </p:nvCxnSpPr>
        <p:spPr>
          <a:xfrm xmlns:a="http://schemas.openxmlformats.org/drawingml/2006/main" flipH="0" flipV="0">
            <a:off x="12954000" y="3676650"/>
            <a:ext cx="0" cy="2476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2" name="wrap-3-2">
            <a:extLst xmlns:a="http://schemas.openxmlformats.org/drawingml/2006/main">
              <a:ext uri="{FF2B5EF4-FFF2-40B4-BE49-F238E27FC236}">
                <a16:creationId xmlns:a16="http://schemas.microsoft.com/office/drawing/2014/main" id="{47716B90-C202-4A18-A4BE-3A20AF4900B8}"/>
              </a:ext>
            </a:extLst>
          </p:cNvPr>
          <p:cNvCxnSpPr/>
          <p:nvPr/>
        </p:nvCxnSpPr>
        <p:spPr>
          <a:xfrm xmlns:a="http://schemas.openxmlformats.org/drawingml/2006/main" flipH="1" flipV="0">
            <a:off x="400050" y="3924300"/>
            <a:ext cx="12553950"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3" name="wrap-3-3">
            <a:extLst xmlns:a="http://schemas.openxmlformats.org/drawingml/2006/main">
              <a:ext uri="{FF2B5EF4-FFF2-40B4-BE49-F238E27FC236}">
                <a16:creationId xmlns:a16="http://schemas.microsoft.com/office/drawing/2014/main" id="{28E95B7B-BFEE-4C96-A736-EE07D3CD1C75}"/>
              </a:ext>
            </a:extLst>
          </p:cNvPr>
          <p:cNvCxnSpPr/>
          <p:nvPr/>
        </p:nvCxnSpPr>
        <p:spPr>
          <a:xfrm xmlns:a="http://schemas.openxmlformats.org/drawingml/2006/main" flipH="0" flipV="0">
            <a:off x="400050" y="3924300"/>
            <a:ext cx="0" cy="1038225"/>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4" name="wrap-3-4">
            <a:extLst xmlns:a="http://schemas.openxmlformats.org/drawingml/2006/main">
              <a:ext uri="{FF2B5EF4-FFF2-40B4-BE49-F238E27FC236}">
                <a16:creationId xmlns:a16="http://schemas.microsoft.com/office/drawing/2014/main" id="{13D9DFDE-5059-48F4-BFC3-E79B08B7B44E}"/>
              </a:ext>
            </a:extLst>
          </p:cNvPr>
          <p:cNvCxnSpPr/>
          <p:nvPr/>
        </p:nvCxnSpPr>
        <p:spPr>
          <a:xfrm xmlns:a="http://schemas.openxmlformats.org/drawingml/2006/main" flipH="0" flipV="0">
            <a:off x="400050" y="4962525"/>
            <a:ext cx="171450"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35" name="wrap-7-1">
            <a:extLst xmlns:a="http://schemas.openxmlformats.org/drawingml/2006/main">
              <a:ext uri="{FF2B5EF4-FFF2-40B4-BE49-F238E27FC236}">
                <a16:creationId xmlns:a16="http://schemas.microsoft.com/office/drawing/2014/main" id="{C577CA88-9805-4FFB-8CA7-31F2FF28E08B}"/>
              </a:ext>
            </a:extLst>
          </p:cNvPr>
          <p:cNvCxnSpPr/>
          <p:nvPr/>
        </p:nvCxnSpPr>
        <p:spPr>
          <a:xfrm xmlns:a="http://schemas.openxmlformats.org/drawingml/2006/main" flipH="0" flipV="0">
            <a:off x="12954000" y="5524500"/>
            <a:ext cx="0" cy="2476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6" name="wrap-7-2">
            <a:extLst xmlns:a="http://schemas.openxmlformats.org/drawingml/2006/main">
              <a:ext uri="{FF2B5EF4-FFF2-40B4-BE49-F238E27FC236}">
                <a16:creationId xmlns:a16="http://schemas.microsoft.com/office/drawing/2014/main" id="{C6353DA5-5771-4C35-92DB-FECC9503A053}"/>
              </a:ext>
            </a:extLst>
          </p:cNvPr>
          <p:cNvCxnSpPr/>
          <p:nvPr/>
        </p:nvCxnSpPr>
        <p:spPr>
          <a:xfrm xmlns:a="http://schemas.openxmlformats.org/drawingml/2006/main" flipH="1" flipV="0">
            <a:off x="400050" y="5772150"/>
            <a:ext cx="12553950"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7" name="wrap-7-3">
            <a:extLst xmlns:a="http://schemas.openxmlformats.org/drawingml/2006/main">
              <a:ext uri="{FF2B5EF4-FFF2-40B4-BE49-F238E27FC236}">
                <a16:creationId xmlns:a16="http://schemas.microsoft.com/office/drawing/2014/main" id="{D839EEDE-3AE1-4C90-9D0A-7239761520BF}"/>
              </a:ext>
            </a:extLst>
          </p:cNvPr>
          <p:cNvCxnSpPr/>
          <p:nvPr/>
        </p:nvCxnSpPr>
        <p:spPr>
          <a:xfrm xmlns:a="http://schemas.openxmlformats.org/drawingml/2006/main" flipH="0" flipV="0">
            <a:off x="400050" y="5772150"/>
            <a:ext cx="0" cy="1038225"/>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8" name="wrap-7-4">
            <a:extLst xmlns:a="http://schemas.openxmlformats.org/drawingml/2006/main">
              <a:ext uri="{FF2B5EF4-FFF2-40B4-BE49-F238E27FC236}">
                <a16:creationId xmlns:a16="http://schemas.microsoft.com/office/drawing/2014/main" id="{DBF725AD-5950-45B7-9C72-D760EEBD676B}"/>
              </a:ext>
            </a:extLst>
          </p:cNvPr>
          <p:cNvCxnSpPr/>
          <p:nvPr/>
        </p:nvCxnSpPr>
        <p:spPr>
          <a:xfrm xmlns:a="http://schemas.openxmlformats.org/drawingml/2006/main" flipH="0" flipV="0">
            <a:off x="400050" y="6810375"/>
            <a:ext cx="171450"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39" name="common-failure">
            <a:extLst xmlns:a="http://schemas.openxmlformats.org/drawingml/2006/main">
              <a:ext uri="{FF2B5EF4-FFF2-40B4-BE49-F238E27FC236}">
                <a16:creationId xmlns:a16="http://schemas.microsoft.com/office/drawing/2014/main" id="{2B2E1DC7-941B-47EB-80C2-87D3732C29B4}"/>
              </a:ext>
            </a:extLst>
          </p:cNvPr>
          <p:cNvSpPr>
            <a:spLocks xmlns:a="http://schemas.openxmlformats.org/drawingml/2006/main" noGrp="1"/>
          </p:cNvSpPr>
          <p:nvPr/>
        </p:nvSpPr>
        <p:spPr>
          <a:xfrm xmlns:a="http://schemas.openxmlformats.org/drawingml/2006/main">
            <a:off x="571500" y="7667625"/>
            <a:ext cx="14097000" cy="400050"/>
          </a:xfrm>
          <a:prstGeom xmlns:a="http://schemas.openxmlformats.org/drawingml/2006/main" prst="rect">
            <a:avLst/>
          </a:prstGeom>
          <a:solidFill xmlns:a="http://schemas.openxmlformats.org/drawingml/2006/main">
            <a:srgbClr val="FBEFEB"/>
          </a:solidFill>
          <a:ln xmlns:a="http://schemas.openxmlformats.org/drawingml/2006/main" w="15240">
            <a:solidFill>
              <a:srgbClr val="A64743"/>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defRPr sz="1575">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공통 NG: 최종 완료·양산 허용 보류, 실패 항목·값·모델·버전 기록, 재시도·복구 정책에 따라 처리</a:t>
            </a:r>
          </a:p>
        </p:txBody>
      </p:sp>
      <p:sp>
        <p:nvSpPr>
          <p:cNvPr id="40" name="status-note">
            <a:extLst xmlns:a="http://schemas.openxmlformats.org/drawingml/2006/main">
              <a:ext uri="{FF2B5EF4-FFF2-40B4-BE49-F238E27FC236}">
                <a16:creationId xmlns:a16="http://schemas.microsoft.com/office/drawing/2014/main" id="{D26336D6-6516-458B-ACDA-D9C1107865FD}"/>
              </a:ext>
            </a:extLst>
          </p:cNvPr>
          <p:cNvSpPr>
            <a:spLocks xmlns:a="http://schemas.openxmlformats.org/drawingml/2006/main" noGrp="1"/>
          </p:cNvSpPr>
          <p:nvPr/>
        </p:nvSpPr>
        <p:spPr>
          <a:xfrm xmlns:a="http://schemas.openxmlformats.org/drawingml/2006/main">
            <a:off x="571500" y="8134350"/>
            <a:ext cx="1304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5C6C7C"/>
                </a:solidFill>
                <a:latin typeface="Malgun Gothic"/>
                <a:ea typeface="Malgun Gothic"/>
                <a:cs typeface="Malgun Gothic"/>
              </a:defRPr>
            </a:defPPr>
          </a:lstStyle>
          <a:p xmlns:a="http://schemas.openxmlformats.org/drawingml/2006/main">
            <a:pPr algn="l">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동작 기준은 사용자 미팅 정리 반영. 세부 확인 항목은 구체화 제안이며 신호명·임계값·복구 방식은 협의 필요</a:t>
            </a:r>
          </a:p>
        </p:txBody>
      </p:sp>
    </p:spTree>
    <p:extLst>
      <p:ext uri="{BB962C8B-B14F-4D97-AF65-F5344CB8AC3E}">
        <p14:creationId xmlns:p14="http://schemas.microsoft.com/office/powerpoint/2010/main" val="10563040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34E45D22-62D8-451C-B5E7-55AE4C0601F3}"/>
              </a:ext>
            </a:extLst>
          </p:cNvPr>
          <p:cNvCxnSpPr>
            <a:stCxn xmlns:a="http://schemas.openxmlformats.org/drawingml/2006/main" id="15" idx="2"/>
            <a:endCxn xmlns:a="http://schemas.openxmlformats.org/drawingml/2006/main" id="32" idx="0"/>
          </p:cNvCxnSpPr>
          <p:nvPr/>
        </p:nvCxnSpPr>
        <p:spPr>
          <a:xfrm xmlns:a="http://schemas.openxmlformats.org/drawingml/2006/main">
            <a:off x="5667375" y="6276975"/>
            <a:ext cx="0" cy="428625"/>
          </a:xfrm>
          <a:prstGeom xmlns:a="http://schemas.openxmlformats.org/drawingml/2006/main" prst="straightConnector1">
            <a:avLst/>
          </a:prstGeom>
          <a:ln xmlns:a="http://schemas.openxmlformats.org/drawingml/2006/main" w="20003">
            <a:solidFill>
              <a:srgbClr val="A64743"/>
            </a:solidFill>
            <a:prstDash val="dash"/>
            <a:tailEnd type="triangle" w="sm" len="sm"/>
          </a:ln>
        </p:spPr>
      </p:cxnSp>
      <p:cxnSp>
        <p:nvCxnSpPr>
          <p:cNvPr id="22" name="">
            <a:extLst xmlns:a="http://schemas.openxmlformats.org/drawingml/2006/main">
              <a:ext uri="{FF2B5EF4-FFF2-40B4-BE49-F238E27FC236}">
                <a16:creationId xmlns:a16="http://schemas.microsoft.com/office/drawing/2014/main" id="{709C8B56-84E8-4AF6-BC92-771F2AE17501}"/>
              </a:ext>
            </a:extLst>
          </p:cNvPr>
          <p:cNvCxnSpPr>
            <a:stCxn xmlns:a="http://schemas.openxmlformats.org/drawingml/2006/main" id="14" idx="3"/>
            <a:endCxn xmlns:a="http://schemas.openxmlformats.org/drawingml/2006/main" id="15" idx="1"/>
          </p:cNvCxnSpPr>
          <p:nvPr/>
        </p:nvCxnSpPr>
        <p:spPr>
          <a:xfrm xmlns:a="http://schemas.openxmlformats.org/drawingml/2006/main">
            <a:off x="3476625" y="5753100"/>
            <a:ext cx="523875"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A393A10C-0BB2-4D91-9531-CAFBD9166A1A}"/>
              </a:ext>
            </a:extLst>
          </p:cNvPr>
          <p:cNvCxnSpPr>
            <a:stCxn xmlns:a="http://schemas.openxmlformats.org/drawingml/2006/main" id="8" idx="3"/>
            <a:endCxn xmlns:a="http://schemas.openxmlformats.org/drawingml/2006/main" id="9" idx="1"/>
          </p:cNvCxnSpPr>
          <p:nvPr/>
        </p:nvCxnSpPr>
        <p:spPr>
          <a:xfrm xmlns:a="http://schemas.openxmlformats.org/drawingml/2006/main">
            <a:off x="3476625" y="3724275"/>
            <a:ext cx="523875" cy="1905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0F099CBE-A870-4DC6-A0C3-60BFFB73DFCB}"/>
              </a:ext>
            </a:extLst>
          </p:cNvPr>
          <p:cNvCxnSpPr>
            <a:stCxn xmlns:a="http://schemas.openxmlformats.org/drawingml/2006/main" id="7" idx="2"/>
            <a:endCxn xmlns:a="http://schemas.openxmlformats.org/drawingml/2006/main" id="8" idx="0"/>
          </p:cNvCxnSpPr>
          <p:nvPr/>
        </p:nvCxnSpPr>
        <p:spPr>
          <a:xfrm xmlns:a="http://schemas.openxmlformats.org/drawingml/2006/main" flipH="1">
            <a:off x="2571750" y="2886075"/>
            <a:ext cx="1381125" cy="219075"/>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37" name="title">
            <a:extLst xmlns:a="http://schemas.openxmlformats.org/drawingml/2006/main">
              <a:ext uri="{FF2B5EF4-FFF2-40B4-BE49-F238E27FC236}">
                <a16:creationId xmlns:a16="http://schemas.microsoft.com/office/drawing/2014/main" id="{25395AC6-1F57-4876-B36F-9EE21ED166CC}"/>
              </a:ext>
            </a:extLst>
          </p:cNvPr>
          <p:cNvSpPr>
            <a:spLocks xmlns:a="http://schemas.openxmlformats.org/drawingml/2006/main" noGrp="1"/>
          </p:cNvSpPr>
          <p:nvPr/>
        </p:nvSpPr>
        <p:spPr>
          <a:xfrm xmlns:a="http://schemas.openxmlformats.org/drawingml/2006/main">
            <a:off x="571500" y="266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광학계 전환과 검사·보정 확인 항목</a:t>
            </a:r>
          </a:p>
        </p:txBody>
      </p:sp>
      <p:sp>
        <p:nvSpPr>
          <p:cNvPr id="2" name="subtitle">
            <a:extLst xmlns:a="http://schemas.openxmlformats.org/drawingml/2006/main">
              <a:ext uri="{FF2B5EF4-FFF2-40B4-BE49-F238E27FC236}">
                <a16:creationId xmlns:a16="http://schemas.microsoft.com/office/drawing/2014/main" id="{C684AD77-1BF3-4306-AE89-5F82B5F9A8BF}"/>
              </a:ext>
            </a:extLst>
          </p:cNvPr>
          <p:cNvSpPr>
            <a:spLocks xmlns:a="http://schemas.openxmlformats.org/drawingml/2006/main" noGrp="1"/>
          </p:cNvSpPr>
          <p:nvPr/>
        </p:nvSpPr>
        <p:spPr>
          <a:xfrm xmlns:a="http://schemas.openxmlformats.org/drawingml/2006/main">
            <a:off x="571500" y="9048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C6C7C"/>
                </a:solidFill>
                <a:latin typeface="Malgun Gothic"/>
                <a:ea typeface="Malgun Gothic"/>
                <a:cs typeface="Malgun Gothic"/>
              </a:defRPr>
            </a:defPPr>
          </a:lstStyle>
          <a:p xmlns:a="http://schemas.openxmlformats.org/drawingml/2006/main">
            <a:pPr algn="l">
              <a:defRPr sz="1800" b="0">
                <a:solidFill>
                  <a:srgbClr val="5C6C7C"/>
                </a:solidFill>
                <a:latin typeface="Malgun Gothic"/>
                <a:ea typeface="Malgun Gothic"/>
                <a:cs typeface="Malgun Gothic"/>
              </a:defRPr>
            </a:pPr>
            <a:r>
              <a:rPr sz="1800" b="0">
                <a:solidFill>
                  <a:srgbClr val="5C6C7C"/>
                </a:solidFill>
                <a:latin typeface="Malgun Gothic"/>
                <a:ea typeface="Malgun Gothic"/>
                <a:cs typeface="Malgun Gothic"/>
              </a:rPr>
              <a:t>파워 조건 변경 시 측정·보정, 보호윈도우는 사용 상태로 판단, 검사 결과 확인 후 보정 확정</a:t>
            </a:r>
          </a:p>
        </p:txBody>
      </p:sp>
      <p:cxnSp>
        <p:nvCxnSpPr>
          <p:cNvPr id="3" name="header-rule">
            <a:extLst xmlns:a="http://schemas.openxmlformats.org/drawingml/2006/main">
              <a:ext uri="{FF2B5EF4-FFF2-40B4-BE49-F238E27FC236}">
                <a16:creationId xmlns:a16="http://schemas.microsoft.com/office/drawing/2014/main" id="{F9B46730-317F-44C9-AAF9-49CA1873A6DF}"/>
              </a:ext>
            </a:extLst>
          </p:cNvPr>
          <p:cNvCxnSpPr/>
          <p:nvPr/>
        </p:nvCxnSpPr>
        <p:spPr>
          <a:xfrm xmlns:a="http://schemas.openxmlformats.org/drawingml/2006/main" flipH="0" flipV="0">
            <a:off x="571500" y="1457325"/>
            <a:ext cx="1409700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4" name="page-number">
            <a:extLst xmlns:a="http://schemas.openxmlformats.org/drawingml/2006/main">
              <a:ext uri="{FF2B5EF4-FFF2-40B4-BE49-F238E27FC236}">
                <a16:creationId xmlns:a16="http://schemas.microsoft.com/office/drawing/2014/main" id="{05C1A12E-14A6-4A4A-9EEA-AEBE4A7F2B76}"/>
              </a:ext>
            </a:extLst>
          </p:cNvPr>
          <p:cNvSpPr>
            <a:spLocks xmlns:a="http://schemas.openxmlformats.org/drawingml/2006/main" noGrp="1"/>
          </p:cNvSpPr>
          <p:nvPr/>
        </p:nvSpPr>
        <p:spPr>
          <a:xfrm xmlns:a="http://schemas.openxmlformats.org/drawingml/2006/main">
            <a:off x="13906500" y="81534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2 / 3</a:t>
            </a:r>
          </a:p>
        </p:txBody>
      </p:sp>
      <p:sp>
        <p:nvSpPr>
          <p:cNvPr id="5" name="optics-label">
            <a:extLst xmlns:a="http://schemas.openxmlformats.org/drawingml/2006/main">
              <a:ext uri="{FF2B5EF4-FFF2-40B4-BE49-F238E27FC236}">
                <a16:creationId xmlns:a16="http://schemas.microsoft.com/office/drawing/2014/main" id="{0318C512-438C-4DB6-9794-08A36157B082}"/>
              </a:ext>
            </a:extLst>
          </p:cNvPr>
          <p:cNvSpPr>
            <a:spLocks xmlns:a="http://schemas.openxmlformats.org/drawingml/2006/main" noGrp="1"/>
          </p:cNvSpPr>
          <p:nvPr/>
        </p:nvSpPr>
        <p:spPr>
          <a:xfrm xmlns:a="http://schemas.openxmlformats.org/drawingml/2006/main">
            <a:off x="571500" y="16002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DOE Z·파워·보호윈도우 분기</a:t>
            </a:r>
          </a:p>
        </p:txBody>
      </p:sp>
      <p:sp>
        <p:nvSpPr>
          <p:cNvPr id="6" name="checklist-label">
            <a:extLst xmlns:a="http://schemas.openxmlformats.org/drawingml/2006/main">
              <a:ext uri="{FF2B5EF4-FFF2-40B4-BE49-F238E27FC236}">
                <a16:creationId xmlns:a16="http://schemas.microsoft.com/office/drawing/2014/main" id="{72E71D8A-A37B-4317-9367-356B1F1490BF}"/>
              </a:ext>
            </a:extLst>
          </p:cNvPr>
          <p:cNvSpPr>
            <a:spLocks xmlns:a="http://schemas.openxmlformats.org/drawingml/2006/main" noGrp="1"/>
          </p:cNvSpPr>
          <p:nvPr/>
        </p:nvSpPr>
        <p:spPr>
          <a:xfrm xmlns:a="http://schemas.openxmlformats.org/drawingml/2006/main">
            <a:off x="7810500" y="160020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97966"/>
                </a:solidFill>
                <a:latin typeface="Malgun Gothic"/>
                <a:ea typeface="Malgun Gothic"/>
                <a:cs typeface="Malgun Gothic"/>
              </a:defRPr>
            </a:defPPr>
          </a:lstStyle>
          <a:p xmlns:a="http://schemas.openxmlformats.org/drawingml/2006/main">
            <a:pPr algn="l">
              <a:defRPr sz="1875" b="1">
                <a:solidFill>
                  <a:srgbClr val="197966"/>
                </a:solidFill>
                <a:latin typeface="Malgun Gothic"/>
                <a:ea typeface="Malgun Gothic"/>
                <a:cs typeface="Malgun Gothic"/>
              </a:defRPr>
            </a:pPr>
            <a:r>
              <a:rPr sz="1875" b="1">
                <a:solidFill>
                  <a:srgbClr val="197966"/>
                </a:solidFill>
                <a:latin typeface="Malgun Gothic"/>
                <a:ea typeface="Malgun Gothic"/>
                <a:cs typeface="Malgun Gothic"/>
              </a:rPr>
              <a:t>동작별 통과 조건과 NG 처리</a:t>
            </a:r>
          </a:p>
        </p:txBody>
      </p:sp>
      <p:sp>
        <p:nvSpPr>
          <p:cNvPr id="7" name="doez-action">
            <a:extLst xmlns:a="http://schemas.openxmlformats.org/drawingml/2006/main">
              <a:ext uri="{FF2B5EF4-FFF2-40B4-BE49-F238E27FC236}">
                <a16:creationId xmlns:a16="http://schemas.microsoft.com/office/drawing/2014/main" id="{8AB7EE64-A77C-4B07-995A-6FB99D062820}"/>
              </a:ext>
            </a:extLst>
          </p:cNvPr>
          <p:cNvSpPr>
            <a:spLocks xmlns:a="http://schemas.openxmlformats.org/drawingml/2006/main" noGrp="1"/>
          </p:cNvSpPr>
          <p:nvPr/>
        </p:nvSpPr>
        <p:spPr>
          <a:xfrm xmlns:a="http://schemas.openxmlformats.org/drawingml/2006/main">
            <a:off x="571500" y="1981200"/>
            <a:ext cx="6762750" cy="90487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DOE Z 목표 위치 적용</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Servo·원점·Alarm·이동 범위 확인</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실제 도착값과 허용오차 확인</a:t>
            </a:r>
          </a:p>
        </p:txBody>
      </p:sp>
      <p:sp>
        <p:nvSpPr>
          <p:cNvPr id="8" name="window-needed">
            <a:extLst xmlns:a="http://schemas.openxmlformats.org/drawingml/2006/main">
              <a:ext uri="{FF2B5EF4-FFF2-40B4-BE49-F238E27FC236}">
                <a16:creationId xmlns:a16="http://schemas.microsoft.com/office/drawing/2014/main" id="{45010E87-6256-4BC4-B042-76223463AF51}"/>
              </a:ext>
            </a:extLst>
          </p:cNvPr>
          <p:cNvSpPr>
            <a:spLocks xmlns:a="http://schemas.openxmlformats.org/drawingml/2006/main" noGrp="1"/>
          </p:cNvSpPr>
          <p:nvPr/>
        </p:nvSpPr>
        <p:spPr>
          <a:xfrm xmlns:a="http://schemas.openxmlformats.org/drawingml/2006/main">
            <a:off x="1666875" y="3105150"/>
            <a:ext cx="1809750" cy="1238250"/>
          </a:xfrm>
          <a:prstGeom xmlns:a="http://schemas.openxmlformats.org/drawingml/2006/main" prst="diamond">
            <a:avLst/>
          </a:prstGeom>
          <a:solidFill xmlns:a="http://schemas.openxmlformats.org/drawingml/2006/main">
            <a:srgbClr val="FFFFFF"/>
          </a:solidFill>
          <a:ln xmlns:a="http://schemas.openxmlformats.org/drawingml/2006/main" w="15240">
            <a:solidFill>
              <a:srgbClr val="1667B2"/>
            </a:solidFill>
            <a:prstDash val="solid"/>
          </a:ln>
        </p:spPr>
        <p:txBody>
          <a:bodyPr xmlns:a="http://schemas.openxmlformats.org/drawingml/2006/main" wrap="square" lIns="47625" tIns="47625" rIns="47625" bIns="47625"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윈도우</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처리 필요?</a:t>
            </a:r>
          </a:p>
        </p:txBody>
      </p:sp>
      <p:sp>
        <p:nvSpPr>
          <p:cNvPr id="9" name="window-action">
            <a:extLst xmlns:a="http://schemas.openxmlformats.org/drawingml/2006/main">
              <a:ext uri="{FF2B5EF4-FFF2-40B4-BE49-F238E27FC236}">
                <a16:creationId xmlns:a16="http://schemas.microsoft.com/office/drawing/2014/main" id="{700D4328-F194-4205-BDE3-7C60F2D375B2}"/>
              </a:ext>
            </a:extLst>
          </p:cNvPr>
          <p:cNvSpPr>
            <a:spLocks xmlns:a="http://schemas.openxmlformats.org/drawingml/2006/main" noGrp="1"/>
          </p:cNvSpPr>
          <p:nvPr/>
        </p:nvSpPr>
        <p:spPr>
          <a:xfrm xmlns:a="http://schemas.openxmlformats.org/drawingml/2006/main">
            <a:off x="4000500" y="3228975"/>
            <a:ext cx="3333750" cy="102870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사용량·오염·파워 저하 조건</a:t>
            </a:r>
          </a:p>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유효 영역 이동 또는 교체</a:t>
            </a:r>
          </a:p>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완료 센서·잔여 영역 확인</a:t>
            </a:r>
          </a:p>
        </p:txBody>
      </p:sp>
      <p:sp>
        <p:nvSpPr>
          <p:cNvPr id="12" name="window-yes-label">
            <a:extLst xmlns:a="http://schemas.openxmlformats.org/drawingml/2006/main">
              <a:ext uri="{FF2B5EF4-FFF2-40B4-BE49-F238E27FC236}">
                <a16:creationId xmlns:a16="http://schemas.microsoft.com/office/drawing/2014/main" id="{ADCADA69-E9D3-4B35-B312-A6C6C857A99B}"/>
              </a:ext>
            </a:extLst>
          </p:cNvPr>
          <p:cNvSpPr>
            <a:spLocks xmlns:a="http://schemas.openxmlformats.org/drawingml/2006/main" noGrp="1"/>
          </p:cNvSpPr>
          <p:nvPr/>
        </p:nvSpPr>
        <p:spPr>
          <a:xfrm xmlns:a="http://schemas.openxmlformats.org/drawingml/2006/main">
            <a:off x="3514725" y="3457575"/>
            <a:ext cx="466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필요</a:t>
            </a:r>
          </a:p>
        </p:txBody>
      </p:sp>
      <p:sp>
        <p:nvSpPr>
          <p:cNvPr id="13" name="power-rule">
            <a:extLst xmlns:a="http://schemas.openxmlformats.org/drawingml/2006/main">
              <a:ext uri="{FF2B5EF4-FFF2-40B4-BE49-F238E27FC236}">
                <a16:creationId xmlns:a16="http://schemas.microsoft.com/office/drawing/2014/main" id="{1AA1D0B6-3C82-428E-9E70-AAE3CA579315}"/>
              </a:ext>
            </a:extLst>
          </p:cNvPr>
          <p:cNvSpPr>
            <a:spLocks xmlns:a="http://schemas.openxmlformats.org/drawingml/2006/main" noGrp="1"/>
          </p:cNvSpPr>
          <p:nvPr/>
        </p:nvSpPr>
        <p:spPr>
          <a:xfrm xmlns:a="http://schemas.openxmlformats.org/drawingml/2006/main">
            <a:off x="3762375" y="4486275"/>
            <a:ext cx="3571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C6C7C"/>
                </a:solidFill>
                <a:latin typeface="Malgun Gothic"/>
                <a:ea typeface="Malgun Gothic"/>
                <a:cs typeface="Malgun Gothic"/>
              </a:defRPr>
            </a:defPPr>
          </a:lstStyle>
          <a:p xmlns:a="http://schemas.openxmlformats.org/drawingml/2006/main">
            <a:pPr algn="l">
              <a:defRPr sz="1575" b="0">
                <a:solidFill>
                  <a:srgbClr val="5C6C7C"/>
                </a:solidFill>
                <a:latin typeface="Malgun Gothic"/>
                <a:ea typeface="Malgun Gothic"/>
                <a:cs typeface="Malgun Gothic"/>
              </a:defRPr>
            </a:pPr>
            <a:r>
              <a:rPr sz="1575" b="0">
                <a:solidFill>
                  <a:srgbClr val="5C6C7C"/>
                </a:solidFill>
                <a:latin typeface="Malgun Gothic"/>
                <a:ea typeface="Malgun Gothic"/>
                <a:cs typeface="Malgun Gothic"/>
              </a:rPr>
              <a:t>새 레시피의 파워가 다름</a:t>
            </a:r>
          </a:p>
          <a:p xmlns:a="http://schemas.openxmlformats.org/drawingml/2006/main">
            <a:pPr algn="l">
              <a:defRPr sz="1575" b="0">
                <a:solidFill>
                  <a:srgbClr val="5C6C7C"/>
                </a:solidFill>
                <a:latin typeface="Malgun Gothic"/>
                <a:ea typeface="Malgun Gothic"/>
                <a:cs typeface="Malgun Gothic"/>
              </a:defRPr>
            </a:pPr>
            <a:r>
              <a:rPr sz="1575" b="0">
                <a:solidFill>
                  <a:srgbClr val="5C6C7C"/>
                </a:solidFill>
                <a:latin typeface="Malgun Gothic"/>
                <a:ea typeface="Malgun Gothic"/>
                <a:cs typeface="Malgun Gothic"/>
              </a:rPr>
              <a:t>윈도우 처리·측정값 무효/이탈</a:t>
            </a:r>
          </a:p>
        </p:txBody>
      </p:sp>
      <p:sp>
        <p:nvSpPr>
          <p:cNvPr id="14" name="power-needed">
            <a:extLst xmlns:a="http://schemas.openxmlformats.org/drawingml/2006/main">
              <a:ext uri="{FF2B5EF4-FFF2-40B4-BE49-F238E27FC236}">
                <a16:creationId xmlns:a16="http://schemas.microsoft.com/office/drawing/2014/main" id="{DC60A47B-6BA8-4280-B60B-6C623399C935}"/>
              </a:ext>
            </a:extLst>
          </p:cNvPr>
          <p:cNvSpPr>
            <a:spLocks xmlns:a="http://schemas.openxmlformats.org/drawingml/2006/main" noGrp="1"/>
          </p:cNvSpPr>
          <p:nvPr/>
        </p:nvSpPr>
        <p:spPr>
          <a:xfrm xmlns:a="http://schemas.openxmlformats.org/drawingml/2006/main">
            <a:off x="1666875" y="5133975"/>
            <a:ext cx="1809750" cy="1238250"/>
          </a:xfrm>
          <a:prstGeom xmlns:a="http://schemas.openxmlformats.org/drawingml/2006/main" prst="diamond">
            <a:avLst/>
          </a:prstGeom>
          <a:solidFill xmlns:a="http://schemas.openxmlformats.org/drawingml/2006/main">
            <a:srgbClr val="FFFFFF"/>
          </a:solidFill>
          <a:ln xmlns:a="http://schemas.openxmlformats.org/drawingml/2006/main" w="15240">
            <a:solidFill>
              <a:srgbClr val="1667B2"/>
            </a:solidFill>
            <a:prstDash val="solid"/>
          </a:ln>
        </p:spPr>
        <p:txBody>
          <a:bodyPr xmlns:a="http://schemas.openxmlformats.org/drawingml/2006/main" wrap="square" lIns="47625" tIns="47625" rIns="47625" bIns="47625"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파워</a:t>
            </a:r>
          </a:p>
          <a:p xmlns:a="http://schemas.openxmlformats.org/drawingml/2006/main">
            <a:pPr algn="ctr">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보정 필요?</a:t>
            </a:r>
          </a:p>
        </p:txBody>
      </p:sp>
      <p:sp>
        <p:nvSpPr>
          <p:cNvPr id="15" name="power-action">
            <a:extLst xmlns:a="http://schemas.openxmlformats.org/drawingml/2006/main">
              <a:ext uri="{FF2B5EF4-FFF2-40B4-BE49-F238E27FC236}">
                <a16:creationId xmlns:a16="http://schemas.microsoft.com/office/drawing/2014/main" id="{9C416B84-DD2C-4D2B-8A4E-AD8885F5F6B5}"/>
              </a:ext>
            </a:extLst>
          </p:cNvPr>
          <p:cNvSpPr>
            <a:spLocks xmlns:a="http://schemas.openxmlformats.org/drawingml/2006/main" noGrp="1"/>
          </p:cNvSpPr>
          <p:nvPr/>
        </p:nvSpPr>
        <p:spPr>
          <a:xfrm xmlns:a="http://schemas.openxmlformats.org/drawingml/2006/main">
            <a:off x="4000500" y="5229225"/>
            <a:ext cx="3333750" cy="10477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파워 측정·ATT 조정·재측정</a:t>
            </a:r>
          </a:p>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목표 대비 허용오차 확인</a:t>
            </a:r>
          </a:p>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보정량·반복 횟수 한계 확인</a:t>
            </a:r>
          </a:p>
        </p:txBody>
      </p:sp>
      <p:cxnSp>
        <p:nvCxnSpPr>
          <p:cNvPr id="16" name="window-no-down">
            <a:extLst xmlns:a="http://schemas.openxmlformats.org/drawingml/2006/main">
              <a:ext uri="{FF2B5EF4-FFF2-40B4-BE49-F238E27FC236}">
                <a16:creationId xmlns:a16="http://schemas.microsoft.com/office/drawing/2014/main" id="{282C71BC-ED4D-4953-9FB1-F298139FE171}"/>
              </a:ext>
            </a:extLst>
          </p:cNvPr>
          <p:cNvCxnSpPr/>
          <p:nvPr/>
        </p:nvCxnSpPr>
        <p:spPr>
          <a:xfrm xmlns:a="http://schemas.openxmlformats.org/drawingml/2006/main" flipH="0" flipV="0">
            <a:off x="2571750" y="4343400"/>
            <a:ext cx="0" cy="790575"/>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17" name="window-to-power-right">
            <a:extLst xmlns:a="http://schemas.openxmlformats.org/drawingml/2006/main">
              <a:ext uri="{FF2B5EF4-FFF2-40B4-BE49-F238E27FC236}">
                <a16:creationId xmlns:a16="http://schemas.microsoft.com/office/drawing/2014/main" id="{D62FE5E3-5824-4547-A361-1A88FA07ED30}"/>
              </a:ext>
            </a:extLst>
          </p:cNvPr>
          <p:cNvCxnSpPr/>
          <p:nvPr/>
        </p:nvCxnSpPr>
        <p:spPr>
          <a:xfrm xmlns:a="http://schemas.openxmlformats.org/drawingml/2006/main" flipH="0" flipV="0">
            <a:off x="5667375" y="4257675"/>
            <a:ext cx="1895475"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18" name="window-to-power-down">
            <a:extLst xmlns:a="http://schemas.openxmlformats.org/drawingml/2006/main">
              <a:ext uri="{FF2B5EF4-FFF2-40B4-BE49-F238E27FC236}">
                <a16:creationId xmlns:a16="http://schemas.microsoft.com/office/drawing/2014/main" id="{22C88C56-6E02-40BC-8F7B-71FCCEFB30FB}"/>
              </a:ext>
            </a:extLst>
          </p:cNvPr>
          <p:cNvCxnSpPr/>
          <p:nvPr/>
        </p:nvCxnSpPr>
        <p:spPr>
          <a:xfrm xmlns:a="http://schemas.openxmlformats.org/drawingml/2006/main" flipH="0" flipV="0">
            <a:off x="7562850" y="4257675"/>
            <a:ext cx="0" cy="7429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19" name="window-to-power-left">
            <a:extLst xmlns:a="http://schemas.openxmlformats.org/drawingml/2006/main">
              <a:ext uri="{FF2B5EF4-FFF2-40B4-BE49-F238E27FC236}">
                <a16:creationId xmlns:a16="http://schemas.microsoft.com/office/drawing/2014/main" id="{1395A5BE-D395-4585-99AE-BC4A8D690057}"/>
              </a:ext>
            </a:extLst>
          </p:cNvPr>
          <p:cNvCxnSpPr/>
          <p:nvPr/>
        </p:nvCxnSpPr>
        <p:spPr>
          <a:xfrm xmlns:a="http://schemas.openxmlformats.org/drawingml/2006/main" flipH="1" flipV="0">
            <a:off x="2571750" y="5000625"/>
            <a:ext cx="4991100"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20" name="window-to-power-enter">
            <a:extLst xmlns:a="http://schemas.openxmlformats.org/drawingml/2006/main">
              <a:ext uri="{FF2B5EF4-FFF2-40B4-BE49-F238E27FC236}">
                <a16:creationId xmlns:a16="http://schemas.microsoft.com/office/drawing/2014/main" id="{8D75B2E1-3BD9-46B8-8F8C-8D5EF48E6F3A}"/>
              </a:ext>
            </a:extLst>
          </p:cNvPr>
          <p:cNvCxnSpPr/>
          <p:nvPr/>
        </p:nvCxnSpPr>
        <p:spPr>
          <a:xfrm xmlns:a="http://schemas.openxmlformats.org/drawingml/2006/main" flipH="0" flipV="0">
            <a:off x="2571750" y="5000625"/>
            <a:ext cx="0" cy="13335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21" name="window-no-label">
            <a:extLst xmlns:a="http://schemas.openxmlformats.org/drawingml/2006/main">
              <a:ext uri="{FF2B5EF4-FFF2-40B4-BE49-F238E27FC236}">
                <a16:creationId xmlns:a16="http://schemas.microsoft.com/office/drawing/2014/main" id="{7019F12C-4211-4FA7-985D-E48798AD148F}"/>
              </a:ext>
            </a:extLst>
          </p:cNvPr>
          <p:cNvSpPr>
            <a:spLocks xmlns:a="http://schemas.openxmlformats.org/drawingml/2006/main" noGrp="1"/>
          </p:cNvSpPr>
          <p:nvPr/>
        </p:nvSpPr>
        <p:spPr>
          <a:xfrm xmlns:a="http://schemas.openxmlformats.org/drawingml/2006/main">
            <a:off x="1628775" y="4543425"/>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불필요</a:t>
            </a:r>
          </a:p>
        </p:txBody>
      </p:sp>
      <p:sp>
        <p:nvSpPr>
          <p:cNvPr id="23" name="power-yes-label">
            <a:extLst xmlns:a="http://schemas.openxmlformats.org/drawingml/2006/main">
              <a:ext uri="{FF2B5EF4-FFF2-40B4-BE49-F238E27FC236}">
                <a16:creationId xmlns:a16="http://schemas.microsoft.com/office/drawing/2014/main" id="{B33B6A42-ADC3-406A-8270-9634F0225F4B}"/>
              </a:ext>
            </a:extLst>
          </p:cNvPr>
          <p:cNvSpPr>
            <a:spLocks xmlns:a="http://schemas.openxmlformats.org/drawingml/2006/main" noGrp="1"/>
          </p:cNvSpPr>
          <p:nvPr/>
        </p:nvSpPr>
        <p:spPr>
          <a:xfrm xmlns:a="http://schemas.openxmlformats.org/drawingml/2006/main">
            <a:off x="3514725" y="5476875"/>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필요</a:t>
            </a:r>
          </a:p>
        </p:txBody>
      </p:sp>
      <p:sp>
        <p:nvSpPr>
          <p:cNvPr id="24" name="optics-ready">
            <a:extLst xmlns:a="http://schemas.openxmlformats.org/drawingml/2006/main">
              <a:ext uri="{FF2B5EF4-FFF2-40B4-BE49-F238E27FC236}">
                <a16:creationId xmlns:a16="http://schemas.microsoft.com/office/drawing/2014/main" id="{B0FA0338-843D-41BA-996A-24B647835C55}"/>
              </a:ext>
            </a:extLst>
          </p:cNvPr>
          <p:cNvSpPr>
            <a:spLocks xmlns:a="http://schemas.openxmlformats.org/drawingml/2006/main" noGrp="1"/>
          </p:cNvSpPr>
          <p:nvPr/>
        </p:nvSpPr>
        <p:spPr>
          <a:xfrm xmlns:a="http://schemas.openxmlformats.org/drawingml/2006/main">
            <a:off x="571500" y="7505700"/>
            <a:ext cx="6762750" cy="476250"/>
          </a:xfrm>
          <a:prstGeom xmlns:a="http://schemas.openxmlformats.org/drawingml/2006/main" prst="rect">
            <a:avLst/>
          </a:prstGeom>
          <a:solidFill xmlns:a="http://schemas.openxmlformats.org/drawingml/2006/main">
            <a:srgbClr val="1667B2"/>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Malgun Gothic"/>
                <a:ea typeface="Malgun Gothic"/>
                <a:cs typeface="Malgun Gothic"/>
              </a:defRPr>
            </a:defPPr>
          </a:lstStyle>
          <a:p xmlns:a="http://schemas.openxmlformats.org/drawingml/2006/main">
            <a:pPr algn="ctr">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광학계 준비 완료: Z 도착·파워·윈도우 정상</a:t>
            </a:r>
          </a:p>
        </p:txBody>
      </p:sp>
      <p:cxnSp>
        <p:nvCxnSpPr>
          <p:cNvPr id="25" name="power-no-1">
            <a:extLst xmlns:a="http://schemas.openxmlformats.org/drawingml/2006/main">
              <a:ext uri="{FF2B5EF4-FFF2-40B4-BE49-F238E27FC236}">
                <a16:creationId xmlns:a16="http://schemas.microsoft.com/office/drawing/2014/main" id="{9BA7E865-9D76-47C9-955F-9D431B2D4027}"/>
              </a:ext>
            </a:extLst>
          </p:cNvPr>
          <p:cNvCxnSpPr/>
          <p:nvPr/>
        </p:nvCxnSpPr>
        <p:spPr>
          <a:xfrm xmlns:a="http://schemas.openxmlformats.org/drawingml/2006/main" flipH="0" flipV="0">
            <a:off x="2571750" y="6372225"/>
            <a:ext cx="0" cy="1133475"/>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26" name="power-no-label">
            <a:extLst xmlns:a="http://schemas.openxmlformats.org/drawingml/2006/main">
              <a:ext uri="{FF2B5EF4-FFF2-40B4-BE49-F238E27FC236}">
                <a16:creationId xmlns:a16="http://schemas.microsoft.com/office/drawing/2014/main" id="{3FBD415B-E417-41DC-8C46-3DD404093C58}"/>
              </a:ext>
            </a:extLst>
          </p:cNvPr>
          <p:cNvSpPr>
            <a:spLocks xmlns:a="http://schemas.openxmlformats.org/drawingml/2006/main" noGrp="1"/>
          </p:cNvSpPr>
          <p:nvPr/>
        </p:nvSpPr>
        <p:spPr>
          <a:xfrm xmlns:a="http://schemas.openxmlformats.org/drawingml/2006/main">
            <a:off x="581025" y="6619875"/>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667B2"/>
                </a:solidFill>
                <a:latin typeface="Malgun Gothic"/>
                <a:ea typeface="Malgun Gothic"/>
                <a:cs typeface="Malgun Gothic"/>
              </a:defRPr>
            </a:defPPr>
          </a:lstStyle>
          <a:p xmlns:a="http://schemas.openxmlformats.org/drawingml/2006/main">
            <a:pPr algn="l">
              <a:defRPr sz="1575" b="0">
                <a:solidFill>
                  <a:srgbClr val="1667B2"/>
                </a:solidFill>
                <a:latin typeface="Malgun Gothic"/>
                <a:ea typeface="Malgun Gothic"/>
                <a:cs typeface="Malgun Gothic"/>
              </a:defRPr>
            </a:pPr>
            <a:r>
              <a:rPr sz="1575" b="0">
                <a:solidFill>
                  <a:srgbClr val="1667B2"/>
                </a:solidFill>
                <a:latin typeface="Malgun Gothic"/>
                <a:ea typeface="Malgun Gothic"/>
                <a:cs typeface="Malgun Gothic"/>
              </a:rPr>
              <a:t>기존 측정값</a:t>
            </a:r>
          </a:p>
          <a:p xmlns:a="http://schemas.openxmlformats.org/drawingml/2006/main">
            <a:pPr algn="l">
              <a:defRPr sz="1575" b="0">
                <a:solidFill>
                  <a:srgbClr val="1667B2"/>
                </a:solidFill>
                <a:latin typeface="Malgun Gothic"/>
                <a:ea typeface="Malgun Gothic"/>
                <a:cs typeface="Malgun Gothic"/>
              </a:defRPr>
            </a:pPr>
            <a:r>
              <a:rPr sz="1575" b="0">
                <a:solidFill>
                  <a:srgbClr val="1667B2"/>
                </a:solidFill>
                <a:latin typeface="Malgun Gothic"/>
                <a:ea typeface="Malgun Gothic"/>
                <a:cs typeface="Malgun Gothic"/>
              </a:rPr>
              <a:t>유효성 확인</a:t>
            </a:r>
          </a:p>
        </p:txBody>
      </p:sp>
      <p:cxnSp>
        <p:nvCxnSpPr>
          <p:cNvPr id="27" name="power-pass-1">
            <a:extLst xmlns:a="http://schemas.openxmlformats.org/drawingml/2006/main">
              <a:ext uri="{FF2B5EF4-FFF2-40B4-BE49-F238E27FC236}">
                <a16:creationId xmlns:a16="http://schemas.microsoft.com/office/drawing/2014/main" id="{5A2EFC08-AAEF-4B0E-9760-2E48BD87BD08}"/>
              </a:ext>
            </a:extLst>
          </p:cNvPr>
          <p:cNvCxnSpPr/>
          <p:nvPr/>
        </p:nvCxnSpPr>
        <p:spPr>
          <a:xfrm xmlns:a="http://schemas.openxmlformats.org/drawingml/2006/main" flipH="0" flipV="0">
            <a:off x="7334250" y="5753100"/>
            <a:ext cx="238125"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28" name="power-pass-2">
            <a:extLst xmlns:a="http://schemas.openxmlformats.org/drawingml/2006/main">
              <a:ext uri="{FF2B5EF4-FFF2-40B4-BE49-F238E27FC236}">
                <a16:creationId xmlns:a16="http://schemas.microsoft.com/office/drawing/2014/main" id="{32E95AC2-CD9F-4345-8EA4-C85B797D341E}"/>
              </a:ext>
            </a:extLst>
          </p:cNvPr>
          <p:cNvCxnSpPr/>
          <p:nvPr/>
        </p:nvCxnSpPr>
        <p:spPr>
          <a:xfrm xmlns:a="http://schemas.openxmlformats.org/drawingml/2006/main" flipH="0" flipV="0">
            <a:off x="7572375" y="5753100"/>
            <a:ext cx="0" cy="15811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29" name="power-pass-3">
            <a:extLst xmlns:a="http://schemas.openxmlformats.org/drawingml/2006/main">
              <a:ext uri="{FF2B5EF4-FFF2-40B4-BE49-F238E27FC236}">
                <a16:creationId xmlns:a16="http://schemas.microsoft.com/office/drawing/2014/main" id="{77196A2E-1E65-4555-880E-2E67DA76B61E}"/>
              </a:ext>
            </a:extLst>
          </p:cNvPr>
          <p:cNvCxnSpPr/>
          <p:nvPr/>
        </p:nvCxnSpPr>
        <p:spPr>
          <a:xfrm xmlns:a="http://schemas.openxmlformats.org/drawingml/2006/main" flipH="1" flipV="0">
            <a:off x="6000750" y="7334250"/>
            <a:ext cx="1571625"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0" name="power-pass-4">
            <a:extLst xmlns:a="http://schemas.openxmlformats.org/drawingml/2006/main">
              <a:ext uri="{FF2B5EF4-FFF2-40B4-BE49-F238E27FC236}">
                <a16:creationId xmlns:a16="http://schemas.microsoft.com/office/drawing/2014/main" id="{46D32892-A986-482A-90B8-4D3A423C261A}"/>
              </a:ext>
            </a:extLst>
          </p:cNvPr>
          <p:cNvCxnSpPr/>
          <p:nvPr/>
        </p:nvCxnSpPr>
        <p:spPr>
          <a:xfrm xmlns:a="http://schemas.openxmlformats.org/drawingml/2006/main" flipH="0" flipV="0">
            <a:off x="6000750" y="7334250"/>
            <a:ext cx="0" cy="17145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31" name="power-pass-label">
            <a:extLst xmlns:a="http://schemas.openxmlformats.org/drawingml/2006/main">
              <a:ext uri="{FF2B5EF4-FFF2-40B4-BE49-F238E27FC236}">
                <a16:creationId xmlns:a16="http://schemas.microsoft.com/office/drawing/2014/main" id="{B37F7E01-D9D4-4DF9-A651-80461A9931F1}"/>
              </a:ext>
            </a:extLst>
          </p:cNvPr>
          <p:cNvSpPr>
            <a:spLocks xmlns:a="http://schemas.openxmlformats.org/drawingml/2006/main" noGrp="1"/>
          </p:cNvSpPr>
          <p:nvPr/>
        </p:nvSpPr>
        <p:spPr>
          <a:xfrm xmlns:a="http://schemas.openxmlformats.org/drawingml/2006/main">
            <a:off x="6848475"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정상</a:t>
            </a:r>
          </a:p>
        </p:txBody>
      </p:sp>
      <p:sp>
        <p:nvSpPr>
          <p:cNvPr id="32" name="power-ng">
            <a:extLst xmlns:a="http://schemas.openxmlformats.org/drawingml/2006/main">
              <a:ext uri="{FF2B5EF4-FFF2-40B4-BE49-F238E27FC236}">
                <a16:creationId xmlns:a16="http://schemas.microsoft.com/office/drawing/2014/main" id="{138228C0-5311-4B7A-AA8F-0C8FEFF563F1}"/>
              </a:ext>
            </a:extLst>
          </p:cNvPr>
          <p:cNvSpPr>
            <a:spLocks xmlns:a="http://schemas.openxmlformats.org/drawingml/2006/main" noGrp="1"/>
          </p:cNvSpPr>
          <p:nvPr/>
        </p:nvSpPr>
        <p:spPr>
          <a:xfrm xmlns:a="http://schemas.openxmlformats.org/drawingml/2006/main">
            <a:off x="4000500" y="6705600"/>
            <a:ext cx="3333750" cy="381000"/>
          </a:xfrm>
          <a:prstGeom xmlns:a="http://schemas.openxmlformats.org/drawingml/2006/main" prst="rect">
            <a:avLst/>
          </a:prstGeom>
          <a:solidFill xmlns:a="http://schemas.openxmlformats.org/drawingml/2006/main">
            <a:srgbClr val="FBEFEB"/>
          </a:solidFill>
          <a:ln xmlns:a="http://schemas.openxmlformats.org/drawingml/2006/main" w="15240">
            <a:solidFill>
              <a:srgbClr val="A64743"/>
            </a:solidFill>
            <a:prstDash val="solid"/>
          </a:ln>
        </p:spPr>
        <p:txBody>
          <a:bodyPr xmlns:a="http://schemas.openxmlformats.org/drawingml/2006/main" wrap="square" lIns="95250" tIns="95250" rIns="95250" bIns="95250" anchor="ctr">
            <a:noAutofit/>
          </a:bodyPr>
          <a:lstStyle xmlns:a="http://schemas.openxmlformats.org/drawingml/2006/main">
            <a:defPPr algn="ctr">
              <a:defRPr sz="1500">
                <a:solidFill>
                  <a:srgbClr val="172F46"/>
                </a:solidFill>
                <a:latin typeface="Malgun Gothic"/>
                <a:ea typeface="Malgun Gothic"/>
                <a:cs typeface="Malgun Gothic"/>
              </a:defRPr>
            </a:defPPr>
          </a:lstStyle>
          <a:p xmlns:a="http://schemas.openxmlformats.org/drawingml/2006/main">
            <a:pPr algn="ctr">
              <a:defRPr sz="1500">
                <a:solidFill>
                  <a:srgbClr val="172F46"/>
                </a:solidFill>
                <a:latin typeface="Malgun Gothic"/>
                <a:ea typeface="Malgun Gothic"/>
                <a:cs typeface="Malgun Gothic"/>
              </a:defRPr>
            </a:pPr>
            <a:r>
              <a:rPr sz="1500">
                <a:solidFill>
                  <a:srgbClr val="172F46"/>
                </a:solidFill>
                <a:latin typeface="Malgun Gothic"/>
                <a:ea typeface="Malgun Gothic"/>
                <a:cs typeface="Malgun Gothic"/>
              </a:rPr>
              <a:t>NG·한계 초과: 완료 보류</a:t>
            </a:r>
          </a:p>
        </p:txBody>
      </p:sp>
      <p:graphicFrame>
        <p:nvGraphicFramePr>
          <p:cNvPr id="34" name="">
            <a:extLst xmlns:a="http://schemas.openxmlformats.org/drawingml/2006/main">
              <a:ext uri="{FF2B5EF4-FFF2-40B4-BE49-F238E27FC236}">
                <a16:creationId xmlns:a16="http://schemas.microsoft.com/office/drawing/2014/main" id="{6DAFDE27-3C2A-4F16-AF3E-FA860A150336}"/>
              </a:ext>
            </a:extLst>
          </p:cNvPr>
          <p:cNvGraphicFramePr/>
          <p:nvPr/>
        </p:nvGraphicFramePr>
        <p:xfrm>
          <a:off xmlns:a="http://schemas.openxmlformats.org/drawingml/2006/main" x="7810500" y="1981200"/>
          <a:ext xmlns:a="http://schemas.openxmlformats.org/drawingml/2006/main" cx="6858000" cy="5619750"/>
        </p:xfrm>
        <a:graphic xmlns:a="http://schemas.openxmlformats.org/drawingml/2006/main">
          <a:graphicData uri="http://schemas.openxmlformats.org/drawingml/2006/table">
            <a:tbl>
              <a:tblPr firstRow="0" bandRow="0"/>
              <a:tblGrid>
                <a:gridCol w="1200150"/>
                <a:gridCol w="3476625"/>
                <a:gridCol w="2181225"/>
              </a:tblGrid>
              <a:tr h="476250">
                <a:tc>
                  <a:txBody>
                    <a:bodyPr wrap="square">
                      <a:noAutofit/>
                    </a:bodyPr>
                    <a:lstStyle/>
                    <a:p>
                      <a:pPr algn="ctr">
                        <a:lnSpc>
                          <a:spcPct val="100000"/>
                        </a:lnSpc>
                        <a:buNone/>
                      </a:pPr>
                      <a:r>
                        <a:rPr sz="1650" b="1">
                          <a:solidFill>
                            <a:srgbClr val="FFFFFF"/>
                          </a:solidFill>
                          <a:latin typeface="Malgun Gothic"/>
                          <a:ea typeface="Malgun Gothic"/>
                          <a:cs typeface="Malgun Gothic"/>
                        </a:rPr>
                        <a:t>동작</a:t>
                      </a:r>
                    </a:p>
                  </a:txBody>
                  <a:tcPr marL="85725" marR="85725" marT="47625" marB="47625" anchor="ctr">
                    <a:solidFill>
                      <a:srgbClr val="197966"/>
                    </a:solidFill>
                  </a:tcPr>
                </a:tc>
                <a:tc>
                  <a:txBody>
                    <a:bodyPr wrap="square">
                      <a:noAutofit/>
                    </a:bodyPr>
                    <a:lstStyle/>
                    <a:p>
                      <a:pPr algn="l">
                        <a:lnSpc>
                          <a:spcPct val="100000"/>
                        </a:lnSpc>
                        <a:buNone/>
                      </a:pPr>
                      <a:r>
                        <a:rPr sz="1650" b="1">
                          <a:solidFill>
                            <a:srgbClr val="FFFFFF"/>
                          </a:solidFill>
                          <a:latin typeface="Malgun Gothic"/>
                          <a:ea typeface="Malgun Gothic"/>
                          <a:cs typeface="Malgun Gothic"/>
                        </a:rPr>
                        <a:t>통과 조건 (구체화 제안)</a:t>
                      </a:r>
                    </a:p>
                  </a:txBody>
                  <a:tcPr marL="85725" marR="85725" marT="47625" marB="47625" anchor="ctr">
                    <a:solidFill>
                      <a:srgbClr val="197966"/>
                    </a:solidFill>
                  </a:tcPr>
                </a:tc>
                <a:tc>
                  <a:txBody>
                    <a:bodyPr wrap="square">
                      <a:noAutofit/>
                    </a:bodyPr>
                    <a:lstStyle/>
                    <a:p>
                      <a:pPr algn="l">
                        <a:lnSpc>
                          <a:spcPct val="100000"/>
                        </a:lnSpc>
                        <a:buNone/>
                      </a:pPr>
                      <a:r>
                        <a:rPr sz="1650" b="1">
                          <a:solidFill>
                            <a:srgbClr val="FFFFFF"/>
                          </a:solidFill>
                          <a:latin typeface="Malgun Gothic"/>
                          <a:ea typeface="Malgun Gothic"/>
                          <a:cs typeface="Malgun Gothic"/>
                        </a:rPr>
                        <a:t>NG 시 처리</a:t>
                      </a:r>
                    </a:p>
                  </a:txBody>
                  <a:tcPr marL="85725" marR="85725" marT="47625" marB="47625" anchor="ctr">
                    <a:solidFill>
                      <a:srgbClr val="197966"/>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레시피</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Model Code·RMS·바디 일치</a:t>
                      </a:r>
                    </a:p>
                    <a:p>
                      <a:pPr algn="l">
                        <a:lnSpc>
                          <a:spcPct val="100000"/>
                        </a:lnSpc>
                        <a:buNone/>
                      </a:pPr>
                      <a:r>
                        <a:rPr sz="1650" b="0">
                          <a:solidFill>
                            <a:srgbClr val="172F46"/>
                          </a:solidFill>
                          <a:latin typeface="Malgun Gothic"/>
                          <a:ea typeface="Malgun Gothic"/>
                          <a:cs typeface="Malgun Gothic"/>
                        </a:rPr>
                        <a:t>동일 DOE·Pitch·Cell 회전 적합</a:t>
                      </a:r>
                    </a:p>
                    <a:p>
                      <a:pPr algn="l">
                        <a:lnSpc>
                          <a:spcPct val="100000"/>
                        </a:lnSpc>
                        <a:buNone/>
                      </a:pPr>
                      <a:r>
                        <a:rPr sz="1650" b="0">
                          <a:solidFill>
                            <a:srgbClr val="172F46"/>
                          </a:solidFill>
                          <a:latin typeface="Malgun Gothic"/>
                          <a:ea typeface="Malgun Gothic"/>
                          <a:cs typeface="Malgun Gothic"/>
                        </a:rPr>
                        <a:t>좌표·Mask 범위 정상</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매칭·구성 오류 차단</a:t>
                      </a:r>
                    </a:p>
                    <a:p>
                      <a:pPr algn="l">
                        <a:lnSpc>
                          <a:spcPct val="100000"/>
                        </a:lnSpc>
                        <a:buNone/>
                      </a:pPr>
                      <a:r>
                        <a:rPr sz="1650" b="0">
                          <a:solidFill>
                            <a:srgbClr val="A64743"/>
                          </a:solidFill>
                          <a:latin typeface="Malgun Gothic"/>
                          <a:ea typeface="Malgun Gothic"/>
                          <a:cs typeface="Malgun Gothic"/>
                        </a:rPr>
                        <a:t>허용값 오류 회신</a:t>
                      </a:r>
                    </a:p>
                  </a:txBody>
                  <a:tcPr marL="85725" marR="85725" marT="47625" marB="47625" anchor="ctr">
                    <a:solidFill>
                      <a:srgbClr val="FFFFFF"/>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핀·비전</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핀 목표와 실제 위치 일치</a:t>
                      </a:r>
                    </a:p>
                    <a:p>
                      <a:pPr algn="l">
                        <a:lnSpc>
                          <a:spcPct val="100000"/>
                        </a:lnSpc>
                        <a:buNone/>
                      </a:pPr>
                      <a:r>
                        <a:rPr sz="1650" b="0">
                          <a:solidFill>
                            <a:srgbClr val="172F46"/>
                          </a:solidFill>
                          <a:latin typeface="Malgun Gothic"/>
                          <a:ea typeface="Malgun Gothic"/>
                          <a:cs typeface="Malgun Gothic"/>
                        </a:rPr>
                        <a:t>기판 수신 전 핀 Ready</a:t>
                      </a:r>
                    </a:p>
                    <a:p>
                      <a:pPr algn="l">
                        <a:lnSpc>
                          <a:spcPct val="100000"/>
                        </a:lnSpc>
                        <a:buNone/>
                      </a:pPr>
                      <a:r>
                        <a:rPr sz="1650" b="0">
                          <a:solidFill>
                            <a:srgbClr val="172F46"/>
                          </a:solidFill>
                          <a:latin typeface="Malgun Gothic"/>
                          <a:ea typeface="Malgun Gothic"/>
                          <a:cs typeface="Malgun Gothic"/>
                        </a:rPr>
                        <a:t>비전 Recipe·조건 적용 확인</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미도착·설정 NG이면</a:t>
                      </a:r>
                    </a:p>
                    <a:p>
                      <a:pPr algn="l">
                        <a:lnSpc>
                          <a:spcPct val="100000"/>
                        </a:lnSpc>
                        <a:buNone/>
                      </a:pPr>
                      <a:r>
                        <a:rPr sz="1650" b="0">
                          <a:solidFill>
                            <a:srgbClr val="A64743"/>
                          </a:solidFill>
                          <a:latin typeface="Malgun Gothic"/>
                          <a:ea typeface="Malgun Gothic"/>
                          <a:cs typeface="Malgun Gothic"/>
                        </a:rPr>
                        <a:t>수신·검사 허용 보류</a:t>
                      </a:r>
                    </a:p>
                  </a:txBody>
                  <a:tcPr marL="85725" marR="85725" marT="47625" marB="47625" anchor="ctr">
                    <a:solidFill>
                      <a:srgbClr val="F5F7FA"/>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전셀검사</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모든 Cell의 측정 완료</a:t>
                      </a:r>
                    </a:p>
                    <a:p>
                      <a:pPr algn="l">
                        <a:lnSpc>
                          <a:spcPct val="100000"/>
                        </a:lnSpc>
                        <a:buNone/>
                      </a:pPr>
                      <a:r>
                        <a:rPr sz="1650" b="0">
                          <a:solidFill>
                            <a:srgbClr val="172F46"/>
                          </a:solidFill>
                          <a:latin typeface="Malgun Gothic"/>
                          <a:ea typeface="Malgun Gothic"/>
                          <a:cs typeface="Malgun Gothic"/>
                        </a:rPr>
                        <a:t>누락·중복·측정 NG 확인</a:t>
                      </a:r>
                    </a:p>
                    <a:p>
                      <a:pPr algn="l">
                        <a:lnSpc>
                          <a:spcPct val="100000"/>
                        </a:lnSpc>
                        <a:buNone/>
                      </a:pPr>
                      <a:r>
                        <a:rPr sz="1650" b="0">
                          <a:solidFill>
                            <a:srgbClr val="172F46"/>
                          </a:solidFill>
                          <a:latin typeface="Malgun Gothic"/>
                          <a:ea typeface="Malgun Gothic"/>
                          <a:cs typeface="Malgun Gothic"/>
                        </a:rPr>
                        <a:t>판정 허용오차 안에 있는지 확인</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실패값 0 처리 금지</a:t>
                      </a:r>
                    </a:p>
                    <a:p>
                      <a:pPr algn="l">
                        <a:lnSpc>
                          <a:spcPct val="100000"/>
                        </a:lnSpc>
                        <a:buNone/>
                      </a:pPr>
                      <a:r>
                        <a:rPr sz="1650" b="0">
                          <a:solidFill>
                            <a:srgbClr val="A64743"/>
                          </a:solidFill>
                          <a:latin typeface="Malgun Gothic"/>
                          <a:ea typeface="Malgun Gothic"/>
                          <a:cs typeface="Malgun Gothic"/>
                        </a:rPr>
                        <a:t>NG Cell 명시·재검사 협의</a:t>
                      </a:r>
                    </a:p>
                  </a:txBody>
                  <a:tcPr marL="85725" marR="85725" marT="47625" marB="47625" anchor="ctr">
                    <a:solidFill>
                      <a:srgbClr val="FFFFFF"/>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보정 계산</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Head·Cell·Point 매칭</a:t>
                      </a:r>
                    </a:p>
                    <a:p>
                      <a:pPr algn="l">
                        <a:lnSpc>
                          <a:spcPct val="100000"/>
                        </a:lnSpc>
                        <a:buNone/>
                      </a:pPr>
                      <a:r>
                        <a:rPr sz="1650" b="0">
                          <a:solidFill>
                            <a:srgbClr val="172F46"/>
                          </a:solidFill>
                          <a:latin typeface="Malgun Gothic"/>
                          <a:ea typeface="Malgun Gothic"/>
                          <a:cs typeface="Malgun Gothic"/>
                        </a:rPr>
                        <a:t>단위·부호·보정량 범위 검증</a:t>
                      </a:r>
                    </a:p>
                    <a:p>
                      <a:pPr algn="l">
                        <a:lnSpc>
                          <a:spcPct val="100000"/>
                        </a:lnSpc>
                        <a:buNone/>
                      </a:pPr>
                      <a:r>
                        <a:rPr sz="1650" b="0">
                          <a:solidFill>
                            <a:srgbClr val="172F46"/>
                          </a:solidFill>
                          <a:latin typeface="Malgun Gothic"/>
                          <a:ea typeface="Malgun Gothic"/>
                          <a:cs typeface="Malgun Gothic"/>
                        </a:rPr>
                        <a:t>미측정·실패값 처리 확인</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보정량 초과 차단</a:t>
                      </a:r>
                    </a:p>
                    <a:p>
                      <a:pPr algn="l">
                        <a:lnSpc>
                          <a:spcPct val="100000"/>
                        </a:lnSpc>
                        <a:buNone/>
                      </a:pPr>
                      <a:r>
                        <a:rPr sz="1650" b="0">
                          <a:solidFill>
                            <a:srgbClr val="A64743"/>
                          </a:solidFill>
                          <a:latin typeface="Malgun Gothic"/>
                          <a:ea typeface="Malgun Gothic"/>
                          <a:cs typeface="Malgun Gothic"/>
                        </a:rPr>
                        <a:t>누락 보정 정책 협의</a:t>
                      </a:r>
                    </a:p>
                  </a:txBody>
                  <a:tcPr marL="85725" marR="85725" marT="47625" marB="47625" anchor="ctr">
                    <a:solidFill>
                      <a:srgbClr val="F5F7FA"/>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테이블 확정</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새 모델·레시피 버전으로 저장</a:t>
                      </a:r>
                    </a:p>
                    <a:p>
                      <a:pPr algn="l">
                        <a:lnSpc>
                          <a:spcPct val="100000"/>
                        </a:lnSpc>
                        <a:buNone/>
                      </a:pPr>
                      <a:r>
                        <a:rPr sz="1650" b="0">
                          <a:solidFill>
                            <a:srgbClr val="172F46"/>
                          </a:solidFill>
                          <a:latin typeface="Malgun Gothic"/>
                          <a:ea typeface="Malgun Gothic"/>
                          <a:cs typeface="Malgun Gothic"/>
                        </a:rPr>
                        <a:t>재조회 일치·이중 적용 방지</a:t>
                      </a:r>
                    </a:p>
                    <a:p>
                      <a:pPr algn="l">
                        <a:lnSpc>
                          <a:spcPct val="100000"/>
                        </a:lnSpc>
                        <a:buNone/>
                      </a:pPr>
                      <a:r>
                        <a:rPr sz="1650" b="0">
                          <a:solidFill>
                            <a:srgbClr val="172F46"/>
                          </a:solidFill>
                          <a:latin typeface="Malgun Gothic"/>
                          <a:ea typeface="Malgun Gothic"/>
                          <a:cs typeface="Malgun Gothic"/>
                        </a:rPr>
                        <a:t>좌표·Script 갱신 확인</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이전 모델 값 혼용 차단</a:t>
                      </a:r>
                    </a:p>
                    <a:p>
                      <a:pPr algn="l">
                        <a:lnSpc>
                          <a:spcPct val="100000"/>
                        </a:lnSpc>
                        <a:buNone/>
                      </a:pPr>
                      <a:r>
                        <a:rPr sz="1650" b="0">
                          <a:solidFill>
                            <a:srgbClr val="A64743"/>
                          </a:solidFill>
                          <a:latin typeface="Malgun Gothic"/>
                          <a:ea typeface="Malgun Gothic"/>
                          <a:cs typeface="Malgun Gothic"/>
                        </a:rPr>
                        <a:t>확정 전 활성화 보류</a:t>
                      </a:r>
                    </a:p>
                  </a:txBody>
                  <a:tcPr marL="85725" marR="85725" marT="47625" marB="47625" anchor="ctr">
                    <a:solidFill>
                      <a:srgbClr val="FFFFFF"/>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최종 허용</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가공 직전 파워 포함 정상</a:t>
                      </a:r>
                    </a:p>
                    <a:p>
                      <a:pPr algn="l">
                        <a:lnSpc>
                          <a:spcPct val="100000"/>
                        </a:lnSpc>
                        <a:buNone/>
                      </a:pPr>
                      <a:r>
                        <a:rPr sz="1650" b="0">
                          <a:solidFill>
                            <a:srgbClr val="172F46"/>
                          </a:solidFill>
                          <a:latin typeface="Malgun Gothic"/>
                          <a:ea typeface="Malgun Gothic"/>
                          <a:cs typeface="Malgun Gothic"/>
                        </a:rPr>
                        <a:t>유효 보정테이블 버전 일치</a:t>
                      </a:r>
                    </a:p>
                    <a:p>
                      <a:pPr algn="l">
                        <a:lnSpc>
                          <a:spcPct val="100000"/>
                        </a:lnSpc>
                        <a:buNone/>
                      </a:pPr>
                      <a:r>
                        <a:rPr sz="1650" b="0">
                          <a:solidFill>
                            <a:srgbClr val="172F46"/>
                          </a:solidFill>
                          <a:latin typeface="Malgun Gothic"/>
                          <a:ea typeface="Malgun Gothic"/>
                          <a:cs typeface="Malgun Gothic"/>
                        </a:rPr>
                        <a:t>완료 회신·양산 준비</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완료·양산 Ready 보류</a:t>
                      </a:r>
                    </a:p>
                    <a:p>
                      <a:pPr algn="l">
                        <a:lnSpc>
                          <a:spcPct val="100000"/>
                        </a:lnSpc>
                        <a:buNone/>
                      </a:pPr>
                      <a:r>
                        <a:rPr sz="1650" b="0">
                          <a:solidFill>
                            <a:srgbClr val="A64743"/>
                          </a:solidFill>
                          <a:latin typeface="Malgun Gothic"/>
                          <a:ea typeface="Malgun Gothic"/>
                          <a:cs typeface="Malgun Gothic"/>
                        </a:rPr>
                        <a:t>원인·결과·시각 기록</a:t>
                      </a:r>
                    </a:p>
                  </a:txBody>
                  <a:tcPr marL="85725" marR="85725" marT="47625" marB="47625" anchor="ctr">
                    <a:solidFill>
                      <a:srgbClr val="F5F7FA"/>
                    </a:solidFill>
                  </a:tcPr>
                </a:tc>
              </a:tr>
            </a:tbl>
          </a:graphicData>
        </a:graphic>
      </p:graphicFrame>
      <p:sp>
        <p:nvSpPr>
          <p:cNvPr id="35" name="optics-note">
            <a:extLst xmlns:a="http://schemas.openxmlformats.org/drawingml/2006/main">
              <a:ext uri="{FF2B5EF4-FFF2-40B4-BE49-F238E27FC236}">
                <a16:creationId xmlns:a16="http://schemas.microsoft.com/office/drawing/2014/main" id="{06CC74E6-3C0A-4439-8DA9-301906848BA1}"/>
              </a:ext>
            </a:extLst>
          </p:cNvPr>
          <p:cNvSpPr>
            <a:spLocks xmlns:a="http://schemas.openxmlformats.org/drawingml/2006/main" noGrp="1"/>
          </p:cNvSpPr>
          <p:nvPr/>
        </p:nvSpPr>
        <p:spPr>
          <a:xfrm xmlns:a="http://schemas.openxmlformats.org/drawingml/2006/main">
            <a:off x="571500" y="80581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5C6C7C"/>
                </a:solidFill>
                <a:latin typeface="Malgun Gothic"/>
                <a:ea typeface="Malgun Gothic"/>
                <a:cs typeface="Malgun Gothic"/>
              </a:defRPr>
            </a:defPPr>
          </a:lstStyle>
          <a:p xmlns:a="http://schemas.openxmlformats.org/drawingml/2006/main">
            <a:pPr algn="l">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모델 변경만으로 윈도우 교체하지 않음. 처리 후 파워 재확인</a:t>
            </a:r>
          </a:p>
        </p:txBody>
      </p:sp>
      <p:sp>
        <p:nvSpPr>
          <p:cNvPr id="36" name="pending-checks">
            <a:extLst xmlns:a="http://schemas.openxmlformats.org/drawingml/2006/main">
              <a:ext uri="{FF2B5EF4-FFF2-40B4-BE49-F238E27FC236}">
                <a16:creationId xmlns:a16="http://schemas.microsoft.com/office/drawing/2014/main" id="{8AA5F501-432E-48FD-A1FA-F3667842E738}"/>
              </a:ext>
            </a:extLst>
          </p:cNvPr>
          <p:cNvSpPr>
            <a:spLocks xmlns:a="http://schemas.openxmlformats.org/drawingml/2006/main" noGrp="1"/>
          </p:cNvSpPr>
          <p:nvPr/>
        </p:nvSpPr>
        <p:spPr>
          <a:xfrm xmlns:a="http://schemas.openxmlformats.org/drawingml/2006/main">
            <a:off x="7810500" y="776287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9B611B"/>
                </a:solidFill>
                <a:latin typeface="Malgun Gothic"/>
                <a:ea typeface="Malgun Gothic"/>
                <a:cs typeface="Malgun Gothic"/>
              </a:defRPr>
            </a:defPPr>
          </a:lstStyle>
          <a:p xmlns:a="http://schemas.openxmlformats.org/drawingml/2006/main">
            <a:pPr algn="l">
              <a:defRPr sz="1425" b="0">
                <a:solidFill>
                  <a:srgbClr val="9B611B"/>
                </a:solidFill>
                <a:latin typeface="Malgun Gothic"/>
                <a:ea typeface="Malgun Gothic"/>
                <a:cs typeface="Malgun Gothic"/>
              </a:defRPr>
            </a:pPr>
            <a:r>
              <a:rPr sz="1425" b="0">
                <a:solidFill>
                  <a:srgbClr val="9B611B"/>
                </a:solidFill>
                <a:latin typeface="Malgun Gothic"/>
                <a:ea typeface="Malgun Gothic"/>
                <a:cs typeface="Malgun Gothic"/>
              </a:rPr>
              <a:t>협의: 허용오차·오염/사용량 기준·검사 대상·Cell 측정점·재시도/복구 방식</a:t>
            </a:r>
          </a:p>
        </p:txBody>
      </p:sp>
    </p:spTree>
    <p:extLst>
      <p:ext uri="{BB962C8B-B14F-4D97-AF65-F5344CB8AC3E}">
        <p14:creationId xmlns:p14="http://schemas.microsoft.com/office/powerpoint/2010/main" val="4812276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itle">
            <a:extLst xmlns:a="http://schemas.openxmlformats.org/drawingml/2006/main">
              <a:ext uri="{FF2B5EF4-FFF2-40B4-BE49-F238E27FC236}">
                <a16:creationId xmlns:a16="http://schemas.microsoft.com/office/drawing/2014/main" id="{2234BE1E-35C0-4C1A-A46E-FA3348060091}"/>
              </a:ext>
            </a:extLst>
          </p:cNvPr>
          <p:cNvSpPr>
            <a:spLocks xmlns:a="http://schemas.openxmlformats.org/drawingml/2006/main" noGrp="1"/>
          </p:cNvSpPr>
          <p:nvPr/>
        </p:nvSpPr>
        <p:spPr>
          <a:xfrm xmlns:a="http://schemas.openxmlformats.org/drawingml/2006/main">
            <a:off x="571500" y="266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오토 잡체인지 타이밍과 완료 조건</a:t>
            </a:r>
          </a:p>
        </p:txBody>
      </p:sp>
      <p:sp>
        <p:nvSpPr>
          <p:cNvPr id="2" name="subtitle">
            <a:extLst xmlns:a="http://schemas.openxmlformats.org/drawingml/2006/main">
              <a:ext uri="{FF2B5EF4-FFF2-40B4-BE49-F238E27FC236}">
                <a16:creationId xmlns:a16="http://schemas.microsoft.com/office/drawing/2014/main" id="{79E6940A-7DC1-44B0-B316-DAD03F27011C}"/>
              </a:ext>
            </a:extLst>
          </p:cNvPr>
          <p:cNvSpPr>
            <a:spLocks xmlns:a="http://schemas.openxmlformats.org/drawingml/2006/main" noGrp="1"/>
          </p:cNvSpPr>
          <p:nvPr/>
        </p:nvSpPr>
        <p:spPr>
          <a:xfrm xmlns:a="http://schemas.openxmlformats.org/drawingml/2006/main">
            <a:off x="571500" y="9048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C6C7C"/>
                </a:solidFill>
                <a:latin typeface="Malgun Gothic"/>
                <a:ea typeface="Malgun Gothic"/>
                <a:cs typeface="Malgun Gothic"/>
              </a:defRPr>
            </a:defPPr>
          </a:lstStyle>
          <a:p xmlns:a="http://schemas.openxmlformats.org/drawingml/2006/main">
            <a:pPr algn="l">
              <a:defRPr sz="1800" b="0">
                <a:solidFill>
                  <a:srgbClr val="5C6C7C"/>
                </a:solidFill>
                <a:latin typeface="Malgun Gothic"/>
                <a:ea typeface="Malgun Gothic"/>
                <a:cs typeface="Malgun Gothic"/>
              </a:defRPr>
            </a:pPr>
            <a:r>
              <a:rPr sz="1800" b="0">
                <a:solidFill>
                  <a:srgbClr val="5C6C7C"/>
                </a:solidFill>
                <a:latin typeface="Malgun Gothic"/>
                <a:ea typeface="Malgun Gothic"/>
                <a:cs typeface="Malgun Gothic"/>
              </a:rPr>
              <a:t>핀은 기판 수신 전에, 전셀검사는 비전 조건 적용 후에, 최종 완료는 보정테이블 확정 후에 확인</a:t>
            </a:r>
          </a:p>
        </p:txBody>
      </p:sp>
      <p:cxnSp>
        <p:nvCxnSpPr>
          <p:cNvPr id="3" name="header-rule">
            <a:extLst xmlns:a="http://schemas.openxmlformats.org/drawingml/2006/main">
              <a:ext uri="{FF2B5EF4-FFF2-40B4-BE49-F238E27FC236}">
                <a16:creationId xmlns:a16="http://schemas.microsoft.com/office/drawing/2014/main" id="{26532651-53E2-41B1-A5F8-90F9F78AA77E}"/>
              </a:ext>
            </a:extLst>
          </p:cNvPr>
          <p:cNvCxnSpPr/>
          <p:nvPr/>
        </p:nvCxnSpPr>
        <p:spPr>
          <a:xfrm xmlns:a="http://schemas.openxmlformats.org/drawingml/2006/main" flipH="0" flipV="0">
            <a:off x="571500" y="1457325"/>
            <a:ext cx="1409700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4" name="page-number">
            <a:extLst xmlns:a="http://schemas.openxmlformats.org/drawingml/2006/main">
              <a:ext uri="{FF2B5EF4-FFF2-40B4-BE49-F238E27FC236}">
                <a16:creationId xmlns:a16="http://schemas.microsoft.com/office/drawing/2014/main" id="{27F11D3F-8DC4-417A-85E9-3EC3A13D0AC3}"/>
              </a:ext>
            </a:extLst>
          </p:cNvPr>
          <p:cNvSpPr>
            <a:spLocks xmlns:a="http://schemas.openxmlformats.org/drawingml/2006/main" noGrp="1"/>
          </p:cNvSpPr>
          <p:nvPr/>
        </p:nvSpPr>
        <p:spPr>
          <a:xfrm xmlns:a="http://schemas.openxmlformats.org/drawingml/2006/main">
            <a:off x="13906500" y="81534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3 / 3</a:t>
            </a:r>
          </a:p>
        </p:txBody>
      </p:sp>
      <p:sp>
        <p:nvSpPr>
          <p:cNvPr id="5" name="marker-label-0">
            <a:extLst xmlns:a="http://schemas.openxmlformats.org/drawingml/2006/main">
              <a:ext uri="{FF2B5EF4-FFF2-40B4-BE49-F238E27FC236}">
                <a16:creationId xmlns:a16="http://schemas.microsoft.com/office/drawing/2014/main" id="{54EDA44D-299E-4B64-8F56-429A4F344AEF}"/>
              </a:ext>
            </a:extLst>
          </p:cNvPr>
          <p:cNvSpPr>
            <a:spLocks xmlns:a="http://schemas.openxmlformats.org/drawingml/2006/main" noGrp="1"/>
          </p:cNvSpPr>
          <p:nvPr/>
        </p:nvSpPr>
        <p:spPr>
          <a:xfrm xmlns:a="http://schemas.openxmlformats.org/drawingml/2006/main">
            <a:off x="2619375" y="1647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67B2"/>
                </a:solidFill>
                <a:latin typeface="Malgun Gothic"/>
                <a:ea typeface="Malgun Gothic"/>
                <a:cs typeface="Malgun Gothic"/>
              </a:defRPr>
            </a:defPPr>
          </a:lstStyle>
          <a:p xmlns:a="http://schemas.openxmlformats.org/drawingml/2006/main">
            <a:pPr algn="ctr">
              <a:defRPr sz="1650" b="1">
                <a:solidFill>
                  <a:srgbClr val="1667B2"/>
                </a:solidFill>
                <a:latin typeface="Malgun Gothic"/>
                <a:ea typeface="Malgun Gothic"/>
                <a:cs typeface="Malgun Gothic"/>
              </a:defRPr>
            </a:pPr>
            <a:r>
              <a:rPr sz="1650" b="1">
                <a:solidFill>
                  <a:srgbClr val="1667B2"/>
                </a:solidFill>
                <a:latin typeface="Malgun Gothic"/>
                <a:ea typeface="Malgun Gothic"/>
                <a:cs typeface="Malgun Gothic"/>
              </a:rPr>
              <a:t>t0  요청</a:t>
            </a:r>
          </a:p>
        </p:txBody>
      </p:sp>
      <p:cxnSp>
        <p:nvCxnSpPr>
          <p:cNvPr id="6" name="marker-0">
            <a:extLst xmlns:a="http://schemas.openxmlformats.org/drawingml/2006/main">
              <a:ext uri="{FF2B5EF4-FFF2-40B4-BE49-F238E27FC236}">
                <a16:creationId xmlns:a16="http://schemas.microsoft.com/office/drawing/2014/main" id="{489CB025-51E8-4132-B052-2AD170A92EDA}"/>
              </a:ext>
            </a:extLst>
          </p:cNvPr>
          <p:cNvCxnSpPr/>
          <p:nvPr/>
        </p:nvCxnSpPr>
        <p:spPr>
          <a:xfrm xmlns:a="http://schemas.openxmlformats.org/drawingml/2006/main" flipH="0" flipV="0">
            <a:off x="3286125" y="2152650"/>
            <a:ext cx="0" cy="4352925"/>
          </a:xfrm>
          <a:prstGeom xmlns:a="http://schemas.openxmlformats.org/drawingml/2006/main" prst="straightConnector1">
            <a:avLst/>
          </a:prstGeom>
          <a:ln xmlns:a="http://schemas.openxmlformats.org/drawingml/2006/main" w="13335">
            <a:solidFill>
              <a:srgbClr val="1667B2"/>
            </a:solidFill>
            <a:prstDash val="dash"/>
            <a:tailEnd type="none" w="sm" len="sm"/>
          </a:ln>
        </p:spPr>
      </p:cxnSp>
      <p:sp>
        <p:nvSpPr>
          <p:cNvPr id="7" name="marker-label-1">
            <a:extLst xmlns:a="http://schemas.openxmlformats.org/drawingml/2006/main">
              <a:ext uri="{FF2B5EF4-FFF2-40B4-BE49-F238E27FC236}">
                <a16:creationId xmlns:a16="http://schemas.microsoft.com/office/drawing/2014/main" id="{262E9DE1-A39F-47BB-90E0-F477E9A28210}"/>
              </a:ext>
            </a:extLst>
          </p:cNvPr>
          <p:cNvSpPr>
            <a:spLocks xmlns:a="http://schemas.openxmlformats.org/drawingml/2006/main" noGrp="1"/>
          </p:cNvSpPr>
          <p:nvPr/>
        </p:nvSpPr>
        <p:spPr>
          <a:xfrm xmlns:a="http://schemas.openxmlformats.org/drawingml/2006/main">
            <a:off x="6429375" y="1647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67B2"/>
                </a:solidFill>
                <a:latin typeface="Malgun Gothic"/>
                <a:ea typeface="Malgun Gothic"/>
                <a:cs typeface="Malgun Gothic"/>
              </a:defRPr>
            </a:defPPr>
          </a:lstStyle>
          <a:p xmlns:a="http://schemas.openxmlformats.org/drawingml/2006/main">
            <a:pPr algn="ctr">
              <a:defRPr sz="1650" b="1">
                <a:solidFill>
                  <a:srgbClr val="1667B2"/>
                </a:solidFill>
                <a:latin typeface="Malgun Gothic"/>
                <a:ea typeface="Malgun Gothic"/>
                <a:cs typeface="Malgun Gothic"/>
              </a:defRPr>
            </a:pPr>
            <a:r>
              <a:rPr sz="1650" b="1">
                <a:solidFill>
                  <a:srgbClr val="1667B2"/>
                </a:solidFill>
                <a:latin typeface="Malgun Gothic"/>
                <a:ea typeface="Malgun Gothic"/>
                <a:cs typeface="Malgun Gothic"/>
              </a:rPr>
              <a:t>t1  SW 준비</a:t>
            </a:r>
          </a:p>
        </p:txBody>
      </p:sp>
      <p:cxnSp>
        <p:nvCxnSpPr>
          <p:cNvPr id="8" name="marker-1">
            <a:extLst xmlns:a="http://schemas.openxmlformats.org/drawingml/2006/main">
              <a:ext uri="{FF2B5EF4-FFF2-40B4-BE49-F238E27FC236}">
                <a16:creationId xmlns:a16="http://schemas.microsoft.com/office/drawing/2014/main" id="{9FDDC73A-B236-4BCF-8947-926FBDEBCD0C}"/>
              </a:ext>
            </a:extLst>
          </p:cNvPr>
          <p:cNvCxnSpPr/>
          <p:nvPr/>
        </p:nvCxnSpPr>
        <p:spPr>
          <a:xfrm xmlns:a="http://schemas.openxmlformats.org/drawingml/2006/main" flipH="0" flipV="0">
            <a:off x="7096125" y="2152650"/>
            <a:ext cx="0" cy="4352925"/>
          </a:xfrm>
          <a:prstGeom xmlns:a="http://schemas.openxmlformats.org/drawingml/2006/main" prst="straightConnector1">
            <a:avLst/>
          </a:prstGeom>
          <a:ln xmlns:a="http://schemas.openxmlformats.org/drawingml/2006/main" w="13335">
            <a:solidFill>
              <a:srgbClr val="1667B2"/>
            </a:solidFill>
            <a:prstDash val="dash"/>
            <a:tailEnd type="none" w="sm" len="sm"/>
          </a:ln>
        </p:spPr>
      </p:cxnSp>
      <p:sp>
        <p:nvSpPr>
          <p:cNvPr id="9" name="marker-label-2">
            <a:extLst xmlns:a="http://schemas.openxmlformats.org/drawingml/2006/main">
              <a:ext uri="{FF2B5EF4-FFF2-40B4-BE49-F238E27FC236}">
                <a16:creationId xmlns:a16="http://schemas.microsoft.com/office/drawing/2014/main" id="{3FDC1172-4AB6-4507-8EAE-4C21DB9326F3}"/>
              </a:ext>
            </a:extLst>
          </p:cNvPr>
          <p:cNvSpPr>
            <a:spLocks xmlns:a="http://schemas.openxmlformats.org/drawingml/2006/main" noGrp="1"/>
          </p:cNvSpPr>
          <p:nvPr/>
        </p:nvSpPr>
        <p:spPr>
          <a:xfrm xmlns:a="http://schemas.openxmlformats.org/drawingml/2006/main">
            <a:off x="9477375" y="1647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7966"/>
                </a:solidFill>
                <a:latin typeface="Malgun Gothic"/>
                <a:ea typeface="Malgun Gothic"/>
                <a:cs typeface="Malgun Gothic"/>
              </a:defRPr>
            </a:defPPr>
          </a:lstStyle>
          <a:p xmlns:a="http://schemas.openxmlformats.org/drawingml/2006/main">
            <a:pPr algn="ctr">
              <a:defRPr sz="1650" b="1">
                <a:solidFill>
                  <a:srgbClr val="197966"/>
                </a:solidFill>
                <a:latin typeface="Malgun Gothic"/>
                <a:ea typeface="Malgun Gothic"/>
                <a:cs typeface="Malgun Gothic"/>
              </a:defRPr>
            </a:pPr>
            <a:r>
              <a:rPr sz="1650" b="1">
                <a:solidFill>
                  <a:srgbClr val="197966"/>
                </a:solidFill>
                <a:latin typeface="Malgun Gothic"/>
                <a:ea typeface="Malgun Gothic"/>
                <a:cs typeface="Malgun Gothic"/>
              </a:rPr>
              <a:t>t2  검사 가능</a:t>
            </a:r>
          </a:p>
        </p:txBody>
      </p:sp>
      <p:cxnSp>
        <p:nvCxnSpPr>
          <p:cNvPr id="10" name="marker-2">
            <a:extLst xmlns:a="http://schemas.openxmlformats.org/drawingml/2006/main">
              <a:ext uri="{FF2B5EF4-FFF2-40B4-BE49-F238E27FC236}">
                <a16:creationId xmlns:a16="http://schemas.microsoft.com/office/drawing/2014/main" id="{26EE9AE1-574E-4510-88A4-8B5728C7A542}"/>
              </a:ext>
            </a:extLst>
          </p:cNvPr>
          <p:cNvCxnSpPr/>
          <p:nvPr/>
        </p:nvCxnSpPr>
        <p:spPr>
          <a:xfrm xmlns:a="http://schemas.openxmlformats.org/drawingml/2006/main" flipH="0" flipV="0">
            <a:off x="10144125" y="2152650"/>
            <a:ext cx="0" cy="4352925"/>
          </a:xfrm>
          <a:prstGeom xmlns:a="http://schemas.openxmlformats.org/drawingml/2006/main" prst="straightConnector1">
            <a:avLst/>
          </a:prstGeom>
          <a:ln xmlns:a="http://schemas.openxmlformats.org/drawingml/2006/main" w="13335">
            <a:solidFill>
              <a:srgbClr val="197966"/>
            </a:solidFill>
            <a:prstDash val="dash"/>
            <a:tailEnd type="none" w="sm" len="sm"/>
          </a:ln>
        </p:spPr>
      </p:cxnSp>
      <p:sp>
        <p:nvSpPr>
          <p:cNvPr id="11" name="marker-label-3">
            <a:extLst xmlns:a="http://schemas.openxmlformats.org/drawingml/2006/main">
              <a:ext uri="{FF2B5EF4-FFF2-40B4-BE49-F238E27FC236}">
                <a16:creationId xmlns:a16="http://schemas.microsoft.com/office/drawing/2014/main" id="{C306A34A-390A-4F0F-AB91-6D3076B6E612}"/>
              </a:ext>
            </a:extLst>
          </p:cNvPr>
          <p:cNvSpPr>
            <a:spLocks xmlns:a="http://schemas.openxmlformats.org/drawingml/2006/main" noGrp="1"/>
          </p:cNvSpPr>
          <p:nvPr/>
        </p:nvSpPr>
        <p:spPr>
          <a:xfrm xmlns:a="http://schemas.openxmlformats.org/drawingml/2006/main">
            <a:off x="12906375" y="1647825"/>
            <a:ext cx="1762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7966"/>
                </a:solidFill>
                <a:latin typeface="Malgun Gothic"/>
                <a:ea typeface="Malgun Gothic"/>
                <a:cs typeface="Malgun Gothic"/>
              </a:defRPr>
            </a:defPPr>
          </a:lstStyle>
          <a:p xmlns:a="http://schemas.openxmlformats.org/drawingml/2006/main">
            <a:pPr algn="ctr">
              <a:defRPr sz="1650" b="1">
                <a:solidFill>
                  <a:srgbClr val="197966"/>
                </a:solidFill>
                <a:latin typeface="Malgun Gothic"/>
                <a:ea typeface="Malgun Gothic"/>
                <a:cs typeface="Malgun Gothic"/>
              </a:defRPr>
            </a:pPr>
            <a:r>
              <a:rPr sz="1650" b="1">
                <a:solidFill>
                  <a:srgbClr val="197966"/>
                </a:solidFill>
                <a:latin typeface="Malgun Gothic"/>
                <a:ea typeface="Malgun Gothic"/>
                <a:cs typeface="Malgun Gothic"/>
              </a:rPr>
              <a:t>t3  최종 완료</a:t>
            </a:r>
          </a:p>
        </p:txBody>
      </p:sp>
      <p:cxnSp>
        <p:nvCxnSpPr>
          <p:cNvPr id="12" name="marker-3">
            <a:extLst xmlns:a="http://schemas.openxmlformats.org/drawingml/2006/main">
              <a:ext uri="{FF2B5EF4-FFF2-40B4-BE49-F238E27FC236}">
                <a16:creationId xmlns:a16="http://schemas.microsoft.com/office/drawing/2014/main" id="{11997EB5-480C-4EF3-B433-7B011B1BB958}"/>
              </a:ext>
            </a:extLst>
          </p:cNvPr>
          <p:cNvCxnSpPr/>
          <p:nvPr/>
        </p:nvCxnSpPr>
        <p:spPr>
          <a:xfrm xmlns:a="http://schemas.openxmlformats.org/drawingml/2006/main" flipH="0" flipV="0">
            <a:off x="13906500" y="2152650"/>
            <a:ext cx="0" cy="4352925"/>
          </a:xfrm>
          <a:prstGeom xmlns:a="http://schemas.openxmlformats.org/drawingml/2006/main" prst="straightConnector1">
            <a:avLst/>
          </a:prstGeom>
          <a:ln xmlns:a="http://schemas.openxmlformats.org/drawingml/2006/main" w="13335">
            <a:solidFill>
              <a:srgbClr val="197966"/>
            </a:solidFill>
            <a:prstDash val="dash"/>
            <a:tailEnd type="none" w="sm" len="sm"/>
          </a:ln>
        </p:spPr>
      </p:cxnSp>
      <p:sp>
        <p:nvSpPr>
          <p:cNvPr id="13" name="row-label-0">
            <a:extLst xmlns:a="http://schemas.openxmlformats.org/drawingml/2006/main">
              <a:ext uri="{FF2B5EF4-FFF2-40B4-BE49-F238E27FC236}">
                <a16:creationId xmlns:a16="http://schemas.microsoft.com/office/drawing/2014/main" id="{B005E479-57A0-4EE8-8D73-9599689C5C1D}"/>
              </a:ext>
            </a:extLst>
          </p:cNvPr>
          <p:cNvSpPr>
            <a:spLocks xmlns:a="http://schemas.openxmlformats.org/drawingml/2006/main" noGrp="1"/>
          </p:cNvSpPr>
          <p:nvPr/>
        </p:nvSpPr>
        <p:spPr>
          <a:xfrm xmlns:a="http://schemas.openxmlformats.org/drawingml/2006/main">
            <a:off x="571500" y="23241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상위·Model Code</a:t>
            </a:r>
          </a:p>
        </p:txBody>
      </p:sp>
      <p:cxnSp>
        <p:nvCxnSpPr>
          <p:cNvPr id="14" name="base-0">
            <a:extLst xmlns:a="http://schemas.openxmlformats.org/drawingml/2006/main">
              <a:ext uri="{FF2B5EF4-FFF2-40B4-BE49-F238E27FC236}">
                <a16:creationId xmlns:a16="http://schemas.microsoft.com/office/drawing/2014/main" id="{C705C4C5-CADE-426B-954B-EACB352EDB0F}"/>
              </a:ext>
            </a:extLst>
          </p:cNvPr>
          <p:cNvCxnSpPr/>
          <p:nvPr/>
        </p:nvCxnSpPr>
        <p:spPr>
          <a:xfrm xmlns:a="http://schemas.openxmlformats.org/drawingml/2006/main" flipH="0" flipV="0">
            <a:off x="3143250" y="25431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15" name="rule-0">
            <a:extLst xmlns:a="http://schemas.openxmlformats.org/drawingml/2006/main">
              <a:ext uri="{FF2B5EF4-FFF2-40B4-BE49-F238E27FC236}">
                <a16:creationId xmlns:a16="http://schemas.microsoft.com/office/drawing/2014/main" id="{D18E897A-77E2-4A09-A1C9-48F444AC98F9}"/>
              </a:ext>
            </a:extLst>
          </p:cNvPr>
          <p:cNvCxnSpPr/>
          <p:nvPr/>
        </p:nvCxnSpPr>
        <p:spPr>
          <a:xfrm xmlns:a="http://schemas.openxmlformats.org/drawingml/2006/main" flipH="0" flipV="0">
            <a:off x="571500" y="28479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16" name="row-label-1">
            <a:extLst xmlns:a="http://schemas.openxmlformats.org/drawingml/2006/main">
              <a:ext uri="{FF2B5EF4-FFF2-40B4-BE49-F238E27FC236}">
                <a16:creationId xmlns:a16="http://schemas.microsoft.com/office/drawing/2014/main" id="{434FF9A0-5C44-47E0-B0A1-A07C78DDE6E7}"/>
              </a:ext>
            </a:extLst>
          </p:cNvPr>
          <p:cNvSpPr>
            <a:spLocks xmlns:a="http://schemas.openxmlformats.org/drawingml/2006/main" noGrp="1"/>
          </p:cNvSpPr>
          <p:nvPr/>
        </p:nvSpPr>
        <p:spPr>
          <a:xfrm xmlns:a="http://schemas.openxmlformats.org/drawingml/2006/main">
            <a:off x="571500" y="29337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가공 SW·광학계</a:t>
            </a:r>
          </a:p>
        </p:txBody>
      </p:sp>
      <p:cxnSp>
        <p:nvCxnSpPr>
          <p:cNvPr id="17" name="base-1">
            <a:extLst xmlns:a="http://schemas.openxmlformats.org/drawingml/2006/main">
              <a:ext uri="{FF2B5EF4-FFF2-40B4-BE49-F238E27FC236}">
                <a16:creationId xmlns:a16="http://schemas.microsoft.com/office/drawing/2014/main" id="{96AC687C-84A2-4605-A363-78B540AEA30F}"/>
              </a:ext>
            </a:extLst>
          </p:cNvPr>
          <p:cNvCxnSpPr/>
          <p:nvPr/>
        </p:nvCxnSpPr>
        <p:spPr>
          <a:xfrm xmlns:a="http://schemas.openxmlformats.org/drawingml/2006/main" flipH="0" flipV="0">
            <a:off x="3143250" y="31527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18" name="rule-1">
            <a:extLst xmlns:a="http://schemas.openxmlformats.org/drawingml/2006/main">
              <a:ext uri="{FF2B5EF4-FFF2-40B4-BE49-F238E27FC236}">
                <a16:creationId xmlns:a16="http://schemas.microsoft.com/office/drawing/2014/main" id="{EA4B8B97-97D6-42FF-951E-2D8CA846CB6B}"/>
              </a:ext>
            </a:extLst>
          </p:cNvPr>
          <p:cNvCxnSpPr/>
          <p:nvPr/>
        </p:nvCxnSpPr>
        <p:spPr>
          <a:xfrm xmlns:a="http://schemas.openxmlformats.org/drawingml/2006/main" flipH="0" flipV="0">
            <a:off x="571500" y="34575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19" name="row-label-2">
            <a:extLst xmlns:a="http://schemas.openxmlformats.org/drawingml/2006/main">
              <a:ext uri="{FF2B5EF4-FFF2-40B4-BE49-F238E27FC236}">
                <a16:creationId xmlns:a16="http://schemas.microsoft.com/office/drawing/2014/main" id="{33DA59E6-2DDB-485D-BAC7-5F90042CF575}"/>
              </a:ext>
            </a:extLst>
          </p:cNvPr>
          <p:cNvSpPr>
            <a:spLocks xmlns:a="http://schemas.openxmlformats.org/drawingml/2006/main" noGrp="1"/>
          </p:cNvSpPr>
          <p:nvPr/>
        </p:nvSpPr>
        <p:spPr>
          <a:xfrm xmlns:a="http://schemas.openxmlformats.org/drawingml/2006/main">
            <a:off x="571500" y="35433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PLC 핀 위치</a:t>
            </a:r>
          </a:p>
        </p:txBody>
      </p:sp>
      <p:cxnSp>
        <p:nvCxnSpPr>
          <p:cNvPr id="20" name="base-2">
            <a:extLst xmlns:a="http://schemas.openxmlformats.org/drawingml/2006/main">
              <a:ext uri="{FF2B5EF4-FFF2-40B4-BE49-F238E27FC236}">
                <a16:creationId xmlns:a16="http://schemas.microsoft.com/office/drawing/2014/main" id="{05B22E5C-0505-4107-8390-42AB932786A2}"/>
              </a:ext>
            </a:extLst>
          </p:cNvPr>
          <p:cNvCxnSpPr/>
          <p:nvPr/>
        </p:nvCxnSpPr>
        <p:spPr>
          <a:xfrm xmlns:a="http://schemas.openxmlformats.org/drawingml/2006/main" flipH="0" flipV="0">
            <a:off x="3143250" y="37623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21" name="rule-2">
            <a:extLst xmlns:a="http://schemas.openxmlformats.org/drawingml/2006/main">
              <a:ext uri="{FF2B5EF4-FFF2-40B4-BE49-F238E27FC236}">
                <a16:creationId xmlns:a16="http://schemas.microsoft.com/office/drawing/2014/main" id="{586280E6-1B67-4CEA-AE85-D85A8082492A}"/>
              </a:ext>
            </a:extLst>
          </p:cNvPr>
          <p:cNvCxnSpPr/>
          <p:nvPr/>
        </p:nvCxnSpPr>
        <p:spPr>
          <a:xfrm xmlns:a="http://schemas.openxmlformats.org/drawingml/2006/main" flipH="0" flipV="0">
            <a:off x="571500" y="40671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22" name="row-label-3">
            <a:extLst xmlns:a="http://schemas.openxmlformats.org/drawingml/2006/main">
              <a:ext uri="{FF2B5EF4-FFF2-40B4-BE49-F238E27FC236}">
                <a16:creationId xmlns:a16="http://schemas.microsoft.com/office/drawing/2014/main" id="{B30D60B4-7284-4987-8BD8-8DA9160B53EA}"/>
              </a:ext>
            </a:extLst>
          </p:cNvPr>
          <p:cNvSpPr>
            <a:spLocks xmlns:a="http://schemas.openxmlformats.org/drawingml/2006/main" noGrp="1"/>
          </p:cNvSpPr>
          <p:nvPr/>
        </p:nvSpPr>
        <p:spPr>
          <a:xfrm xmlns:a="http://schemas.openxmlformats.org/drawingml/2006/main">
            <a:off x="571500" y="41529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비전 검사 조건</a:t>
            </a:r>
          </a:p>
        </p:txBody>
      </p:sp>
      <p:cxnSp>
        <p:nvCxnSpPr>
          <p:cNvPr id="23" name="base-3">
            <a:extLst xmlns:a="http://schemas.openxmlformats.org/drawingml/2006/main">
              <a:ext uri="{FF2B5EF4-FFF2-40B4-BE49-F238E27FC236}">
                <a16:creationId xmlns:a16="http://schemas.microsoft.com/office/drawing/2014/main" id="{219C138D-B3DE-4DDE-A15E-EEB7158A3AD4}"/>
              </a:ext>
            </a:extLst>
          </p:cNvPr>
          <p:cNvCxnSpPr/>
          <p:nvPr/>
        </p:nvCxnSpPr>
        <p:spPr>
          <a:xfrm xmlns:a="http://schemas.openxmlformats.org/drawingml/2006/main" flipH="0" flipV="0">
            <a:off x="3143250" y="43719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24" name="rule-3">
            <a:extLst xmlns:a="http://schemas.openxmlformats.org/drawingml/2006/main">
              <a:ext uri="{FF2B5EF4-FFF2-40B4-BE49-F238E27FC236}">
                <a16:creationId xmlns:a16="http://schemas.microsoft.com/office/drawing/2014/main" id="{2B310BC5-4A09-41C6-8B13-E0D5D946EBA2}"/>
              </a:ext>
            </a:extLst>
          </p:cNvPr>
          <p:cNvCxnSpPr/>
          <p:nvPr/>
        </p:nvCxnSpPr>
        <p:spPr>
          <a:xfrm xmlns:a="http://schemas.openxmlformats.org/drawingml/2006/main" flipH="0" flipV="0">
            <a:off x="571500" y="46767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25" name="row-label-4">
            <a:extLst xmlns:a="http://schemas.openxmlformats.org/drawingml/2006/main">
              <a:ext uri="{FF2B5EF4-FFF2-40B4-BE49-F238E27FC236}">
                <a16:creationId xmlns:a16="http://schemas.microsoft.com/office/drawing/2014/main" id="{C90DF60E-FDC9-490E-9636-87AA5C9A300D}"/>
              </a:ext>
            </a:extLst>
          </p:cNvPr>
          <p:cNvSpPr>
            <a:spLocks xmlns:a="http://schemas.openxmlformats.org/drawingml/2006/main" noGrp="1"/>
          </p:cNvSpPr>
          <p:nvPr/>
        </p:nvSpPr>
        <p:spPr>
          <a:xfrm xmlns:a="http://schemas.openxmlformats.org/drawingml/2006/main">
            <a:off x="571500" y="47625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기판 수신·대상 준비</a:t>
            </a:r>
          </a:p>
        </p:txBody>
      </p:sp>
      <p:cxnSp>
        <p:nvCxnSpPr>
          <p:cNvPr id="26" name="base-4">
            <a:extLst xmlns:a="http://schemas.openxmlformats.org/drawingml/2006/main">
              <a:ext uri="{FF2B5EF4-FFF2-40B4-BE49-F238E27FC236}">
                <a16:creationId xmlns:a16="http://schemas.microsoft.com/office/drawing/2014/main" id="{D4D488CA-4C0E-436A-A613-48F2CABD14CB}"/>
              </a:ext>
            </a:extLst>
          </p:cNvPr>
          <p:cNvCxnSpPr/>
          <p:nvPr/>
        </p:nvCxnSpPr>
        <p:spPr>
          <a:xfrm xmlns:a="http://schemas.openxmlformats.org/drawingml/2006/main" flipH="0" flipV="0">
            <a:off x="3143250" y="49815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27" name="rule-4">
            <a:extLst xmlns:a="http://schemas.openxmlformats.org/drawingml/2006/main">
              <a:ext uri="{FF2B5EF4-FFF2-40B4-BE49-F238E27FC236}">
                <a16:creationId xmlns:a16="http://schemas.microsoft.com/office/drawing/2014/main" id="{060C88D2-BE83-469F-8C9E-2D5A56619C18}"/>
              </a:ext>
            </a:extLst>
          </p:cNvPr>
          <p:cNvCxnSpPr/>
          <p:nvPr/>
        </p:nvCxnSpPr>
        <p:spPr>
          <a:xfrm xmlns:a="http://schemas.openxmlformats.org/drawingml/2006/main" flipH="0" flipV="0">
            <a:off x="571500" y="52863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28" name="row-label-5">
            <a:extLst xmlns:a="http://schemas.openxmlformats.org/drawingml/2006/main">
              <a:ext uri="{FF2B5EF4-FFF2-40B4-BE49-F238E27FC236}">
                <a16:creationId xmlns:a16="http://schemas.microsoft.com/office/drawing/2014/main" id="{581ED60E-69C1-4254-8CF2-26B993730902}"/>
              </a:ext>
            </a:extLst>
          </p:cNvPr>
          <p:cNvSpPr>
            <a:spLocks xmlns:a="http://schemas.openxmlformats.org/drawingml/2006/main" noGrp="1"/>
          </p:cNvSpPr>
          <p:nvPr/>
        </p:nvSpPr>
        <p:spPr>
          <a:xfrm xmlns:a="http://schemas.openxmlformats.org/drawingml/2006/main">
            <a:off x="571500" y="53721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전셀검사</a:t>
            </a:r>
          </a:p>
        </p:txBody>
      </p:sp>
      <p:cxnSp>
        <p:nvCxnSpPr>
          <p:cNvPr id="29" name="base-5">
            <a:extLst xmlns:a="http://schemas.openxmlformats.org/drawingml/2006/main">
              <a:ext uri="{FF2B5EF4-FFF2-40B4-BE49-F238E27FC236}">
                <a16:creationId xmlns:a16="http://schemas.microsoft.com/office/drawing/2014/main" id="{8C5BA3D0-00A9-46D0-9836-2C615FBEBC95}"/>
              </a:ext>
            </a:extLst>
          </p:cNvPr>
          <p:cNvCxnSpPr/>
          <p:nvPr/>
        </p:nvCxnSpPr>
        <p:spPr>
          <a:xfrm xmlns:a="http://schemas.openxmlformats.org/drawingml/2006/main" flipH="0" flipV="0">
            <a:off x="3143250" y="55911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30" name="rule-5">
            <a:extLst xmlns:a="http://schemas.openxmlformats.org/drawingml/2006/main">
              <a:ext uri="{FF2B5EF4-FFF2-40B4-BE49-F238E27FC236}">
                <a16:creationId xmlns:a16="http://schemas.microsoft.com/office/drawing/2014/main" id="{05FC71F2-F3A4-4B13-9D96-C2DDCAD2A17B}"/>
              </a:ext>
            </a:extLst>
          </p:cNvPr>
          <p:cNvCxnSpPr/>
          <p:nvPr/>
        </p:nvCxnSpPr>
        <p:spPr>
          <a:xfrm xmlns:a="http://schemas.openxmlformats.org/drawingml/2006/main" flipH="0" flipV="0">
            <a:off x="571500" y="58959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31" name="row-label-6">
            <a:extLst xmlns:a="http://schemas.openxmlformats.org/drawingml/2006/main">
              <a:ext uri="{FF2B5EF4-FFF2-40B4-BE49-F238E27FC236}">
                <a16:creationId xmlns:a16="http://schemas.microsoft.com/office/drawing/2014/main" id="{20257BCB-3414-4ACF-85D8-EF4D59DCE26E}"/>
              </a:ext>
            </a:extLst>
          </p:cNvPr>
          <p:cNvSpPr>
            <a:spLocks xmlns:a="http://schemas.openxmlformats.org/drawingml/2006/main" noGrp="1"/>
          </p:cNvSpPr>
          <p:nvPr/>
        </p:nvSpPr>
        <p:spPr>
          <a:xfrm xmlns:a="http://schemas.openxmlformats.org/drawingml/2006/main">
            <a:off x="571500" y="59817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보정테이블·완료</a:t>
            </a:r>
          </a:p>
        </p:txBody>
      </p:sp>
      <p:cxnSp>
        <p:nvCxnSpPr>
          <p:cNvPr id="32" name="base-6">
            <a:extLst xmlns:a="http://schemas.openxmlformats.org/drawingml/2006/main">
              <a:ext uri="{FF2B5EF4-FFF2-40B4-BE49-F238E27FC236}">
                <a16:creationId xmlns:a16="http://schemas.microsoft.com/office/drawing/2014/main" id="{49FD9A2C-5DCA-416B-9C8E-9B99C7529703}"/>
              </a:ext>
            </a:extLst>
          </p:cNvPr>
          <p:cNvCxnSpPr/>
          <p:nvPr/>
        </p:nvCxnSpPr>
        <p:spPr>
          <a:xfrm xmlns:a="http://schemas.openxmlformats.org/drawingml/2006/main" flipH="0" flipV="0">
            <a:off x="3143250" y="62007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33" name="request-bar">
            <a:extLst xmlns:a="http://schemas.openxmlformats.org/drawingml/2006/main">
              <a:ext uri="{FF2B5EF4-FFF2-40B4-BE49-F238E27FC236}">
                <a16:creationId xmlns:a16="http://schemas.microsoft.com/office/drawing/2014/main" id="{1E149343-88AC-48DE-A69D-78237BBC7597}"/>
              </a:ext>
            </a:extLst>
          </p:cNvPr>
          <p:cNvSpPr>
            <a:spLocks xmlns:a="http://schemas.openxmlformats.org/drawingml/2006/main" noGrp="1"/>
          </p:cNvSpPr>
          <p:nvPr/>
        </p:nvSpPr>
        <p:spPr>
          <a:xfrm xmlns:a="http://schemas.openxmlformats.org/drawingml/2006/main">
            <a:off x="3286125" y="2324100"/>
            <a:ext cx="742950" cy="428625"/>
          </a:xfrm>
          <a:prstGeom xmlns:a="http://schemas.openxmlformats.org/drawingml/2006/main" prst="rect">
            <a:avLst/>
          </a:prstGeom>
          <a:solidFill xmlns:a="http://schemas.openxmlformats.org/drawingml/2006/main">
            <a:srgbClr val="1667B2"/>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FFFFFF"/>
                </a:solidFill>
                <a:latin typeface="Malgun Gothic"/>
                <a:ea typeface="Malgun Gothic"/>
                <a:cs typeface="Malgun Gothic"/>
              </a:defRPr>
            </a:defPPr>
          </a:lstStyle>
          <a:p xmlns:a="http://schemas.openxmlformats.org/drawingml/2006/main">
            <a:pPr algn="ctr">
              <a:defRPr sz="1575">
                <a:solidFill>
                  <a:srgbClr val="172F46"/>
                </a:solidFill>
                <a:latin typeface="Malgun Gothic"/>
                <a:ea typeface="Malgun Gothic"/>
                <a:cs typeface="Malgun Gothic"/>
              </a:defRPr>
            </a:pPr>
            <a:r>
              <a:rPr sz="1575">
                <a:solidFill>
                  <a:srgbClr val="FFFFFF"/>
                </a:solidFill>
                <a:latin typeface="Malgun Gothic"/>
                <a:ea typeface="Malgun Gothic"/>
                <a:cs typeface="Malgun Gothic"/>
              </a:rPr>
              <a:t>요청</a:t>
            </a:r>
          </a:p>
        </p:txBody>
      </p:sp>
      <p:sp>
        <p:nvSpPr>
          <p:cNvPr id="34" name="host-final">
            <a:extLst xmlns:a="http://schemas.openxmlformats.org/drawingml/2006/main">
              <a:ext uri="{FF2B5EF4-FFF2-40B4-BE49-F238E27FC236}">
                <a16:creationId xmlns:a16="http://schemas.microsoft.com/office/drawing/2014/main" id="{BF9B7B7E-C067-4275-8DBA-9838EF5A25F0}"/>
              </a:ext>
            </a:extLst>
          </p:cNvPr>
          <p:cNvSpPr>
            <a:spLocks xmlns:a="http://schemas.openxmlformats.org/drawingml/2006/main" noGrp="1"/>
          </p:cNvSpPr>
          <p:nvPr/>
        </p:nvSpPr>
        <p:spPr>
          <a:xfrm xmlns:a="http://schemas.openxmlformats.org/drawingml/2006/main">
            <a:off x="13906500" y="2324100"/>
            <a:ext cx="762000" cy="428625"/>
          </a:xfrm>
          <a:prstGeom xmlns:a="http://schemas.openxmlformats.org/drawingml/2006/main" prst="rect">
            <a:avLst/>
          </a:prstGeom>
          <a:solidFill xmlns:a="http://schemas.openxmlformats.org/drawingml/2006/main">
            <a:srgbClr val="197966"/>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FFFFFF"/>
                </a:solidFill>
                <a:latin typeface="Malgun Gothic"/>
                <a:ea typeface="Malgun Gothic"/>
                <a:cs typeface="Malgun Gothic"/>
              </a:defRPr>
            </a:defPPr>
          </a:lstStyle>
          <a:p xmlns:a="http://schemas.openxmlformats.org/drawingml/2006/main">
            <a:pPr algn="ctr">
              <a:defRPr sz="1575">
                <a:solidFill>
                  <a:srgbClr val="172F46"/>
                </a:solidFill>
                <a:latin typeface="Malgun Gothic"/>
                <a:ea typeface="Malgun Gothic"/>
                <a:cs typeface="Malgun Gothic"/>
              </a:defRPr>
            </a:pPr>
            <a:r>
              <a:rPr sz="1575">
                <a:solidFill>
                  <a:srgbClr val="FFFFFF"/>
                </a:solidFill>
                <a:latin typeface="Malgun Gothic"/>
                <a:ea typeface="Malgun Gothic"/>
                <a:cs typeface="Malgun Gothic"/>
              </a:rPr>
              <a:t>완료</a:t>
            </a:r>
          </a:p>
        </p:txBody>
      </p:sp>
      <p:sp>
        <p:nvSpPr>
          <p:cNvPr id="35" name="recipe-bar">
            <a:extLst xmlns:a="http://schemas.openxmlformats.org/drawingml/2006/main">
              <a:ext uri="{FF2B5EF4-FFF2-40B4-BE49-F238E27FC236}">
                <a16:creationId xmlns:a16="http://schemas.microsoft.com/office/drawing/2014/main" id="{56F604C6-9171-44B8-BD33-D7756D0FE8EF}"/>
              </a:ext>
            </a:extLst>
          </p:cNvPr>
          <p:cNvSpPr>
            <a:spLocks xmlns:a="http://schemas.openxmlformats.org/drawingml/2006/main" noGrp="1"/>
          </p:cNvSpPr>
          <p:nvPr/>
        </p:nvSpPr>
        <p:spPr>
          <a:xfrm xmlns:a="http://schemas.openxmlformats.org/drawingml/2006/main">
            <a:off x="3286125" y="2933700"/>
            <a:ext cx="1381125"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레시피</a:t>
            </a:r>
          </a:p>
        </p:txBody>
      </p:sp>
      <p:sp>
        <p:nvSpPr>
          <p:cNvPr id="36" name="doez-bar">
            <a:extLst xmlns:a="http://schemas.openxmlformats.org/drawingml/2006/main">
              <a:ext uri="{FF2B5EF4-FFF2-40B4-BE49-F238E27FC236}">
                <a16:creationId xmlns:a16="http://schemas.microsoft.com/office/drawing/2014/main" id="{55918783-04D5-4FDC-A215-08529284E276}"/>
              </a:ext>
            </a:extLst>
          </p:cNvPr>
          <p:cNvSpPr>
            <a:spLocks xmlns:a="http://schemas.openxmlformats.org/drawingml/2006/main" noGrp="1"/>
          </p:cNvSpPr>
          <p:nvPr/>
        </p:nvSpPr>
        <p:spPr>
          <a:xfrm xmlns:a="http://schemas.openxmlformats.org/drawingml/2006/main">
            <a:off x="4667250" y="2933700"/>
            <a:ext cx="1047750"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DOE Z</a:t>
            </a:r>
          </a:p>
        </p:txBody>
      </p:sp>
      <p:sp>
        <p:nvSpPr>
          <p:cNvPr id="37" name="power-bar">
            <a:extLst xmlns:a="http://schemas.openxmlformats.org/drawingml/2006/main">
              <a:ext uri="{FF2B5EF4-FFF2-40B4-BE49-F238E27FC236}">
                <a16:creationId xmlns:a16="http://schemas.microsoft.com/office/drawing/2014/main" id="{B4D18514-1A52-4C43-83B9-E0049A4B50F9}"/>
              </a:ext>
            </a:extLst>
          </p:cNvPr>
          <p:cNvSpPr>
            <a:spLocks xmlns:a="http://schemas.openxmlformats.org/drawingml/2006/main" noGrp="1"/>
          </p:cNvSpPr>
          <p:nvPr/>
        </p:nvSpPr>
        <p:spPr>
          <a:xfrm xmlns:a="http://schemas.openxmlformats.org/drawingml/2006/main">
            <a:off x="5715000" y="2933700"/>
            <a:ext cx="1381125"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파워 등</a:t>
            </a:r>
          </a:p>
        </p:txBody>
      </p:sp>
      <p:sp>
        <p:nvSpPr>
          <p:cNvPr id="38" name="sw-ready-state">
            <a:extLst xmlns:a="http://schemas.openxmlformats.org/drawingml/2006/main">
              <a:ext uri="{FF2B5EF4-FFF2-40B4-BE49-F238E27FC236}">
                <a16:creationId xmlns:a16="http://schemas.microsoft.com/office/drawing/2014/main" id="{D34DCDDB-A175-4C29-BAD8-7A4D7EE00445}"/>
              </a:ext>
            </a:extLst>
          </p:cNvPr>
          <p:cNvSpPr>
            <a:spLocks xmlns:a="http://schemas.openxmlformats.org/drawingml/2006/main" noGrp="1"/>
          </p:cNvSpPr>
          <p:nvPr/>
        </p:nvSpPr>
        <p:spPr>
          <a:xfrm xmlns:a="http://schemas.openxmlformats.org/drawingml/2006/main">
            <a:off x="7191375" y="2905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667B2"/>
                </a:solidFill>
                <a:latin typeface="Malgun Gothic"/>
                <a:ea typeface="Malgun Gothic"/>
                <a:cs typeface="Malgun Gothic"/>
              </a:defRPr>
            </a:defPPr>
          </a:lstStyle>
          <a:p xmlns:a="http://schemas.openxmlformats.org/drawingml/2006/main">
            <a:pPr algn="l">
              <a:defRPr sz="1575" b="0">
                <a:solidFill>
                  <a:srgbClr val="1667B2"/>
                </a:solidFill>
                <a:latin typeface="Malgun Gothic"/>
                <a:ea typeface="Malgun Gothic"/>
                <a:cs typeface="Malgun Gothic"/>
              </a:defRPr>
            </a:pPr>
            <a:r>
              <a:rPr sz="1575" b="0">
                <a:solidFill>
                  <a:srgbClr val="1667B2"/>
                </a:solidFill>
                <a:latin typeface="Malgun Gothic"/>
                <a:ea typeface="Malgun Gothic"/>
                <a:cs typeface="Malgun Gothic"/>
              </a:rPr>
              <a:t>가공 SW 준비 완료 상태</a:t>
            </a:r>
          </a:p>
        </p:txBody>
      </p:sp>
      <p:sp>
        <p:nvSpPr>
          <p:cNvPr id="39" name="final-power-check">
            <a:extLst xmlns:a="http://schemas.openxmlformats.org/drawingml/2006/main">
              <a:ext uri="{FF2B5EF4-FFF2-40B4-BE49-F238E27FC236}">
                <a16:creationId xmlns:a16="http://schemas.microsoft.com/office/drawing/2014/main" id="{71401EBA-2C27-46F0-BC8E-9087BED894B7}"/>
              </a:ext>
            </a:extLst>
          </p:cNvPr>
          <p:cNvSpPr>
            <a:spLocks xmlns:a="http://schemas.openxmlformats.org/drawingml/2006/main" noGrp="1"/>
          </p:cNvSpPr>
          <p:nvPr/>
        </p:nvSpPr>
        <p:spPr>
          <a:xfrm xmlns:a="http://schemas.openxmlformats.org/drawingml/2006/main">
            <a:off x="12573000" y="2933700"/>
            <a:ext cx="1333500"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defRPr sz="1575">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직전 파워</a:t>
            </a:r>
          </a:p>
        </p:txBody>
      </p:sp>
      <p:sp>
        <p:nvSpPr>
          <p:cNvPr id="40" name="pin-bar">
            <a:extLst xmlns:a="http://schemas.openxmlformats.org/drawingml/2006/main">
              <a:ext uri="{FF2B5EF4-FFF2-40B4-BE49-F238E27FC236}">
                <a16:creationId xmlns:a16="http://schemas.microsoft.com/office/drawing/2014/main" id="{7BE2A2EC-3468-4116-8B5D-55BC1A107F1D}"/>
              </a:ext>
            </a:extLst>
          </p:cNvPr>
          <p:cNvSpPr>
            <a:spLocks xmlns:a="http://schemas.openxmlformats.org/drawingml/2006/main" noGrp="1"/>
          </p:cNvSpPr>
          <p:nvPr/>
        </p:nvSpPr>
        <p:spPr>
          <a:xfrm xmlns:a="http://schemas.openxmlformats.org/drawingml/2006/main">
            <a:off x="7096125" y="3543300"/>
            <a:ext cx="1905000"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핀 이동·확인</a:t>
            </a:r>
          </a:p>
        </p:txBody>
      </p:sp>
      <p:sp>
        <p:nvSpPr>
          <p:cNvPr id="41" name="pin-ready-state">
            <a:extLst xmlns:a="http://schemas.openxmlformats.org/drawingml/2006/main">
              <a:ext uri="{FF2B5EF4-FFF2-40B4-BE49-F238E27FC236}">
                <a16:creationId xmlns:a16="http://schemas.microsoft.com/office/drawing/2014/main" id="{66C85BB9-FB60-4C2B-8B20-67998E446B82}"/>
              </a:ext>
            </a:extLst>
          </p:cNvPr>
          <p:cNvSpPr>
            <a:spLocks xmlns:a="http://schemas.openxmlformats.org/drawingml/2006/main" noGrp="1"/>
          </p:cNvSpPr>
          <p:nvPr/>
        </p:nvSpPr>
        <p:spPr>
          <a:xfrm xmlns:a="http://schemas.openxmlformats.org/drawingml/2006/main">
            <a:off x="9115425" y="35433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97966"/>
                </a:solidFill>
                <a:latin typeface="Malgun Gothic"/>
                <a:ea typeface="Malgun Gothic"/>
                <a:cs typeface="Malgun Gothic"/>
              </a:defRPr>
            </a:defPPr>
          </a:lstStyle>
          <a:p xmlns:a="http://schemas.openxmlformats.org/drawingml/2006/main">
            <a:pPr algn="l">
              <a:defRPr sz="1575" b="0">
                <a:solidFill>
                  <a:srgbClr val="197966"/>
                </a:solidFill>
                <a:latin typeface="Malgun Gothic"/>
                <a:ea typeface="Malgun Gothic"/>
                <a:cs typeface="Malgun Gothic"/>
              </a:defRPr>
            </a:pPr>
            <a:r>
              <a:rPr sz="1575" b="0">
                <a:solidFill>
                  <a:srgbClr val="197966"/>
                </a:solidFill>
                <a:latin typeface="Malgun Gothic"/>
                <a:ea typeface="Malgun Gothic"/>
                <a:cs typeface="Malgun Gothic"/>
              </a:rPr>
              <a:t>Pin Ready</a:t>
            </a:r>
          </a:p>
        </p:txBody>
      </p:sp>
      <p:sp>
        <p:nvSpPr>
          <p:cNvPr id="42" name="vision-bar">
            <a:extLst xmlns:a="http://schemas.openxmlformats.org/drawingml/2006/main">
              <a:ext uri="{FF2B5EF4-FFF2-40B4-BE49-F238E27FC236}">
                <a16:creationId xmlns:a16="http://schemas.microsoft.com/office/drawing/2014/main" id="{C093A40C-D57E-4D28-845F-652D644F0626}"/>
              </a:ext>
            </a:extLst>
          </p:cNvPr>
          <p:cNvSpPr>
            <a:spLocks xmlns:a="http://schemas.openxmlformats.org/drawingml/2006/main" noGrp="1"/>
          </p:cNvSpPr>
          <p:nvPr/>
        </p:nvSpPr>
        <p:spPr>
          <a:xfrm xmlns:a="http://schemas.openxmlformats.org/drawingml/2006/main">
            <a:off x="7096125" y="4152900"/>
            <a:ext cx="2571750"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Recipe·조건 적용</a:t>
            </a:r>
          </a:p>
        </p:txBody>
      </p:sp>
      <p:sp>
        <p:nvSpPr>
          <p:cNvPr id="43" name="receive-bar">
            <a:extLst xmlns:a="http://schemas.openxmlformats.org/drawingml/2006/main">
              <a:ext uri="{FF2B5EF4-FFF2-40B4-BE49-F238E27FC236}">
                <a16:creationId xmlns:a16="http://schemas.microsoft.com/office/drawing/2014/main" id="{E9F954FF-25AE-4FF6-8C00-D5964668AA77}"/>
              </a:ext>
            </a:extLst>
          </p:cNvPr>
          <p:cNvSpPr>
            <a:spLocks xmlns:a="http://schemas.openxmlformats.org/drawingml/2006/main" noGrp="1"/>
          </p:cNvSpPr>
          <p:nvPr/>
        </p:nvSpPr>
        <p:spPr>
          <a:xfrm xmlns:a="http://schemas.openxmlformats.org/drawingml/2006/main">
            <a:off x="9001125" y="4762500"/>
            <a:ext cx="1143000"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500">
                <a:solidFill>
                  <a:srgbClr val="172F46"/>
                </a:solidFill>
                <a:latin typeface="Malgun Gothic"/>
                <a:ea typeface="Malgun Gothic"/>
                <a:cs typeface="Malgun Gothic"/>
              </a:defRPr>
            </a:defPPr>
          </a:lstStyle>
          <a:p xmlns:a="http://schemas.openxmlformats.org/drawingml/2006/main">
            <a:pPr algn="ctr">
              <a:defRPr sz="1500">
                <a:solidFill>
                  <a:srgbClr val="172F46"/>
                </a:solidFill>
                <a:latin typeface="Malgun Gothic"/>
                <a:ea typeface="Malgun Gothic"/>
                <a:cs typeface="Malgun Gothic"/>
              </a:defRPr>
            </a:pPr>
            <a:r>
              <a:rPr sz="1500">
                <a:solidFill>
                  <a:srgbClr val="172F46"/>
                </a:solidFill>
                <a:latin typeface="Malgun Gothic"/>
                <a:ea typeface="Malgun Gothic"/>
                <a:cs typeface="Malgun Gothic"/>
              </a:rPr>
              <a:t>수신·준비</a:t>
            </a:r>
          </a:p>
        </p:txBody>
      </p:sp>
      <p:sp>
        <p:nvSpPr>
          <p:cNvPr id="44" name="allcell-bar">
            <a:extLst xmlns:a="http://schemas.openxmlformats.org/drawingml/2006/main">
              <a:ext uri="{FF2B5EF4-FFF2-40B4-BE49-F238E27FC236}">
                <a16:creationId xmlns:a16="http://schemas.microsoft.com/office/drawing/2014/main" id="{D8C95AC0-BEB3-44CF-A7D0-C31676FDC19B}"/>
              </a:ext>
            </a:extLst>
          </p:cNvPr>
          <p:cNvSpPr>
            <a:spLocks xmlns:a="http://schemas.openxmlformats.org/drawingml/2006/main" noGrp="1"/>
          </p:cNvSpPr>
          <p:nvPr/>
        </p:nvSpPr>
        <p:spPr>
          <a:xfrm xmlns:a="http://schemas.openxmlformats.org/drawingml/2006/main">
            <a:off x="10144125" y="5372100"/>
            <a:ext cx="2190750"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전셀검사·결과 확인</a:t>
            </a:r>
          </a:p>
        </p:txBody>
      </p:sp>
      <p:sp>
        <p:nvSpPr>
          <p:cNvPr id="45" name="offset-bar">
            <a:extLst xmlns:a="http://schemas.openxmlformats.org/drawingml/2006/main">
              <a:ext uri="{FF2B5EF4-FFF2-40B4-BE49-F238E27FC236}">
                <a16:creationId xmlns:a16="http://schemas.microsoft.com/office/drawing/2014/main" id="{A6E5D2FF-9438-4946-A2F9-50E36B5A9660}"/>
              </a:ext>
            </a:extLst>
          </p:cNvPr>
          <p:cNvSpPr>
            <a:spLocks xmlns:a="http://schemas.openxmlformats.org/drawingml/2006/main" noGrp="1"/>
          </p:cNvSpPr>
          <p:nvPr/>
        </p:nvSpPr>
        <p:spPr>
          <a:xfrm xmlns:a="http://schemas.openxmlformats.org/drawingml/2006/main">
            <a:off x="12334875" y="5981700"/>
            <a:ext cx="1571625"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보정 확정</a:t>
            </a:r>
          </a:p>
        </p:txBody>
      </p:sp>
      <p:sp>
        <p:nvSpPr>
          <p:cNvPr id="46" name="receive-test-gate">
            <a:extLst xmlns:a="http://schemas.openxmlformats.org/drawingml/2006/main">
              <a:ext uri="{FF2B5EF4-FFF2-40B4-BE49-F238E27FC236}">
                <a16:creationId xmlns:a16="http://schemas.microsoft.com/office/drawing/2014/main" id="{A441382A-97F8-4044-BF93-93A8B3183BCF}"/>
              </a:ext>
            </a:extLst>
          </p:cNvPr>
          <p:cNvSpPr>
            <a:spLocks xmlns:a="http://schemas.openxmlformats.org/drawingml/2006/main" noGrp="1"/>
          </p:cNvSpPr>
          <p:nvPr/>
        </p:nvSpPr>
        <p:spPr>
          <a:xfrm xmlns:a="http://schemas.openxmlformats.org/drawingml/2006/main">
            <a:off x="10287000" y="4714875"/>
            <a:ext cx="3905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97966"/>
                </a:solidFill>
                <a:latin typeface="Malgun Gothic"/>
                <a:ea typeface="Malgun Gothic"/>
                <a:cs typeface="Malgun Gothic"/>
              </a:defRPr>
            </a:defPPr>
          </a:lstStyle>
          <a:p xmlns:a="http://schemas.openxmlformats.org/drawingml/2006/main">
            <a:pPr algn="l">
              <a:defRPr sz="1575" b="0">
                <a:solidFill>
                  <a:srgbClr val="197966"/>
                </a:solidFill>
                <a:latin typeface="Malgun Gothic"/>
                <a:ea typeface="Malgun Gothic"/>
                <a:cs typeface="Malgun Gothic"/>
              </a:defRPr>
            </a:pPr>
            <a:r>
              <a:rPr sz="1575" b="0">
                <a:solidFill>
                  <a:srgbClr val="197966"/>
                </a:solidFill>
                <a:latin typeface="Malgun Gothic"/>
                <a:ea typeface="Malgun Gothic"/>
                <a:cs typeface="Malgun Gothic"/>
              </a:rPr>
              <a:t>핀 Ready 후 수신</a:t>
            </a:r>
          </a:p>
          <a:p xmlns:a="http://schemas.openxmlformats.org/drawingml/2006/main">
            <a:pPr algn="l">
              <a:defRPr sz="1575" b="0">
                <a:solidFill>
                  <a:srgbClr val="197966"/>
                </a:solidFill>
                <a:latin typeface="Malgun Gothic"/>
                <a:ea typeface="Malgun Gothic"/>
                <a:cs typeface="Malgun Gothic"/>
              </a:defRPr>
            </a:pPr>
            <a:r>
              <a:rPr sz="1575" b="0">
                <a:solidFill>
                  <a:srgbClr val="197966"/>
                </a:solidFill>
                <a:latin typeface="Malgun Gothic"/>
                <a:ea typeface="Malgun Gothic"/>
                <a:cs typeface="Malgun Gothic"/>
              </a:rPr>
              <a:t>비전 Ready 후 검사</a:t>
            </a:r>
          </a:p>
        </p:txBody>
      </p:sp>
      <p:sp>
        <p:nvSpPr>
          <p:cNvPr id="47" name="timing-scale">
            <a:extLst xmlns:a="http://schemas.openxmlformats.org/drawingml/2006/main">
              <a:ext uri="{FF2B5EF4-FFF2-40B4-BE49-F238E27FC236}">
                <a16:creationId xmlns:a16="http://schemas.microsoft.com/office/drawing/2014/main" id="{B8C0E09D-CCB1-42CA-B8A2-CC468C6F8E3E}"/>
              </a:ext>
            </a:extLst>
          </p:cNvPr>
          <p:cNvSpPr>
            <a:spLocks xmlns:a="http://schemas.openxmlformats.org/drawingml/2006/main" noGrp="1"/>
          </p:cNvSpPr>
          <p:nvPr/>
        </p:nvSpPr>
        <p:spPr>
          <a:xfrm xmlns:a="http://schemas.openxmlformats.org/drawingml/2006/main">
            <a:off x="571500" y="6543675"/>
            <a:ext cx="1409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가로 길이는 동작 순서 표시용이며 실제 소요시간 비율이 아님</a:t>
            </a:r>
          </a:p>
        </p:txBody>
      </p:sp>
      <p:sp>
        <p:nvSpPr>
          <p:cNvPr id="48" name="time-goal">
            <a:extLst xmlns:a="http://schemas.openxmlformats.org/drawingml/2006/main">
              <a:ext uri="{FF2B5EF4-FFF2-40B4-BE49-F238E27FC236}">
                <a16:creationId xmlns:a16="http://schemas.microsoft.com/office/drawing/2014/main" id="{8DE685B3-5850-463A-8E23-EB339A97F69C}"/>
              </a:ext>
            </a:extLst>
          </p:cNvPr>
          <p:cNvSpPr>
            <a:spLocks xmlns:a="http://schemas.openxmlformats.org/drawingml/2006/main" noGrp="1"/>
          </p:cNvSpPr>
          <p:nvPr/>
        </p:nvSpPr>
        <p:spPr>
          <a:xfrm xmlns:a="http://schemas.openxmlformats.org/drawingml/2006/main">
            <a:off x="571500" y="6896100"/>
            <a:ext cx="1409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전환 목표: 최대 3분 이내    보호윈도우 미교체: 1~2분    사용자 미팅 정리 기준의 설계 목표</a:t>
            </a:r>
          </a:p>
        </p:txBody>
      </p:sp>
      <p:sp>
        <p:nvSpPr>
          <p:cNvPr id="49" name="time-scope">
            <a:extLst xmlns:a="http://schemas.openxmlformats.org/drawingml/2006/main">
              <a:ext uri="{FF2B5EF4-FFF2-40B4-BE49-F238E27FC236}">
                <a16:creationId xmlns:a16="http://schemas.microsoft.com/office/drawing/2014/main" id="{EA48FE23-14B9-4018-BACD-BC7A22623C11}"/>
              </a:ext>
            </a:extLst>
          </p:cNvPr>
          <p:cNvSpPr>
            <a:spLocks xmlns:a="http://schemas.openxmlformats.org/drawingml/2006/main" noGrp="1"/>
          </p:cNvSpPr>
          <p:nvPr/>
        </p:nvSpPr>
        <p:spPr>
          <a:xfrm xmlns:a="http://schemas.openxmlformats.org/drawingml/2006/main">
            <a:off x="571500" y="725805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9B611B"/>
                </a:solidFill>
                <a:latin typeface="Malgun Gothic"/>
                <a:ea typeface="Malgun Gothic"/>
                <a:cs typeface="Malgun Gothic"/>
              </a:defRPr>
            </a:defPPr>
          </a:lstStyle>
          <a:p xmlns:a="http://schemas.openxmlformats.org/drawingml/2006/main">
            <a:pPr algn="l">
              <a:defRPr sz="1575" b="0">
                <a:solidFill>
                  <a:srgbClr val="9B611B"/>
                </a:solidFill>
                <a:latin typeface="Malgun Gothic"/>
                <a:ea typeface="Malgun Gothic"/>
                <a:cs typeface="Malgun Gothic"/>
              </a:defRPr>
            </a:pPr>
            <a:r>
              <a:rPr sz="1575" b="0">
                <a:solidFill>
                  <a:srgbClr val="9B611B"/>
                </a:solidFill>
                <a:latin typeface="Malgun Gothic"/>
                <a:ea typeface="Malgun Gothic"/>
                <a:cs typeface="Malgun Gothic"/>
              </a:rPr>
              <a:t>시간 측정의 시작점, 기존 Job 처리 대기와 검사 대상 기판 대기·전셀검사 포함 범위는 협의 후 실측</a:t>
            </a:r>
          </a:p>
        </p:txBody>
      </p:sp>
      <p:sp>
        <p:nvSpPr>
          <p:cNvPr id="50" name="final-gate">
            <a:extLst xmlns:a="http://schemas.openxmlformats.org/drawingml/2006/main">
              <a:ext uri="{FF2B5EF4-FFF2-40B4-BE49-F238E27FC236}">
                <a16:creationId xmlns:a16="http://schemas.microsoft.com/office/drawing/2014/main" id="{AECA40EF-3A4C-4222-B8E2-FCA8A6F004C7}"/>
              </a:ext>
            </a:extLst>
          </p:cNvPr>
          <p:cNvSpPr>
            <a:spLocks xmlns:a="http://schemas.openxmlformats.org/drawingml/2006/main" noGrp="1"/>
          </p:cNvSpPr>
          <p:nvPr/>
        </p:nvSpPr>
        <p:spPr>
          <a:xfrm xmlns:a="http://schemas.openxmlformats.org/drawingml/2006/main">
            <a:off x="571500" y="7667625"/>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97966"/>
                </a:solidFill>
                <a:latin typeface="Malgun Gothic"/>
                <a:ea typeface="Malgun Gothic"/>
                <a:cs typeface="Malgun Gothic"/>
              </a:defRPr>
            </a:defPPr>
          </a:lstStyle>
          <a:p xmlns:a="http://schemas.openxmlformats.org/drawingml/2006/main">
            <a:pPr algn="l">
              <a:defRPr sz="1725" b="1">
                <a:solidFill>
                  <a:srgbClr val="197966"/>
                </a:solidFill>
                <a:latin typeface="Malgun Gothic"/>
                <a:ea typeface="Malgun Gothic"/>
                <a:cs typeface="Malgun Gothic"/>
              </a:defRPr>
            </a:pPr>
            <a:r>
              <a:rPr sz="1725" b="1">
                <a:solidFill>
                  <a:srgbClr val="197966"/>
                </a:solidFill>
                <a:latin typeface="Malgun Gothic"/>
                <a:ea typeface="Malgun Gothic"/>
                <a:cs typeface="Malgun Gothic"/>
              </a:rPr>
              <a:t>최종 완료 조건: 직전 파워·광학 정상 + 핀 Ready + 비전 새 조건 + 전셀검사 정상 + 테이블/좌표 버전 일치</a:t>
            </a:r>
          </a:p>
        </p:txBody>
      </p:sp>
      <p:sp>
        <p:nvSpPr>
          <p:cNvPr id="51" name="pending-items">
            <a:extLst xmlns:a="http://schemas.openxmlformats.org/drawingml/2006/main">
              <a:ext uri="{FF2B5EF4-FFF2-40B4-BE49-F238E27FC236}">
                <a16:creationId xmlns:a16="http://schemas.microsoft.com/office/drawing/2014/main" id="{D2B72F45-C668-4A7C-8A76-AD14AAF83455}"/>
              </a:ext>
            </a:extLst>
          </p:cNvPr>
          <p:cNvSpPr>
            <a:spLocks xmlns:a="http://schemas.openxmlformats.org/drawingml/2006/main" noGrp="1"/>
          </p:cNvSpPr>
          <p:nvPr/>
        </p:nvSpPr>
        <p:spPr>
          <a:xfrm xmlns:a="http://schemas.openxmlformats.org/drawingml/2006/main">
            <a:off x="571500" y="8077200"/>
            <a:ext cx="1304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협의: 실제 통신 경로·검사 대상/측정점·임계값·Timeout·재시도/복구·최종 완료 신호</a:t>
            </a:r>
          </a:p>
        </p:txBody>
      </p:sp>
    </p:spTree>
    <p:extLst>
      <p:ext uri="{BB962C8B-B14F-4D97-AF65-F5344CB8AC3E}">
        <p14:creationId xmlns:p14="http://schemas.microsoft.com/office/powerpoint/2010/main" val="569796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2026-10-12T04:26:51.0540000Z</dcterms:created>
  <dcterms:modified xsi:type="dcterms:W3CDTF">2026-10-12T04:26:51.0540000Z</dcterms:modified>
</coreProperties>
</file>