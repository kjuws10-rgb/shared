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6552fa22b470e" /><Relationship Type="http://schemas.openxmlformats.org/officeDocument/2006/relationships/extended-properties" Target="/docProps/app.xml" Id="R933f75f7ef354614" /><Relationship Type="http://schemas.openxmlformats.org/officeDocument/2006/relationships/officeDocument" Target="/ppt/presentation.xml" Id="R320e554d5fcd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da4c91f794d53"/>
  </p:sldMasterIdLst>
  <p:notesMasterIdLst>
    <p:notesMasterId xmlns:r="http://schemas.openxmlformats.org/officeDocument/2006/relationships" r:id="R3010ad8ce4ef481b"/>
  </p:notesMasterIdLst>
  <p:sldIdLst>
    <p:sldId xmlns:r="http://schemas.openxmlformats.org/officeDocument/2006/relationships" id="256" r:id="Ra9272b4e126a42d0"/>
    <p:sldId xmlns:r="http://schemas.openxmlformats.org/officeDocument/2006/relationships" id="257" r:id="Rbcf487b22f4e4d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6df096a398415e" /><Relationship Type="http://schemas.openxmlformats.org/officeDocument/2006/relationships/slideMaster" Target="/ppt/slideMasters/slideMaster1.xml" Id="Rc95da4c91f794d53" /><Relationship Type="http://schemas.openxmlformats.org/officeDocument/2006/relationships/notesMaster" Target="/ppt/notesMasters/notesMaster1.xml" Id="R3010ad8ce4ef481b" /><Relationship Type="http://schemas.openxmlformats.org/officeDocument/2006/relationships/presProps" Target="/ppt/presProps.xml" Id="R93446bcd02a542f9" /><Relationship Type="http://schemas.openxmlformats.org/officeDocument/2006/relationships/tableStyles" Target="/ppt/tableStyles.xml" Id="R32bbbc915ea545d0" /><Relationship Type="http://schemas.openxmlformats.org/officeDocument/2006/relationships/slide" Target="/ppt/slides/slide1.xml" Id="Ra9272b4e126a42d0" /><Relationship Type="http://schemas.openxmlformats.org/officeDocument/2006/relationships/slide" Target="/ppt/slides/slide2.xml" Id="Rbcf487b22f4e4d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1a3b06393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e80be576b4193" /><Relationship Type="http://schemas.openxmlformats.org/officeDocument/2006/relationships/notesMaster" Target="/ppt/notesMasters/notesMaster1.xml" Id="R6b55434207e547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665a06bac74baa" /><Relationship Type="http://schemas.openxmlformats.org/officeDocument/2006/relationships/notesMaster" Target="/ppt/notesMasters/notesMaster1.xml" Id="R4c5aaa18f8b5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요청: 한 Cell에 Scanner 하나씩 관여하는 그림. 설명용 8열×5행=40Cell, CellPitchX110mm, Y200mm. 원본 test0929는9열×5행45Cell/PitchX100mm이며본예시로바꾼장비Recipe라는의미는아니다. Model1회전0의모든Shot소유권을계산해각Cell담당Head가정확히1개임을확인했다. 대표점은 H01=C1,H02=C10,H03=C19,H04=C28,H05=C5,H06=C14,H07=C23,H08=C32. 한Cell에다른Head점이중복되지않는다. 도식은Cell행열과Head를정확히표시하되거리축척과Cell내부위치는생략한다. 선택4점프리셋에서한Glass최대4점이며상한2/4의순차계획은각각4/2Glass이다. H01/H05,H02/H06,H03/H07,H04/H08이각각동일Y이므로8점전체는동시충돌로1Glass에취득할수없다. 8점운영은좌표변경후전조건재검증이필요하다. 녹색은계획취득이며영상PASS가아니다. 실제제공설정H01만ON/AutoInspectionOFF,원본소스commit6b19d7aaf0de81271468ab7dac0fa15493172f38. 동봉Customer_OneHeadCell_evidence.json의가정과좌표사용.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설명용40Cell/Cell당1Head. H01(19.549999999999997,16.175) 및 H02(129.55,216.17499999999998)mm. ΔX=110.00000000000001mm,ΔY=199.99999999999997mm. 도착간격ΔY/Y100=2s. X200mm/s,a=d1000mm/s²:가속0.2s/20mm+등속70/200=.35s+감속0.2s/20mm=0.75s. 필요준비0.75+.05정착+.02Guard+.00005지연+.00001노출+.00001양쪽Jitter=.82007s. 여유2−.82007=1.17993s. 필요Y간격100×.82007=82.007mm. 개별Camera최소주기1/23=.043478s. 가공구간12.232s/Tact100.504875s는명목기하와기타60s가정이다. StageStroke3960mm/Review1025mm는Limit와StopperGap을포함하지않는다. Blur100mm/s×10us=1um은objectpixel3.45/20=.1725um의약5.8px로임시허용이다. 1px허용시현재Camera최소노출10us와30/150초예산을모두충족하지못한다. 실제홀/전극검출품질과장비원점/거리/가감속/정착을검증해야한다. GlobalShutter위치Trigger,홀수거리1467/짝수1847mm설계가정. 해당점가공후Review이며Offset/APC자동보정없음.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fb64d469446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cbfa970124e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deb174d4a46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96d31a93f46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c2023b56b4f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bae00b191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3F58656-C6F8-4690-BDD4-0CB36B2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231C2B-005B-4A52-9AA1-078271575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3A6FCE3-812D-49C1-983A-D8EFB43833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C0961E-7EC6-461D-BFAC-F35DB66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8B3701-6879-4FBE-B884-99C33E68D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F1282D9-E410-4EBE-A33C-7F3D0164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8290D6-44A6-4972-BF89-7EFD6F288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B82A15-A85B-4F5E-9E5F-C6486F4F7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0F383C-D411-4498-B896-46D8B6CF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37EB22-85A6-4F56-BFF7-1A58F4582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E45348-BCA1-4E4F-B1A4-F7792884B0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6AA251-B97E-42E9-8A99-D0CD9D5F45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C5CC6F-3BDF-41D6-AB29-63319A4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3633FD-23B9-4152-8A9D-1080EAB5D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174278-2DD2-4CF7-8EE7-E1C1B860D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4a33c661e474d" /><Relationship Type="http://schemas.openxmlformats.org/officeDocument/2006/relationships/slideLayout" Target="/ppt/slideLayouts/slideLayout1.xml" Id="R72c3eb6161404cd4" /><Relationship Type="http://schemas.openxmlformats.org/officeDocument/2006/relationships/slideLayout" Target="/ppt/slideLayouts/slideLayout2.xml" Id="Rf81c4989b0ac46d3" /><Relationship Type="http://schemas.openxmlformats.org/officeDocument/2006/relationships/slideLayout" Target="/ppt/slideLayouts/slideLayout3.xml" Id="R912772449c4149e7" /><Relationship Type="http://schemas.openxmlformats.org/officeDocument/2006/relationships/slideLayout" Target="/ppt/slideLayouts/slideLayout4.xml" Id="R820a70f775c9417b" /><Relationship Type="http://schemas.openxmlformats.org/officeDocument/2006/relationships/slideLayout" Target="/ppt/slideLayouts/slideLayout5.xml" Id="R6562179a8d854b8d" /><Relationship Type="http://schemas.openxmlformats.org/officeDocument/2006/relationships/slideLayout" Target="/ppt/slideLayouts/slideLayout6.xml" Id="Rf6130945a8a744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c3eb6161404cd4"/>
    <p:sldLayoutId xmlns:r="http://schemas.openxmlformats.org/officeDocument/2006/relationships" id="2147483650" r:id="Rf81c4989b0ac46d3"/>
    <p:sldLayoutId xmlns:r="http://schemas.openxmlformats.org/officeDocument/2006/relationships" id="2147483651" r:id="R912772449c4149e7"/>
    <p:sldLayoutId xmlns:r="http://schemas.openxmlformats.org/officeDocument/2006/relationships" id="2147483652" r:id="R820a70f775c9417b"/>
    <p:sldLayoutId xmlns:r="http://schemas.openxmlformats.org/officeDocument/2006/relationships" id="2147483653" r:id="R6562179a8d854b8d"/>
    <p:sldLayoutId xmlns:r="http://schemas.openxmlformats.org/officeDocument/2006/relationships" id="2147483654" r:id="Rf6130945a8a7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ec7d66e554699" /><Relationship Type="http://schemas.openxmlformats.org/officeDocument/2006/relationships/notesSlide" Target="/ppt/notesSlides/notesSlide1.xml" Id="R51a50f8b636547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6cceac50645c4" /><Relationship Type="http://schemas.openxmlformats.org/officeDocument/2006/relationships/chart" Target="/ppt/slides/charts/chart1.xml" Id="Re3e6696ae0824ef0" /><Relationship Type="http://schemas.openxmlformats.org/officeDocument/2006/relationships/notesSlide" Target="/ppt/notesSlides/notesSlide2.xml" Id="Rf971671e06034c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시간 (ms)</c:v>
          </c:tx>
          <c:spPr>
            <a:solidFill xmlns:a="http://schemas.openxmlformats.org/drawingml/2006/main">
              <a:srgbClr val="087F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7A8B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다음 점 도착까지</c:v>
                </c:pt>
                <c:pt idx="1">
                  <c:v>X 준비에 필요한 시간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2000</c:v>
                </c:pt>
                <c:pt idx="1">
                  <c:v>820.07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3449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24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BE5EA"/>
              </a:solidFill>
            </a:ln>
          </c:spPr>
        </c:majorGridlines>
        <c:numFmt formatCode="0&quot; m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6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itle-1">
            <a:extLst xmlns:a="http://schemas.openxmlformats.org/drawingml/2006/main">
              <a:ext uri="{FF2B5EF4-FFF2-40B4-BE49-F238E27FC236}">
                <a16:creationId xmlns:a16="http://schemas.microsoft.com/office/drawing/2014/main" id="{9E9E4C17-015F-4978-AE42-DE243E1B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0선 방어 Flying Review 운영</a:t>
            </a:r>
          </a:p>
        </p:txBody>
      </p:sp>
      <p:sp>
        <p:nvSpPr>
          <p:cNvPr id="2" name="motion-concept">
            <a:extLst xmlns:a="http://schemas.openxmlformats.org/drawingml/2006/main">
              <a:ext uri="{FF2B5EF4-FFF2-40B4-BE49-F238E27FC236}">
                <a16:creationId xmlns:a16="http://schemas.microsoft.com/office/drawing/2014/main" id="{E18A73BA-404A-46E1-9CC7-2392E9ED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기판은 Y로 통과하고, Camera는 고정된 Y에서 X만 이동해 Head당 1점 취득</a:t>
            </a:r>
          </a:p>
        </p:txBody>
      </p:sp>
      <p:sp>
        <p:nvSpPr>
          <p:cNvPr id="3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1313CFBF-5FA7-46DE-ABF7-A694E0F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Cell당 Scanner 1개</a:t>
            </a:r>
          </a:p>
        </p:txBody>
      </p:sp>
      <p:sp>
        <p:nvSpPr>
          <p:cNvPr id="4" name="column-0">
            <a:extLst xmlns:a="http://schemas.openxmlformats.org/drawingml/2006/main">
              <a:ext uri="{FF2B5EF4-FFF2-40B4-BE49-F238E27FC236}">
                <a16:creationId xmlns:a16="http://schemas.microsoft.com/office/drawing/2014/main" id="{4E2C42D9-4075-4275-987D-89C749D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H01</a:t>
            </a:r>
          </a:p>
        </p:txBody>
      </p:sp>
      <p:sp>
        <p:nvSpPr>
          <p:cNvPr id="5" name="column-1">
            <a:extLst xmlns:a="http://schemas.openxmlformats.org/drawingml/2006/main">
              <a:ext uri="{FF2B5EF4-FFF2-40B4-BE49-F238E27FC236}">
                <a16:creationId xmlns:a16="http://schemas.microsoft.com/office/drawing/2014/main" id="{943D28B9-ED64-4AB0-8BAC-E5CBFAC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H02</a:t>
            </a:r>
          </a:p>
        </p:txBody>
      </p:sp>
      <p:sp>
        <p:nvSpPr>
          <p:cNvPr id="6" name="column-2">
            <a:extLst xmlns:a="http://schemas.openxmlformats.org/drawingml/2006/main">
              <a:ext uri="{FF2B5EF4-FFF2-40B4-BE49-F238E27FC236}">
                <a16:creationId xmlns:a16="http://schemas.microsoft.com/office/drawing/2014/main" id="{CB0BD61C-BF95-404F-AFB7-E0D33038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H03</a:t>
            </a:r>
          </a:p>
        </p:txBody>
      </p:sp>
      <p:sp>
        <p:nvSpPr>
          <p:cNvPr id="7" name="column-3">
            <a:extLst xmlns:a="http://schemas.openxmlformats.org/drawingml/2006/main">
              <a:ext uri="{FF2B5EF4-FFF2-40B4-BE49-F238E27FC236}">
                <a16:creationId xmlns:a16="http://schemas.microsoft.com/office/drawing/2014/main" id="{D5AC8A95-5E7B-4204-B6DF-060BE1E5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H04</a:t>
            </a:r>
          </a:p>
        </p:txBody>
      </p:sp>
      <p:sp>
        <p:nvSpPr>
          <p:cNvPr id="8" name="column-4">
            <a:extLst xmlns:a="http://schemas.openxmlformats.org/drawingml/2006/main">
              <a:ext uri="{FF2B5EF4-FFF2-40B4-BE49-F238E27FC236}">
                <a16:creationId xmlns:a16="http://schemas.microsoft.com/office/drawing/2014/main" id="{A0004AA2-8DB7-4AAD-9B03-4FAE973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H05</a:t>
            </a:r>
          </a:p>
        </p:txBody>
      </p:sp>
      <p:sp>
        <p:nvSpPr>
          <p:cNvPr id="9" name="column-5">
            <a:extLst xmlns:a="http://schemas.openxmlformats.org/drawingml/2006/main">
              <a:ext uri="{FF2B5EF4-FFF2-40B4-BE49-F238E27FC236}">
                <a16:creationId xmlns:a16="http://schemas.microsoft.com/office/drawing/2014/main" id="{4DBAA909-6B68-4839-88E1-23E31F28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H06</a:t>
            </a:r>
          </a:p>
        </p:txBody>
      </p:sp>
      <p:sp>
        <p:nvSpPr>
          <p:cNvPr id="10" name="column-6">
            <a:extLst xmlns:a="http://schemas.openxmlformats.org/drawingml/2006/main">
              <a:ext uri="{FF2B5EF4-FFF2-40B4-BE49-F238E27FC236}">
                <a16:creationId xmlns:a16="http://schemas.microsoft.com/office/drawing/2014/main" id="{F61D4492-3C90-4C80-80CA-F53F1E1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H07</a:t>
            </a:r>
          </a:p>
        </p:txBody>
      </p:sp>
      <p:sp>
        <p:nvSpPr>
          <p:cNvPr id="11" name="column-7">
            <a:extLst xmlns:a="http://schemas.openxmlformats.org/drawingml/2006/main">
              <a:ext uri="{FF2B5EF4-FFF2-40B4-BE49-F238E27FC236}">
                <a16:creationId xmlns:a16="http://schemas.microsoft.com/office/drawing/2014/main" id="{C2169644-A41F-44F1-9BF8-033E9EE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H08</a:t>
            </a:r>
          </a:p>
        </p:txBody>
      </p:sp>
      <p:sp>
        <p:nvSpPr>
          <p:cNvPr id="12" name="row-0">
            <a:extLst xmlns:a="http://schemas.openxmlformats.org/drawingml/2006/main">
              <a:ext uri="{FF2B5EF4-FFF2-40B4-BE49-F238E27FC236}">
                <a16:creationId xmlns:a16="http://schemas.microsoft.com/office/drawing/2014/main" id="{BD9BA09C-E583-4E49-AFEC-EF3619A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row-1">
            <a:extLst xmlns:a="http://schemas.openxmlformats.org/drawingml/2006/main">
              <a:ext uri="{FF2B5EF4-FFF2-40B4-BE49-F238E27FC236}">
                <a16:creationId xmlns:a16="http://schemas.microsoft.com/office/drawing/2014/main" id="{ACAC15C6-F645-4303-B537-7A4FCE89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EC5DBD06-0FDB-49D2-BE43-95AAC977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row-3">
            <a:extLst xmlns:a="http://schemas.openxmlformats.org/drawingml/2006/main">
              <a:ext uri="{FF2B5EF4-FFF2-40B4-BE49-F238E27FC236}">
                <a16:creationId xmlns:a16="http://schemas.microsoft.com/office/drawing/2014/main" id="{70503A50-68D9-4D2A-8064-1AA0A5E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6" name="row-4">
            <a:extLst xmlns:a="http://schemas.openxmlformats.org/drawingml/2006/main">
              <a:ext uri="{FF2B5EF4-FFF2-40B4-BE49-F238E27FC236}">
                <a16:creationId xmlns:a16="http://schemas.microsoft.com/office/drawing/2014/main" id="{6C7633D6-ED13-4CDE-BA2E-B92614C5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067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Cell-1">
            <a:extLst xmlns:a="http://schemas.openxmlformats.org/drawingml/2006/main">
              <a:ext uri="{FF2B5EF4-FFF2-40B4-BE49-F238E27FC236}">
                <a16:creationId xmlns:a16="http://schemas.microsoft.com/office/drawing/2014/main" id="{9609C8B1-F76B-4CF7-98D8-E7EC32B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18" name="Point-H01-Cell-1">
            <a:extLst xmlns:a="http://schemas.openxmlformats.org/drawingml/2006/main">
              <a:ext uri="{FF2B5EF4-FFF2-40B4-BE49-F238E27FC236}">
                <a16:creationId xmlns:a16="http://schemas.microsoft.com/office/drawing/2014/main" id="{7FDFD899-586D-4E76-9DA2-0316A5D3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9" name="Cell-2">
            <a:extLst xmlns:a="http://schemas.openxmlformats.org/drawingml/2006/main">
              <a:ext uri="{FF2B5EF4-FFF2-40B4-BE49-F238E27FC236}">
                <a16:creationId xmlns:a16="http://schemas.microsoft.com/office/drawing/2014/main" id="{CCD9B2AA-463D-466D-AE62-5EECCE3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0" name="Cell-3">
            <a:extLst xmlns:a="http://schemas.openxmlformats.org/drawingml/2006/main">
              <a:ext uri="{FF2B5EF4-FFF2-40B4-BE49-F238E27FC236}">
                <a16:creationId xmlns:a16="http://schemas.microsoft.com/office/drawing/2014/main" id="{C687A8F1-9A83-4E31-924A-7B6BF45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1" name="Cell-4">
            <a:extLst xmlns:a="http://schemas.openxmlformats.org/drawingml/2006/main">
              <a:ext uri="{FF2B5EF4-FFF2-40B4-BE49-F238E27FC236}">
                <a16:creationId xmlns:a16="http://schemas.microsoft.com/office/drawing/2014/main" id="{8636BB58-0395-4349-95A1-C255E502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2" name="Cell-5">
            <a:extLst xmlns:a="http://schemas.openxmlformats.org/drawingml/2006/main">
              <a:ext uri="{FF2B5EF4-FFF2-40B4-BE49-F238E27FC236}">
                <a16:creationId xmlns:a16="http://schemas.microsoft.com/office/drawing/2014/main" id="{295844C1-559D-45E8-850A-EE412AE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23" name="Point-H05-Cell-5">
            <a:extLst xmlns:a="http://schemas.openxmlformats.org/drawingml/2006/main">
              <a:ext uri="{FF2B5EF4-FFF2-40B4-BE49-F238E27FC236}">
                <a16:creationId xmlns:a16="http://schemas.microsoft.com/office/drawing/2014/main" id="{63EE932E-F3D6-4E37-B20C-98F4CEE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4" name="Cell-6">
            <a:extLst xmlns:a="http://schemas.openxmlformats.org/drawingml/2006/main">
              <a:ext uri="{FF2B5EF4-FFF2-40B4-BE49-F238E27FC236}">
                <a16:creationId xmlns:a16="http://schemas.microsoft.com/office/drawing/2014/main" id="{CD442F2B-F628-4FDE-9C82-87F8108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5" name="Cell-7">
            <a:extLst xmlns:a="http://schemas.openxmlformats.org/drawingml/2006/main">
              <a:ext uri="{FF2B5EF4-FFF2-40B4-BE49-F238E27FC236}">
                <a16:creationId xmlns:a16="http://schemas.microsoft.com/office/drawing/2014/main" id="{11A2AB99-4C2A-44C5-8720-608E417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6" name="Cell-8">
            <a:extLst xmlns:a="http://schemas.openxmlformats.org/drawingml/2006/main">
              <a:ext uri="{FF2B5EF4-FFF2-40B4-BE49-F238E27FC236}">
                <a16:creationId xmlns:a16="http://schemas.microsoft.com/office/drawing/2014/main" id="{2C953563-E27D-41D2-A8DB-4CD1BE8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52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7" name="Cell-9">
            <a:extLst xmlns:a="http://schemas.openxmlformats.org/drawingml/2006/main">
              <a:ext uri="{FF2B5EF4-FFF2-40B4-BE49-F238E27FC236}">
                <a16:creationId xmlns:a16="http://schemas.microsoft.com/office/drawing/2014/main" id="{126FB60D-63A1-4F82-BC91-0E958AE5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8" name="Cell-10">
            <a:extLst xmlns:a="http://schemas.openxmlformats.org/drawingml/2006/main">
              <a:ext uri="{FF2B5EF4-FFF2-40B4-BE49-F238E27FC236}">
                <a16:creationId xmlns:a16="http://schemas.microsoft.com/office/drawing/2014/main" id="{A1231CB9-FEA6-4B27-A360-9D3EA3D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29" name="Point-H02-Cell-10">
            <a:extLst xmlns:a="http://schemas.openxmlformats.org/drawingml/2006/main">
              <a:ext uri="{FF2B5EF4-FFF2-40B4-BE49-F238E27FC236}">
                <a16:creationId xmlns:a16="http://schemas.microsoft.com/office/drawing/2014/main" id="{D8A66E19-D949-45CE-90F0-0CA3FD7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0" name="Cell-11">
            <a:extLst xmlns:a="http://schemas.openxmlformats.org/drawingml/2006/main">
              <a:ext uri="{FF2B5EF4-FFF2-40B4-BE49-F238E27FC236}">
                <a16:creationId xmlns:a16="http://schemas.microsoft.com/office/drawing/2014/main" id="{09D0043E-9C37-4033-9CBF-B3552DD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1" name="Cell-12">
            <a:extLst xmlns:a="http://schemas.openxmlformats.org/drawingml/2006/main">
              <a:ext uri="{FF2B5EF4-FFF2-40B4-BE49-F238E27FC236}">
                <a16:creationId xmlns:a16="http://schemas.microsoft.com/office/drawing/2014/main" id="{CA8D985B-EEEF-45E6-8451-D2E97B74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2" name="Cell-13">
            <a:extLst xmlns:a="http://schemas.openxmlformats.org/drawingml/2006/main">
              <a:ext uri="{FF2B5EF4-FFF2-40B4-BE49-F238E27FC236}">
                <a16:creationId xmlns:a16="http://schemas.microsoft.com/office/drawing/2014/main" id="{47B0FBF0-A59A-4C39-AF9F-ED52947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3" name="Cell-14">
            <a:extLst xmlns:a="http://schemas.openxmlformats.org/drawingml/2006/main">
              <a:ext uri="{FF2B5EF4-FFF2-40B4-BE49-F238E27FC236}">
                <a16:creationId xmlns:a16="http://schemas.microsoft.com/office/drawing/2014/main" id="{B3230994-46C6-4832-A83B-578C3B14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34" name="Point-H06-Cell-14">
            <a:extLst xmlns:a="http://schemas.openxmlformats.org/drawingml/2006/main">
              <a:ext uri="{FF2B5EF4-FFF2-40B4-BE49-F238E27FC236}">
                <a16:creationId xmlns:a16="http://schemas.microsoft.com/office/drawing/2014/main" id="{08153A52-1FB4-4C61-8EE7-03016589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5" name="Cell-15">
            <a:extLst xmlns:a="http://schemas.openxmlformats.org/drawingml/2006/main">
              <a:ext uri="{FF2B5EF4-FFF2-40B4-BE49-F238E27FC236}">
                <a16:creationId xmlns:a16="http://schemas.microsoft.com/office/drawing/2014/main" id="{B76263F9-7E3F-4E87-B083-E1CAA63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6" name="Cell-16">
            <a:extLst xmlns:a="http://schemas.openxmlformats.org/drawingml/2006/main">
              <a:ext uri="{FF2B5EF4-FFF2-40B4-BE49-F238E27FC236}">
                <a16:creationId xmlns:a16="http://schemas.microsoft.com/office/drawing/2014/main" id="{2A3401DA-BC4F-4911-8D8E-036C881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194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7" name="Cell-17">
            <a:extLst xmlns:a="http://schemas.openxmlformats.org/drawingml/2006/main">
              <a:ext uri="{FF2B5EF4-FFF2-40B4-BE49-F238E27FC236}">
                <a16:creationId xmlns:a16="http://schemas.microsoft.com/office/drawing/2014/main" id="{1AD32FDC-9920-46E6-BA89-FCB262E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8" name="Cell-18">
            <a:extLst xmlns:a="http://schemas.openxmlformats.org/drawingml/2006/main">
              <a:ext uri="{FF2B5EF4-FFF2-40B4-BE49-F238E27FC236}">
                <a16:creationId xmlns:a16="http://schemas.microsoft.com/office/drawing/2014/main" id="{1913277E-E502-45CF-B6B0-89D6C779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9" name="Cell-19">
            <a:extLst xmlns:a="http://schemas.openxmlformats.org/drawingml/2006/main">
              <a:ext uri="{FF2B5EF4-FFF2-40B4-BE49-F238E27FC236}">
                <a16:creationId xmlns:a16="http://schemas.microsoft.com/office/drawing/2014/main" id="{AB1770D4-5C98-48AC-BC80-42E0E2A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40" name="Point-H03-Cell-19">
            <a:extLst xmlns:a="http://schemas.openxmlformats.org/drawingml/2006/main">
              <a:ext uri="{FF2B5EF4-FFF2-40B4-BE49-F238E27FC236}">
                <a16:creationId xmlns:a16="http://schemas.microsoft.com/office/drawing/2014/main" id="{159BC531-CC98-4758-9EA0-938A92D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1" name="Cell-20">
            <a:extLst xmlns:a="http://schemas.openxmlformats.org/drawingml/2006/main">
              <a:ext uri="{FF2B5EF4-FFF2-40B4-BE49-F238E27FC236}">
                <a16:creationId xmlns:a16="http://schemas.microsoft.com/office/drawing/2014/main" id="{E39C34C5-010F-414E-AF56-D922A84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2" name="Cell-21">
            <a:extLst xmlns:a="http://schemas.openxmlformats.org/drawingml/2006/main">
              <a:ext uri="{FF2B5EF4-FFF2-40B4-BE49-F238E27FC236}">
                <a16:creationId xmlns:a16="http://schemas.microsoft.com/office/drawing/2014/main" id="{522780FF-22EE-40ED-98B7-AA8CBB7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3" name="Cell-22">
            <a:extLst xmlns:a="http://schemas.openxmlformats.org/drawingml/2006/main">
              <a:ext uri="{FF2B5EF4-FFF2-40B4-BE49-F238E27FC236}">
                <a16:creationId xmlns:a16="http://schemas.microsoft.com/office/drawing/2014/main" id="{36CD20E2-CF1F-40AA-8478-D7347E33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4" name="Cell-23">
            <a:extLst xmlns:a="http://schemas.openxmlformats.org/drawingml/2006/main">
              <a:ext uri="{FF2B5EF4-FFF2-40B4-BE49-F238E27FC236}">
                <a16:creationId xmlns:a16="http://schemas.microsoft.com/office/drawing/2014/main" id="{FD4C2B28-AFB7-4F0A-A566-6FB93D8E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45" name="Point-H07-Cell-23">
            <a:extLst xmlns:a="http://schemas.openxmlformats.org/drawingml/2006/main">
              <a:ext uri="{FF2B5EF4-FFF2-40B4-BE49-F238E27FC236}">
                <a16:creationId xmlns:a16="http://schemas.microsoft.com/office/drawing/2014/main" id="{AB4A8542-2FEB-4D0E-86B0-58A360B9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6" name="Cell-24">
            <a:extLst xmlns:a="http://schemas.openxmlformats.org/drawingml/2006/main">
              <a:ext uri="{FF2B5EF4-FFF2-40B4-BE49-F238E27FC236}">
                <a16:creationId xmlns:a16="http://schemas.microsoft.com/office/drawing/2014/main" id="{A28A13F7-4559-41F1-930A-3EA59D6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862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7" name="Cell-25">
            <a:extLst xmlns:a="http://schemas.openxmlformats.org/drawingml/2006/main">
              <a:ext uri="{FF2B5EF4-FFF2-40B4-BE49-F238E27FC236}">
                <a16:creationId xmlns:a16="http://schemas.microsoft.com/office/drawing/2014/main" id="{73E0E691-D433-456E-8008-B7358C6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8" name="Cell-26">
            <a:extLst xmlns:a="http://schemas.openxmlformats.org/drawingml/2006/main">
              <a:ext uri="{FF2B5EF4-FFF2-40B4-BE49-F238E27FC236}">
                <a16:creationId xmlns:a16="http://schemas.microsoft.com/office/drawing/2014/main" id="{B657224E-46AA-4FE6-B351-7D0C66D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9" name="Cell-27">
            <a:extLst xmlns:a="http://schemas.openxmlformats.org/drawingml/2006/main">
              <a:ext uri="{FF2B5EF4-FFF2-40B4-BE49-F238E27FC236}">
                <a16:creationId xmlns:a16="http://schemas.microsoft.com/office/drawing/2014/main" id="{3DB6BD23-494F-4289-96BA-52C1ED5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0" name="Cell-28">
            <a:extLst xmlns:a="http://schemas.openxmlformats.org/drawingml/2006/main">
              <a:ext uri="{FF2B5EF4-FFF2-40B4-BE49-F238E27FC236}">
                <a16:creationId xmlns:a16="http://schemas.microsoft.com/office/drawing/2014/main" id="{F5047473-6A8D-4B4A-BA87-566008F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51" name="Point-H04-Cell-28">
            <a:extLst xmlns:a="http://schemas.openxmlformats.org/drawingml/2006/main">
              <a:ext uri="{FF2B5EF4-FFF2-40B4-BE49-F238E27FC236}">
                <a16:creationId xmlns:a16="http://schemas.microsoft.com/office/drawing/2014/main" id="{E1FF1546-D5C0-4968-A2C6-0E52043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Cell-29">
            <a:extLst xmlns:a="http://schemas.openxmlformats.org/drawingml/2006/main">
              <a:ext uri="{FF2B5EF4-FFF2-40B4-BE49-F238E27FC236}">
                <a16:creationId xmlns:a16="http://schemas.microsoft.com/office/drawing/2014/main" id="{50F50F01-2774-425C-8673-A1FA5D0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3" name="Cell-30">
            <a:extLst xmlns:a="http://schemas.openxmlformats.org/drawingml/2006/main">
              <a:ext uri="{FF2B5EF4-FFF2-40B4-BE49-F238E27FC236}">
                <a16:creationId xmlns:a16="http://schemas.microsoft.com/office/drawing/2014/main" id="{2C3622A1-C284-4C05-ADDE-069CDF4D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4" name="Cell-31">
            <a:extLst xmlns:a="http://schemas.openxmlformats.org/drawingml/2006/main">
              <a:ext uri="{FF2B5EF4-FFF2-40B4-BE49-F238E27FC236}">
                <a16:creationId xmlns:a16="http://schemas.microsoft.com/office/drawing/2014/main" id="{A57B94C5-5379-4475-8291-3F726F5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5" name="Cell-32">
            <a:extLst xmlns:a="http://schemas.openxmlformats.org/drawingml/2006/main">
              <a:ext uri="{FF2B5EF4-FFF2-40B4-BE49-F238E27FC236}">
                <a16:creationId xmlns:a16="http://schemas.microsoft.com/office/drawing/2014/main" id="{07EB0559-5B50-49B7-A86A-4611CFC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5295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56" name="Point-H08-Cell-32">
            <a:extLst xmlns:a="http://schemas.openxmlformats.org/drawingml/2006/main">
              <a:ext uri="{FF2B5EF4-FFF2-40B4-BE49-F238E27FC236}">
                <a16:creationId xmlns:a16="http://schemas.microsoft.com/office/drawing/2014/main" id="{9A9E9DF2-F225-4BD3-BC75-2CDD5568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7" name="Cell-33">
            <a:extLst xmlns:a="http://schemas.openxmlformats.org/drawingml/2006/main">
              <a:ext uri="{FF2B5EF4-FFF2-40B4-BE49-F238E27FC236}">
                <a16:creationId xmlns:a16="http://schemas.microsoft.com/office/drawing/2014/main" id="{1282691C-F50B-431A-AF90-F208EAD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8" name="Cell-34">
            <a:extLst xmlns:a="http://schemas.openxmlformats.org/drawingml/2006/main">
              <a:ext uri="{FF2B5EF4-FFF2-40B4-BE49-F238E27FC236}">
                <a16:creationId xmlns:a16="http://schemas.microsoft.com/office/drawing/2014/main" id="{6C1F430E-2590-4D43-AFFD-3126FF37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9" name="Cell-35">
            <a:extLst xmlns:a="http://schemas.openxmlformats.org/drawingml/2006/main">
              <a:ext uri="{FF2B5EF4-FFF2-40B4-BE49-F238E27FC236}">
                <a16:creationId xmlns:a16="http://schemas.microsoft.com/office/drawing/2014/main" id="{A96FB83D-455E-4C8F-8EB7-134C118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0" name="Cell-36">
            <a:extLst xmlns:a="http://schemas.openxmlformats.org/drawingml/2006/main">
              <a:ext uri="{FF2B5EF4-FFF2-40B4-BE49-F238E27FC236}">
                <a16:creationId xmlns:a16="http://schemas.microsoft.com/office/drawing/2014/main" id="{3F1A76DD-4F4D-4C0B-95CC-EF8A7D6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1" name="Cell-37">
            <a:extLst xmlns:a="http://schemas.openxmlformats.org/drawingml/2006/main">
              <a:ext uri="{FF2B5EF4-FFF2-40B4-BE49-F238E27FC236}">
                <a16:creationId xmlns:a16="http://schemas.microsoft.com/office/drawing/2014/main" id="{D72E69DB-2CB3-43C9-A281-CD325430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2" name="Cell-38">
            <a:extLst xmlns:a="http://schemas.openxmlformats.org/drawingml/2006/main">
              <a:ext uri="{FF2B5EF4-FFF2-40B4-BE49-F238E27FC236}">
                <a16:creationId xmlns:a16="http://schemas.microsoft.com/office/drawing/2014/main" id="{6ADEF35D-ADC6-47C6-B19C-284EF29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3" name="Cell-39">
            <a:extLst xmlns:a="http://schemas.openxmlformats.org/drawingml/2006/main">
              <a:ext uri="{FF2B5EF4-FFF2-40B4-BE49-F238E27FC236}">
                <a16:creationId xmlns:a16="http://schemas.microsoft.com/office/drawing/2014/main" id="{99A7C7A1-49A3-4BA7-BAA4-7FBF033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4" name="Cell-40">
            <a:extLst xmlns:a="http://schemas.openxmlformats.org/drawingml/2006/main">
              <a:ext uri="{FF2B5EF4-FFF2-40B4-BE49-F238E27FC236}">
                <a16:creationId xmlns:a16="http://schemas.microsoft.com/office/drawing/2014/main" id="{26CA7576-9331-44EA-9A0A-CB82F5D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19700"/>
            <a:ext cx="438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5" name="diagram-key">
            <a:extLst xmlns:a="http://schemas.openxmlformats.org/drawingml/2006/main">
              <a:ext uri="{FF2B5EF4-FFF2-40B4-BE49-F238E27FC236}">
                <a16:creationId xmlns:a16="http://schemas.microsoft.com/office/drawing/2014/main" id="{D3A11F23-712E-469F-9034-873A0AE4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8열 × 5행, Cell당 담당 Head 1개</a:t>
            </a:r>
          </a:p>
          <a:p xmlns:a="http://schemas.openxmlformats.org/drawingml/2006/main">
            <a:pPr algn="l">
              <a:defRPr sz="15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설명용 배치 (test0929 원본은 45 Cell)</a:t>
            </a:r>
          </a:p>
        </p:txBody>
      </p:sp>
      <p:sp>
        <p:nvSpPr>
          <p:cNvPr id="66" name="coverage-title">
            <a:extLst xmlns:a="http://schemas.openxmlformats.org/drawingml/2006/main">
              <a:ext uri="{FF2B5EF4-FFF2-40B4-BE49-F238E27FC236}">
                <a16:creationId xmlns:a16="http://schemas.microsoft.com/office/drawing/2014/main" id="{C9E94C2C-5C92-43E0-9ABF-83BB219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14525"/>
            <a:ext cx="6562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이 배치에서 2점·4점 계산상 가능</a:t>
            </a:r>
          </a:p>
        </p:txBody>
      </p:sp>
      <p:graphicFrame>
        <p:nvGraphicFramePr>
          <p:cNvPr id="138" name="glass-order"/>
          <p:cNvGraphicFramePr/>
          <p:nvPr/>
        </p:nvGraphicFramePr>
        <p:xfrm>
          <a:off xmlns:a="http://schemas.openxmlformats.org/drawingml/2006/main" x="5095875" y="2371725"/>
          <a:ext xmlns:a="http://schemas.openxmlformats.org/drawingml/2006/main" cx="6562725" cy="1819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295400"/>
                <a:gridCol w="1295400"/>
                <a:gridCol w="1295400"/>
                <a:gridCol w="1295400"/>
              </a:tblGrid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Glass 1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Glass 2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Glass 3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Glass 4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2점씩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1·2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3·4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5·6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7·8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4점씩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5~8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two-point-result">
            <a:extLst xmlns:a="http://schemas.openxmlformats.org/drawingml/2006/main">
              <a:ext uri="{FF2B5EF4-FFF2-40B4-BE49-F238E27FC236}">
                <a16:creationId xmlns:a16="http://schemas.microsoft.com/office/drawing/2014/main" id="{5CC7E0F8-7B43-42D9-BF76-3952D5DF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38650"/>
            <a:ext cx="6562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2점/기판: 4 Glass로 8 Head 커버</a:t>
            </a:r>
          </a:p>
        </p:txBody>
      </p:sp>
      <p:sp>
        <p:nvSpPr>
          <p:cNvPr id="69" name="four-point-result">
            <a:extLst xmlns:a="http://schemas.openxmlformats.org/drawingml/2006/main">
              <a:ext uri="{FF2B5EF4-FFF2-40B4-BE49-F238E27FC236}">
                <a16:creationId xmlns:a16="http://schemas.microsoft.com/office/drawing/2014/main" id="{F7FFCC01-C1F7-492D-9AC9-23EB88C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24425"/>
            <a:ext cx="6562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4점/기판: 2 Glass로 8 Head 커버</a:t>
            </a:r>
          </a:p>
        </p:txBody>
      </p:sp>
      <p:sp>
        <p:nvSpPr>
          <p:cNvPr id="70" name="fixed-operation">
            <a:extLst xmlns:a="http://schemas.openxmlformats.org/drawingml/2006/main">
              <a:ext uri="{FF2B5EF4-FFF2-40B4-BE49-F238E27FC236}">
                <a16:creationId xmlns:a16="http://schemas.microsoft.com/office/drawing/2014/main" id="{E6A272DA-1F6D-4732-8293-E45AED4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05450"/>
            <a:ext cx="6562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동일 Recipe에서는 Head별 대표점을 고정합니다.</a:t>
            </a:r>
          </a:p>
          <a:p xmlns:a="http://schemas.openxmlformats.org/drawingml/2006/main">
            <a:pPr algn="l">
              <a:def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완료 점은 유지하고, 다음 사이클 시작 때 초기화합니다.</a:t>
            </a:r>
          </a:p>
        </p:txBody>
      </p:sp>
      <p:sp>
        <p:nvSpPr>
          <p:cNvPr id="71" name="baseline-conditions">
            <a:extLst xmlns:a="http://schemas.openxmlformats.org/drawingml/2006/main">
              <a:ext uri="{FF2B5EF4-FFF2-40B4-BE49-F238E27FC236}">
                <a16:creationId xmlns:a16="http://schemas.microsoft.com/office/drawing/2014/main" id="{44963B44-BB71-40B1-8826-C1DEA84F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기본 조건: Y 100 / X 200 mm/s, 가감속 Y 500 / X 1000 mm/s², 정착 50 ms, 선도착 20 ms, 23 FPS, 노출 10 µs</a:t>
            </a:r>
          </a:p>
        </p:txBody>
      </p:sp>
    </p:spTree>
    <p:extLst>
      <p:ext uri="{BB962C8B-B14F-4D97-AF65-F5344CB8AC3E}">
        <p14:creationId xmlns:p14="http://schemas.microsoft.com/office/powerpoint/2010/main" val="1585620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E2A4447E-FB40-4B94-9406-E7D4E37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측정 가능 조건과 조건 변경 방법</a:t>
            </a:r>
          </a:p>
        </p:txBody>
      </p:sp>
      <p:sp>
        <p:nvSpPr>
          <p:cNvPr id="2" name="condition-rule">
            <a:extLst xmlns:a="http://schemas.openxmlformats.org/drawingml/2006/main">
              <a:ext uri="{FF2B5EF4-FFF2-40B4-BE49-F238E27FC236}">
                <a16:creationId xmlns:a16="http://schemas.microsoft.com/office/drawing/2014/main" id="{F030162C-C980-4645-B660-E3B4839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다음 점 도착 간격이 X 이동·정착·촬영 준비시간보다 길면 취득 가능</a:t>
            </a:r>
          </a:p>
        </p:txBody>
      </p:sp>
      <p:sp>
        <p:nvSpPr>
          <p:cNvPr id="3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7ED60DAA-395E-4AE6-97F2-CEF995E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65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H01·H02 구간의 시간 비교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200275"/>
          <a:ext xmlns:a="http://schemas.openxmlformats.org/drawingml/2006/main" cx="5657850" cy="1724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e6696ae0824ef0"/>
          </a:graphicData>
        </a:graphic>
      </p:graphicFrame>
      <p:sp>
        <p:nvSpPr>
          <p:cNvPr id="5" name="arrival-formula">
            <a:extLst xmlns:a="http://schemas.openxmlformats.org/drawingml/2006/main">
              <a:ext uri="{FF2B5EF4-FFF2-40B4-BE49-F238E27FC236}">
                <a16:creationId xmlns:a16="http://schemas.microsoft.com/office/drawing/2014/main" id="{793A629E-3F6B-4F4F-A7E0-F763640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669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도착 간격: 200 mm ÷ 100 mm/s = 2 s</a:t>
            </a:r>
          </a:p>
        </p:txBody>
      </p:sp>
      <p:sp>
        <p:nvSpPr>
          <p:cNvPr id="6" name="prepare-formula">
            <a:extLst xmlns:a="http://schemas.openxmlformats.org/drawingml/2006/main">
              <a:ext uri="{FF2B5EF4-FFF2-40B4-BE49-F238E27FC236}">
                <a16:creationId xmlns:a16="http://schemas.microsoft.com/office/drawing/2014/main" id="{CBCB7F54-71CD-4D27-B1BB-F5D878F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5000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X 이동 0.75 s (가감속 포함)</a:t>
            </a:r>
          </a:p>
          <a:p xmlns:a="http://schemas.openxmlformats.org/drawingml/2006/main">
            <a:pPr algn="l">
              <a:def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+ 정착 0.05 s + 선도착 0.02 s</a:t>
            </a:r>
          </a:p>
          <a:p xmlns:a="http://schemas.openxmlformats.org/drawingml/2006/main">
            <a:pPr algn="l">
              <a:def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+ 촬영 관련 0.00007 s = 0.82007 s</a:t>
            </a:r>
          </a:p>
        </p:txBody>
      </p:sp>
      <p:sp>
        <p:nvSpPr>
          <p:cNvPr id="7" name="margin">
            <a:extLst xmlns:a="http://schemas.openxmlformats.org/drawingml/2006/main">
              <a:ext uri="{FF2B5EF4-FFF2-40B4-BE49-F238E27FC236}">
                <a16:creationId xmlns:a16="http://schemas.microsoft.com/office/drawing/2014/main" id="{A9F2792C-53F3-476D-8FAB-8BF001F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76625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7957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57957"/>
                </a:solidFill>
                <a:latin typeface="Noto Sans KR"/>
                <a:ea typeface="Noto Sans KR"/>
                <a:cs typeface="Noto Sans KR"/>
              </a:rPr>
              <a:t>선도착 여유 1179.93 ms</a:t>
            </a:r>
          </a:p>
        </p:txBody>
      </p:sp>
      <p:sp>
        <p:nvSpPr>
          <p:cNvPr id="8" name="same-y">
            <a:extLst xmlns:a="http://schemas.openxmlformats.org/drawingml/2006/main">
              <a:ext uri="{FF2B5EF4-FFF2-40B4-BE49-F238E27FC236}">
                <a16:creationId xmlns:a16="http://schemas.microsoft.com/office/drawing/2014/main" id="{031BF275-E2F8-413E-9AFC-AB29CD38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H01·H05처럼 같은 Y의 점은 동시 도착합니다. 이 예시의 8점은 2 Glass로 분할합니다.</a:t>
            </a:r>
          </a:p>
        </p:txBody>
      </p:sp>
      <p:graphicFrame>
        <p:nvGraphicFramePr>
          <p:cNvPr id="19" name="condition-changes"/>
          <p:cNvGraphicFramePr/>
          <p:nvPr/>
        </p:nvGraphicFramePr>
        <p:xfrm>
          <a:off xmlns:a="http://schemas.openxmlformats.org/drawingml/2006/main" x="533400" y="4410075"/>
          <a:ext xmlns:a="http://schemas.openxmlformats.org/drawingml/2006/main" cx="11125200" cy="1838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8825"/>
                <a:gridCol w="4495800"/>
                <a:gridCol w="4600575"/>
              </a:tblGrid>
              <a:tr h="4595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확인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계산 (제안 좌표)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맞지 않을 때의 변경</a:t>
                      </a:r>
                    </a:p>
                  </a:txBody>
                  <a:tcPr marL="114300" marR="114300" marT="76200" marB="76200" anchor="ctr">
                    <a:solidFill>
                      <a:srgbClr val="173449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X 선도착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H01·02 필요 Y 간격 ≥82.007 mm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간격 확대 또는 Glass 분할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Camera·영상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최소주기 43.48 ms / Blur 1 µm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노출·조명·광학 조건 검증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가공·전체 Tact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12.23 / 100.50 s (목표 30 / 150 s)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기타시간 60 s 가정을 실측 확인</a:t>
                      </a:r>
                    </a:p>
                  </a:txBody>
                  <a:tcPr marL="114300" marR="114300" marT="76200" marB="76200" anchor="ctr">
                    <a:solidFill>
                      <a:srgbClr val="EDF4F7"/>
                    </a:solidFill>
                  </a:tcPr>
                </a:tc>
              </a:tr>
            </a:tbl>
          </a:graphicData>
        </a:graphic>
      </p:graphicFrame>
      <p:sp>
        <p:nvSpPr>
          <p:cNvPr id="10" name="quality-disclosure">
            <a:extLst xmlns:a="http://schemas.openxmlformats.org/drawingml/2006/main">
              <a:ext uri="{FF2B5EF4-FFF2-40B4-BE49-F238E27FC236}">
                <a16:creationId xmlns:a16="http://schemas.microsoft.com/office/drawing/2014/main" id="{68108FDB-628D-493C-A39C-28D48D4D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현재 Blur 1 µm (약 5.8 px)는 임시 허용값으로, 영상 품질 검증이 필요합니다.</a:t>
            </a:r>
          </a:p>
          <a:p xmlns:a="http://schemas.openxmlformats.org/drawingml/2006/main">
            <a:pPr algn="l">
              <a:def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56C7B"/>
                </a:solidFill>
                <a:latin typeface="Noto Sans KR"/>
                <a:ea typeface="Noto Sans KR"/>
                <a:cs typeface="Noto Sans KR"/>
              </a:rPr>
              <a:t>1 px 기준에서는 현재 조건이 불가합니다. 실제 고정 좌표와 검출 품질 확인 후 운영 개수를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968250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2026-10-02T01:45:28.5680000Z</dcterms:created>
  <dcterms:modified xsi:type="dcterms:W3CDTF">2026-10-02T01:45:28.5680000Z</dcterms:modified>
</coreProperties>
</file>