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사용자선택:Stroke는가감속을포함한역방향전체구간. 가공대기 StageY1982.5mm에서출발, 입력Stroke끝에서정지. 기본2980mm는사용자actualStroke값이아니라Y100,A=D500에서30초를역산한예시. 실제Stroke입력필요. S&gt;=v²/2a+v²/2b이면T=S/v+v/2a+v/2b. 삼각형이면T=sqrt(2S(1/a+1/b)), 설정Y속도미도달시등속가공불가. 정방향속도를100으로가정하는모델및기타60s/전체150sTact판정제거. Scanner진입전500mm선행은시작좌표에고정되며이번역방향시간에포함. 실제ProcessDone서비스지연미계산. Basler a2a2600-20gcBAS+Mitutoyo378-810-3 SL20x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기본2980mm,Y100,A=D500,T30. 역방향시작시간0; 설정등속0.2~29.8s. 4점 H1/5 19.93175,H2/6 21.93175,H3/7 23.93175,H4/8 25.93175. 마지막노출25.931751s. 최소Stroke=2583.175mm+100*(1us+5us)+10mm=2593.1756mm. 최소Stroke의Y가속·등속도별도확인. 2점각그룹minStroke2193.1756 또는2593.1756; 모든8점1회순환은두모드모두최소2593.1756. 요약시간120/60초는역방향가공합계이고투입반송포함Tact아님. 입력2500mm는4점중3점만등속구간,요구수량축소금지,모드불가. Stroke2590mm에서H4는이동거리안이지만Y감속중이라촬영불가. 현재test0929 유효Shot범위843.2mm/명목5.265125~13.697125s이며Process전체가LaserON이라는의미아님. Frame/Vision완료ACK는별도.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동기화우선순위:URL query(9params+mode+glass), 저장한HTML내embedded snapshot, 같은출처localStorage최근입력, 기본예시. 입력누락/invalid는기본값으로조용히대체하지않고입력오류표시. BroadcastChannel및storageevent로같은출처의열린가이드갱신; file://에서는브라우저에따라채널/storage미지원가능하므로주소snapshot과단독HTML내보내기로정확한조건전달보장. 저장한가이드는고정snapshot. 시뮬레이터돌아오는링크도조건유지. 기본Blur2.5um/20x=.125um/px; v100,T2us=.2um=1.6px. X정지촬영, 최소2us기본18.5fps. Basler a2a2600-20gcBAS 공식 https://docs.baslerweb.com/a2a2600-20gcbas ; 노출 https://docs.baslerweb.com/exposure-time ; Mitutoyo378-810-3 공식 https://www.mitutoyo.com/webfoo/wp-content/uploads/E4191-378_010611.pdf p20/29. 총20x=200mm튜브렌즈+1xRelay전제. NA.28 WD30.5R약1um. X정착50msGuard20ms지연50usJitter±5us고정설계값. 실제서비스시간/S-Curve/FollowError/조명/SNR/영상검출별도검증. 0선방어자동Offset적용범위아님.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역방향 가공 Stroke만 보고, 가감속 포함30초를 판정합니다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가공대기 → 역방향 가속·등속·감속 → Process Stroke 종료 · 정방향/전체Tact 제외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43584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5331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가속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792224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설정 Y속도까지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43584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5331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등속 가공·리뷰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792224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Y100 mm/s 기본 예시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43584"/>
            <a:ext cx="36576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35331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감속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792224"/>
            <a:ext cx="33832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입력 Stroke 끝에서 정지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23160"/>
            <a:ext cx="11338560" cy="13258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578608"/>
            <a:ext cx="10899648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69D3"/>
                </a:solidFill>
                <a:latin typeface="Noto Sans CJK KR"/>
              </a:rPr>
              <a:t>가공시간 = Stroke ÷ Y속도 + Y속도/(2×가속도) + Y속도/(2×감속도)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145536"/>
            <a:ext cx="1089964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E80"/>
                </a:solidFill>
                <a:latin typeface="Noto Sans CJK KR"/>
              </a:rPr>
              <a:t>설정속도에 도달하는 사다리꼴 운동 기준 · 짧은 Stroke는 삼각형 운동으로 계산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95928"/>
            <a:ext cx="5468112" cy="13807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4123944"/>
            <a:ext cx="513892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Stroke 3000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535424"/>
            <a:ext cx="5138928" cy="39319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BC3948"/>
                </a:solidFill>
                <a:latin typeface="Noto Sans CJK KR"/>
              </a:rPr>
              <a:t>30.200초 →30초 초과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5047488"/>
            <a:ext cx="5138928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3000/100 +100/1000 +100/1000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95928"/>
            <a:ext cx="5669280" cy="13807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4123944"/>
            <a:ext cx="5340096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Stroke 2980 mm (기본 예시)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535424"/>
            <a:ext cx="5340096" cy="39319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0F805B"/>
                </a:solidFill>
                <a:latin typeface="Noto Sans CJK KR"/>
              </a:rPr>
              <a:t>30.000초 →30초 이내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5047488"/>
            <a:ext cx="5340096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가속0.200 + 등속29.600 + 감속0.200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623560"/>
            <a:ext cx="11338560" cy="548640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5760720"/>
            <a:ext cx="10936224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0243A"/>
                </a:solidFill>
                <a:latin typeface="Noto Sans CJK KR"/>
              </a:rPr>
              <a:t>입력9개: Stroke / 노출·허용blur / X속도·가속·감속 / Y속도·가속·감속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리뷰2점·4점 모두, 입력 Stroke 안의 등속 구간에서 촬영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Scanner→Review1467mm · 해당 점 가공 후 촬영 · 전체 가공완료 대기 없이 병행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97864"/>
            <a:ext cx="11338560" cy="2313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359152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57984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0s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9144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17976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5s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79136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7968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10s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39128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37960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15s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99120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97951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20s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59112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57944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25s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19104" y="1682496"/>
            <a:ext cx="0" cy="1508760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17936" y="1371600"/>
            <a:ext cx="438912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847088"/>
            <a:ext cx="1636776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0243A"/>
                </a:solidFill>
                <a:latin typeface="Noto Sans CJK KR"/>
              </a:rPr>
              <a:t>가공 Stroke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9152" y="1819656"/>
            <a:ext cx="8759952" cy="301752"/>
          </a:xfrm>
          <a:prstGeom prst="rect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59152" y="1819656"/>
            <a:ext cx="58399" cy="301752"/>
          </a:xfrm>
          <a:prstGeom prst="rect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60704" y="1819656"/>
            <a:ext cx="58399" cy="301752"/>
          </a:xfrm>
          <a:prstGeom prst="rect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15184"/>
            <a:ext cx="1636776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0243A"/>
                </a:solidFill>
                <a:latin typeface="Noto Sans CJK KR"/>
              </a:rPr>
              <a:t>4점 리뷰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9190" y="2587752"/>
            <a:ext cx="1751990" cy="301752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179191" y="2523744"/>
            <a:ext cx="0" cy="429768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68879" y="3054096"/>
            <a:ext cx="475488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243A"/>
                </a:solidFill>
                <a:latin typeface="Noto Sans CJK KR"/>
              </a:rPr>
              <a:t>H01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63187" y="2523744"/>
            <a:ext cx="0" cy="429768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52875" y="3054096"/>
            <a:ext cx="475488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243A"/>
                </a:solidFill>
                <a:latin typeface="Noto Sans CJK KR"/>
              </a:rPr>
              <a:t>H02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7184" y="2523744"/>
            <a:ext cx="0" cy="429768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36872" y="3054096"/>
            <a:ext cx="475488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243A"/>
                </a:solidFill>
                <a:latin typeface="Noto Sans CJK KR"/>
              </a:rPr>
              <a:t>H03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31181" y="2523744"/>
            <a:ext cx="0" cy="429768"/>
          </a:xfrm>
          <a:prstGeom prst="line">
            <a:avLst/>
          </a:prstGeom>
          <a:ln w="1905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20869" y="3054096"/>
            <a:ext cx="475488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243A"/>
                </a:solidFill>
                <a:latin typeface="Noto Sans CJK KR"/>
              </a:rPr>
              <a:t>H04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119104" y="1691640"/>
            <a:ext cx="0" cy="1636776"/>
          </a:xfrm>
          <a:prstGeom prst="line">
            <a:avLst/>
          </a:prstGeom>
          <a:ln w="25400">
            <a:solidFill>
              <a:srgbClr val="EFB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80960" y="2194560"/>
            <a:ext cx="3172968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9FA9"/>
                </a:solidFill>
                <a:latin typeface="Noto Sans CJK KR"/>
              </a:rPr>
              <a:t>마지막 노출25.932s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758184"/>
            <a:ext cx="5468112" cy="1472184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3877056"/>
            <a:ext cx="513892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69D3"/>
                </a:solidFill>
                <a:latin typeface="Noto Sans CJK KR"/>
              </a:rPr>
              <a:t>2개 스캐너 / 기판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4270248"/>
            <a:ext cx="5138928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4기판 · 가공합계120초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4700016"/>
            <a:ext cx="5138928" cy="4297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43A"/>
                </a:solidFill>
                <a:latin typeface="Noto Sans CJK KR"/>
              </a:rPr>
              <a:t>1매 H01→02 / 2매 H03→04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43A"/>
                </a:solidFill>
                <a:latin typeface="Noto Sans CJK KR"/>
              </a:rPr>
              <a:t>3매 H05→06 / 4매 H07→08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3758184"/>
            <a:ext cx="5669280" cy="1472184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3877056"/>
            <a:ext cx="5340096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69D3"/>
                </a:solidFill>
                <a:latin typeface="Noto Sans CJK KR"/>
              </a:rPr>
              <a:t>4개 스캐너 / 기판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4270248"/>
            <a:ext cx="5340096" cy="33832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2기판 · 가공합계60초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700016"/>
            <a:ext cx="5340096" cy="4297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43A"/>
                </a:solidFill>
                <a:latin typeface="Noto Sans CJK KR"/>
              </a:rPr>
              <a:t>1매 H01→02→03→04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43A"/>
                </a:solidFill>
                <a:latin typeface="Noto Sans CJK KR"/>
              </a:rPr>
              <a:t>2매 H05→06→07→08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458968"/>
            <a:ext cx="11338560" cy="722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605272"/>
            <a:ext cx="10963656" cy="39319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최소 Stroke 2593.176 mm ≤ 입력2980 mm ≤30초 허용2980 mm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마지막 노출±Jitter 뒤 Y 감속거리10 mm 포함 ·8개 대표점의 Cell 모두 다름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수식 가이드도 시뮬레이터의 현재9개 입력으로 계산합니다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입력값·2/4개 모드·기판 번호 전달 · 현재 조건이 담긴 가이드HTML 저장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3657600" cy="11521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9903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시뮬레이터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892807"/>
            <a:ext cx="3383280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Stroke·노출·blur·X/Y 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52728"/>
            <a:ext cx="3657600" cy="11521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9903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같은 계산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892807"/>
            <a:ext cx="3383280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30초·Stroke 내 리뷰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52728"/>
            <a:ext cx="3657600" cy="11521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39903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수식 가이드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892807"/>
            <a:ext cx="3383280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0243A"/>
                </a:solidFill>
                <a:latin typeface="Noto Sans CJK KR"/>
              </a:rPr>
              <a:t>현재 수치가 수식·도식에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670048"/>
            <a:ext cx="5468112" cy="1362456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16352"/>
            <a:ext cx="5102352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269D3"/>
                </a:solidFill>
                <a:latin typeface="Noto Sans CJK KR"/>
              </a:rPr>
              <a:t>노출 중 이동 blur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5102352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Y100 ×2µs ÷125 =1.6px ≤2px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670048"/>
            <a:ext cx="5669280" cy="1362456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816352"/>
            <a:ext cx="5285232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9FA9"/>
                </a:solidFill>
                <a:latin typeface="Noto Sans CJK KR"/>
              </a:rPr>
              <a:t>X 선도착 최소 여유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3282696"/>
            <a:ext cx="5285232" cy="36576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다음 점2.000초 − 준비1.270초 =0.730초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88536"/>
            <a:ext cx="11338560" cy="667512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453128"/>
            <a:ext cx="10945368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Noto Sans CJK KR"/>
              </a:rPr>
              <a:t>30초 충족 + blur 충족 + X 준비 + 요구2/4점 모두 Stroke 내 등속 촬영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193792"/>
            <a:ext cx="113385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21808"/>
            <a:ext cx="10963656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69D3"/>
                </a:solidFill>
                <a:latin typeface="Noto Sans CJK KR"/>
              </a:rPr>
              <a:t>가이드 보기: 현재 조건을 주소로 전달 / 같은 출처에서 열린 가이드는 입력 변경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69864"/>
            <a:ext cx="10963656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0243A"/>
                </a:solidFill>
                <a:latin typeface="Noto Sans CJK KR"/>
              </a:rPr>
              <a:t>현재 조건 가이드 저장: 입력을HTML에 포함 → 단독으로 열어도 동일 결과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0선방어 Flying Review 검토자료</dc:title>
  <dc:subject>Basler a2a2600-20gcBAS / Mitutoyo 378-810-3 · 서로 다른 Cell의 2/4 Head Review</dc:subject>
  <dc:creator>A3 Laser Driller</dc:creator>
  <cp:keywords>Flying Vision, Zero Defence, Basler, Motion Blur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