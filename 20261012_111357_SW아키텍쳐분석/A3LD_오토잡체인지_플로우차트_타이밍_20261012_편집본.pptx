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d92612309c64452" /><Relationship Type="http://schemas.openxmlformats.org/officeDocument/2006/relationships/extended-properties" Target="/docProps/app.xml" Id="Rc38aebfcb0f54620" /><Relationship Type="http://schemas.openxmlformats.org/officeDocument/2006/relationships/officeDocument" Target="/ppt/presentation.xml" Id="R8c7e97cd8e7c47df" /></Relationships>
</file>

<file path=ppt/presentation.xml><?xml version="1.0" encoding="utf-8"?>
<p:presentation xmlns:p="http://schemas.openxmlformats.org/presentationml/2006/main">
  <p:sldMasterIdLst>
    <p:sldMasterId xmlns:r="http://schemas.openxmlformats.org/officeDocument/2006/relationships" id="2147483648" r:id="R1d3d3a44aea24130"/>
  </p:sldMasterIdLst>
  <p:notesMasterIdLst>
    <p:notesMasterId xmlns:r="http://schemas.openxmlformats.org/officeDocument/2006/relationships" r:id="Re9dbdc77cbba4de7"/>
  </p:notesMasterIdLst>
  <p:sldIdLst>
    <p:sldId xmlns:r="http://schemas.openxmlformats.org/officeDocument/2006/relationships" id="256" r:id="R45fe1f339b60452e"/>
    <p:sldId xmlns:r="http://schemas.openxmlformats.org/officeDocument/2006/relationships" id="257" r:id="R1e3d6eb9b2504c9e"/>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83b79e03aa14ff8" /><Relationship Type="http://schemas.openxmlformats.org/officeDocument/2006/relationships/slideMaster" Target="/ppt/slideMasters/slideMaster1.xml" Id="R1d3d3a44aea24130" /><Relationship Type="http://schemas.openxmlformats.org/officeDocument/2006/relationships/notesMaster" Target="/ppt/notesMasters/notesMaster1.xml" Id="Re9dbdc77cbba4de7" /><Relationship Type="http://schemas.openxmlformats.org/officeDocument/2006/relationships/presProps" Target="/ppt/presProps.xml" Id="Rc81a499e375446b8" /><Relationship Type="http://schemas.openxmlformats.org/officeDocument/2006/relationships/tableStyles" Target="/ppt/tableStyles.xml" Id="R5bc3e31df89e472c" /><Relationship Type="http://schemas.openxmlformats.org/officeDocument/2006/relationships/slide" Target="/ppt/slides/slide1.xml" Id="R45fe1f339b60452e" /><Relationship Type="http://schemas.openxmlformats.org/officeDocument/2006/relationships/slide" Target="/ppt/slides/slide2.xml" Id="R1e3d6eb9b2504c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29f4d27e474e9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477e9f58e464f3f" /><Relationship Type="http://schemas.openxmlformats.org/officeDocument/2006/relationships/notesMaster" Target="/ppt/notesMasters/notesMaster1.xml" Id="R304aa5268c5f4a1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0d521db29b4341" /><Relationship Type="http://schemas.openxmlformats.org/officeDocument/2006/relationships/notesMaster" Target="/ppt/notesMasters/notesMaster1.xml" Id="R1cc42b72c74340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작성 기준: 사용자 2026-10-12 요청 및 첨부 음성 A3LD 제어미팅 261008_133709.m4a. 기존 오토 잡체인지 제안서의 내용과 도식은 사용하지 않음.</a:t>
            </a:r>
          </a:p>
          <a:p xmlns:a="http://schemas.openxmlformats.org/drawingml/2006/main">
            <a:r>
              <a:t/>
            </a:r>
          </a:p>
          <a:p xmlns:a="http://schemas.openxmlformats.org/drawingml/2006/main">
            <a:r>
              <a:t>회의 근거(녹음 내부 시간): 17:08~20:31 새 모델 정보의 사전 전달 및 기판 도착 전 핀 준비 필요성 논의. 24:00~28:07 상위 PPID와 LD 모델·레시피의 구분, 모델명과 로컬 레시피 매칭 논의. 29:05~30:58 기존 Job 기판의 처리·배출, 마지막 기판 정보, 전환 시간 확보에 관한 논의. 36:29~36:50 PLC·가공·비전이 변경 상태를 동시에 확인하는 의견. 38:12~39:43 PLC를 통한 통합 확인, 가공 주도 및 인터페이스 경로 논의. 39:45~44:38 자동화 시퀀스 보완, 파워 확인·보정, 보호윈도우 조건, 검사와 Offset 보정에 관한 논의. 47:32~49:36 Job Change 트리거, 상위 정보와 Validation, 인터페이스 준비 범위 논의. 49:43~51:48 모델별 핀 테이블을 보유하는 방향 논의. 음성 자동 전사의 불명확한 고유명사 및 통신 명칭은 확정하지 않음.</a:t>
            </a:r>
          </a:p>
          <a:p xmlns:a="http://schemas.openxmlformats.org/drawingml/2006/main">
            <a:r>
              <a:t/>
            </a:r>
          </a:p>
          <a:p xmlns:a="http://schemas.openxmlformats.org/drawingml/2006/main">
            <a:r>
              <a:t>일치 여부: 사전 모델 정보에 따른 자동 레시피 전환, 파워 확인·보정, 각 Section의 새 모델 적용 확인을 관리한다는 큰 방향은 회의 내용과 맞는다. 기판 투입과 독립적인 Host 이벤트 및 가공 SW 완료 후 Section 통보라는 정확한 선후관계는 사용자 지정 설계로 채택했으며 회의에서 최종 합의한 순서로 단정하지 않는다. 회의에는 PLC가 타이밍을 관리하고 여러 주체가 동시에 확인하는 의견도 포함된다.</a:t>
            </a:r>
          </a:p>
          <a:p xmlns:a="http://schemas.openxmlformats.org/drawingml/2006/main">
            <a:r>
              <a:t/>
            </a:r>
          </a:p>
          <a:p xmlns:a="http://schemas.openxmlformats.org/drawingml/2006/main">
            <a:r>
              <a:t>사용자 지정 설계: 기판 투입과 독립적인 Host 이벤트, 가공 SW가 먼저 Job Change 수행, 내부 완료 후 PLC·비전 SW에 변경 통보, 그때 핀과 비전 파라미터 변경.</a:t>
            </a:r>
          </a:p>
          <a:p xmlns:a="http://schemas.openxmlformats.org/drawingml/2006/main">
            <a:r>
              <a:t/>
            </a:r>
          </a:p>
          <a:p xmlns:a="http://schemas.openxmlformats.org/drawingml/2006/main">
            <a:r>
              <a:t>미확정: 실제 전환 가능 상태(가공 중 요청의 대기·거절·즉시 실행), 자동 전환의 장치별 범위, 보호윈도우 교체 조건, 검사와 Offset 보정의 수행 시점 및 검사 대상 필요 여부, 구역별 파라미터 목록과 통신 경로, 병행 적용의 가능 여부, Host 완료 회신 기준, 실패·Timeout 복구 정책. 상위 PPID를 LD 레시피명과 무조건 동일하게 취급하지 않으며 모델 정보와 LD 레시피를 매칭하는 기준을 협의해야 한다.</a:t>
            </a:r>
          </a:p>
          <a:p xmlns:a="http://schemas.openxmlformats.org/drawingml/2006/main">
            <a:r>
              <a:t/>
            </a:r>
          </a:p>
          <a:p xmlns:a="http://schemas.openxmlformats.org/drawingml/2006/main">
            <a:r>
              <a:t>검사·Offset 보정을 자동 Job Change 완료 조건에 포함할 경우 비전 새 조건이 검사 전에 준비되어야 하므로, 비전 조건 적용을 모두 후행으로 두는 본 제안과의 관계를 협의해야 함. Host 요청 발생이 기판 투입과 독립이라는 것은 모든 설비 상태에서 즉시 동작해도 된다는 뜻으로 확정하지 않음. Phase 1 내부 완료와 Phase 2 전체 준비 완료를 구분함. 전체 준비 완료 후에도 기판 준비 조건이 충족되어야 가공을 시작함. 보호윈도우 교체는 레시피 변경마다 무조건 수행하는 동작으로 그리지 않음.</a:t>
            </a:r>
          </a:p>
          <a:p xmlns:a="http://schemas.openxmlformats.org/drawingml/2006/main">
            <a:r>
              <a:t/>
            </a:r>
          </a:p>
          <a:p xmlns:a="http://schemas.openxmlformats.org/drawingml/2006/main">
            <a:r>
              <a:t>도식의 단계명 및 메시지 표기는 설명용이며 실제 통신 명령명이나 현재 구현 코드의 동작을 뜻하지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작성 기준: 사용자 2026-10-12 요청 및 첨부 음성 A3LD 제어미팅 261008_133709.m4a. 실제 시간 측정치나 확정된 Timeout 값은 제공되지 않았으므로 초·밀리초 숫자를 만들지 않음. 차트의 가로 길이는 단계 순서를 이해하기 위한 개념적 간격임.</a:t>
            </a:r>
          </a:p>
          <a:p xmlns:a="http://schemas.openxmlformats.org/drawingml/2006/main">
            <a:r>
              <a:t/>
            </a:r>
          </a:p>
          <a:p xmlns:a="http://schemas.openxmlformats.org/drawingml/2006/main">
            <a:r>
              <a:t>t0: Host Job Change 요청 수신. 기판 투입 이벤트와 독립적으로 발생 가능. 실제 전환 시작은 설비 상태 및 전환 가능 조건의 확정이 필요.</a:t>
            </a:r>
          </a:p>
          <a:p xmlns:a="http://schemas.openxmlformats.org/drawingml/2006/main">
            <a:r>
              <a:t>t1: 가공 SW 내부 Job Change 동작 완료. PLC 핀 동작과 비전 조건 적용 완료를 뜻하지 않음.</a:t>
            </a:r>
          </a:p>
          <a:p xmlns:a="http://schemas.openxmlformats.org/drawingml/2006/main">
            <a:r>
              <a:t>t2: 가공 SW 내부 완료 이후 각 Section에 변경 통보. t2는 t1보다 앞설 수 없음. 통보가 즉시 이뤄지면 t2=t1이고 별도 지연이 필수라는 뜻이 아님.</a:t>
            </a:r>
          </a:p>
          <a:p xmlns:a="http://schemas.openxmlformats.org/drawingml/2006/main">
            <a:r>
              <a:t>t3: 필요한 모든 Section이 동일한 새 Job을 적용하고 준비 완료를 회신한 시점. 도식에서 비전이 늦게 끝나는 것은 예시 배치이며 실제로 어느 Section이 늦는지는 정하지 않음. PLC·비전은 t2 이후 병행 적용하는 제안이며 실제 동작 순서와 조건은 협의 대상.</a:t>
            </a:r>
          </a:p>
          <a:p xmlns:a="http://schemas.openxmlformats.org/drawingml/2006/main">
            <a:r>
              <a:t/>
            </a:r>
          </a:p>
          <a:p xmlns:a="http://schemas.openxmlformats.org/drawingml/2006/main">
            <a:r>
              <a:t>Host 수신 확인(ACK)과 최종 완료 보고는 서로 다른 의미로 정의할 필요가 있음. 완료 보고를 t1(가공 SW 내부 완료)으로 할지 t3(전체 Section 준비 완료)로 할지 음성에서 확정하지 못했으므로 실제 신호명과 고정 시점을 표기하지 않음.</a:t>
            </a:r>
          </a:p>
          <a:p xmlns:a="http://schemas.openxmlformats.org/drawingml/2006/main">
            <a:r>
              <a:t/>
            </a:r>
          </a:p>
          <a:p xmlns:a="http://schemas.openxmlformats.org/drawingml/2006/main">
            <a:r>
              <a:t>가공 시작은 t3뿐 아니라 기판 준비 및 정상 운전 조건이 충족되어야 함. 기판 투입의 실제 허가 조건 또는 기존 기판 처리 중 전환 정책은 본 타이밍 차트가 확정하지 않음.</a:t>
            </a:r>
          </a:p>
          <a:p xmlns:a="http://schemas.openxmlformats.org/drawingml/2006/main">
            <a:r>
              <a:t/>
            </a:r>
          </a:p>
          <a:p xmlns:a="http://schemas.openxmlformats.org/drawingml/2006/main">
            <a:r>
              <a:t>회의는 36:29~36:50 동시 확인 의견과 38:12~39:43 인터페이스 주체·경로 논의를 포함한다. 따라서 본 차트의 순서는 사용자 요청에 맞춘 제안이며 회의에서 최종 합의한 프로토콜로 표현하지 않는다. 자동 검사·Offset 보정의 포함 시점에 관한 한계는 1장 발표자 노트 참조.</a:t>
            </a:r>
          </a:p>
          <a:p xmlns:a="http://schemas.openxmlformats.org/drawingml/2006/main">
            <a:r>
              <a:t/>
            </a:r>
          </a:p>
          <a:p xmlns:a="http://schemas.openxmlformats.org/drawingml/2006/main">
            <a:r>
              <a:t>후반 근거: 86:07~87:28에서 Worst Case로 대략 몇 분이 걸릴지를 질문하고, 논의한 기능을 동작시킬 때 약 3분 이내 수준이라는 추정이 나옴. 단계별 실측 데이터, 정확한 포함 동작, 대기시간 포함 여부 및 사용자 지정 선후관계에 대한 확정 시간 예산은 아니다. 따라서 총 시간의 검토 참고치로만 표시하고 타이밍 막대를 3분에 비례하도록 배치하지 않았다. 보호윈도우 교체 관련 2분 언급의 정확한 대상은 자동 전사만으로 분명하지 않아 별도의 고정 단계 시간으로 사용하지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6a885c9bb64fc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e2b33d335f3477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06a492b6cd5437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e7603f7fc9c4c5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f65cceab5464df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1a50a1accbe48d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A1733FA-36C3-487E-AC5C-1261CB11CD39}"/>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0A3DFE3-7EC7-4810-BE68-AB71C45A0277}"/>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BF90A7A-000F-4CA9-936A-91DCD5AFDEA6}"/>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6FA274-57CE-4C3E-876B-CE7C194CB47C}"/>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E60FC60-C0AF-4258-BB4B-FE35B08D8388}"/>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2746A43-12B2-49D3-8466-44401ACD2765}"/>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6FF17C5-5A2E-4508-8E23-95FF184AD963}"/>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42E53BA-17C1-4E3C-96DF-DEE2057CDDF3}"/>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B44137-F401-49C3-862E-B74CC26D7D80}"/>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BB02F54-2390-4AFA-92F4-9B48344BC8BA}"/>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765b97cf1246e9" /><Relationship Type="http://schemas.openxmlformats.org/officeDocument/2006/relationships/slideLayout" Target="/ppt/slideLayouts/slideLayout1.xml" Id="R40bad85186a74457" /><Relationship Type="http://schemas.openxmlformats.org/officeDocument/2006/relationships/slideLayout" Target="/ppt/slideLayouts/slideLayout2.xml" Id="R0a81cba2706b4ced" /><Relationship Type="http://schemas.openxmlformats.org/officeDocument/2006/relationships/slideLayout" Target="/ppt/slideLayouts/slideLayout3.xml" Id="Rf85744fe325a4204" /><Relationship Type="http://schemas.openxmlformats.org/officeDocument/2006/relationships/slideLayout" Target="/ppt/slideLayouts/slideLayout4.xml" Id="R1ebfe5df6ac14d8f" /><Relationship Type="http://schemas.openxmlformats.org/officeDocument/2006/relationships/slideLayout" Target="/ppt/slideLayouts/slideLayout5.xml" Id="Rf037e6066eaa476f" /><Relationship Type="http://schemas.openxmlformats.org/officeDocument/2006/relationships/slideLayout" Target="/ppt/slideLayouts/slideLayout6.xml" Id="R63a29da3489c485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bad85186a74457"/>
    <p:sldLayoutId xmlns:r="http://schemas.openxmlformats.org/officeDocument/2006/relationships" id="2147483650" r:id="R0a81cba2706b4ced"/>
    <p:sldLayoutId xmlns:r="http://schemas.openxmlformats.org/officeDocument/2006/relationships" id="2147483651" r:id="Rf85744fe325a4204"/>
    <p:sldLayoutId xmlns:r="http://schemas.openxmlformats.org/officeDocument/2006/relationships" id="2147483652" r:id="R1ebfe5df6ac14d8f"/>
    <p:sldLayoutId xmlns:r="http://schemas.openxmlformats.org/officeDocument/2006/relationships" id="2147483653" r:id="Rf037e6066eaa476f"/>
    <p:sldLayoutId xmlns:r="http://schemas.openxmlformats.org/officeDocument/2006/relationships" id="2147483654" r:id="R63a29da3489c485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eb6468b904d4afd" /><Relationship Type="http://schemas.openxmlformats.org/officeDocument/2006/relationships/notesSlide" Target="/ppt/notesSlides/notesSlide1.xml" Id="R70b1f13df322444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9170e78b8314637" /><Relationship Type="http://schemas.openxmlformats.org/officeDocument/2006/relationships/notesSlide" Target="/ppt/notesSlides/notesSlide2.xml" Id="R451420369cfd49b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8" name="">
            <a:extLst xmlns:a="http://schemas.openxmlformats.org/drawingml/2006/main">
              <a:ext uri="{FF2B5EF4-FFF2-40B4-BE49-F238E27FC236}">
                <a16:creationId xmlns:a16="http://schemas.microsoft.com/office/drawing/2014/main" id="{52956FD6-4848-40AC-9045-95ECC6333F89}"/>
              </a:ext>
            </a:extLst>
          </p:cNvPr>
          <p:cNvCxnSpPr>
            <a:stCxn xmlns:a="http://schemas.openxmlformats.org/drawingml/2006/main" id="32" idx="3"/>
            <a:endCxn xmlns:a="http://schemas.openxmlformats.org/drawingml/2006/main" id="33" idx="1"/>
          </p:cNvCxnSpPr>
          <p:nvPr/>
        </p:nvCxnSpPr>
        <p:spPr>
          <a:xfrm xmlns:a="http://schemas.openxmlformats.org/drawingml/2006/main">
            <a:off x="11477625" y="6453188"/>
            <a:ext cx="809625" cy="0"/>
          </a:xfrm>
          <a:prstGeom xmlns:a="http://schemas.openxmlformats.org/drawingml/2006/main" prst="straightConnector1">
            <a:avLst/>
          </a:prstGeom>
          <a:ln xmlns:a="http://schemas.openxmlformats.org/drawingml/2006/main" w="20955">
            <a:solidFill>
              <a:srgbClr val="5C6C7C"/>
            </a:solidFill>
            <a:prstDash val="solid"/>
            <a:tailEnd type="triangle" w="sm" len="sm"/>
          </a:ln>
        </p:spPr>
      </p:cxnSp>
      <p:cxnSp>
        <p:nvCxnSpPr>
          <p:cNvPr id="37" name="">
            <a:extLst xmlns:a="http://schemas.openxmlformats.org/drawingml/2006/main">
              <a:ext uri="{FF2B5EF4-FFF2-40B4-BE49-F238E27FC236}">
                <a16:creationId xmlns:a16="http://schemas.microsoft.com/office/drawing/2014/main" id="{A035052E-2834-4828-B1C1-212E3A76CDB1}"/>
              </a:ext>
            </a:extLst>
          </p:cNvPr>
          <p:cNvCxnSpPr>
            <a:stCxn xmlns:a="http://schemas.openxmlformats.org/drawingml/2006/main" id="31" idx="3"/>
            <a:endCxn xmlns:a="http://schemas.openxmlformats.org/drawingml/2006/main" id="32" idx="1"/>
          </p:cNvCxnSpPr>
          <p:nvPr/>
        </p:nvCxnSpPr>
        <p:spPr>
          <a:xfrm xmlns:a="http://schemas.openxmlformats.org/drawingml/2006/main" flipV="1">
            <a:off x="7429500" y="6453188"/>
            <a:ext cx="904875" cy="542925"/>
          </a:xfrm>
          <a:prstGeom xmlns:a="http://schemas.openxmlformats.org/drawingml/2006/main" prst="straightConnector1">
            <a:avLst/>
          </a:prstGeom>
          <a:ln xmlns:a="http://schemas.openxmlformats.org/drawingml/2006/main" w="20955">
            <a:solidFill>
              <a:srgbClr val="5C6C7C"/>
            </a:solidFill>
            <a:prstDash val="solid"/>
            <a:tailEnd type="triangle" w="sm" len="sm"/>
          </a:ln>
        </p:spPr>
      </p:cxnSp>
      <p:cxnSp>
        <p:nvCxnSpPr>
          <p:cNvPr id="36" name="">
            <a:extLst xmlns:a="http://schemas.openxmlformats.org/drawingml/2006/main">
              <a:ext uri="{FF2B5EF4-FFF2-40B4-BE49-F238E27FC236}">
                <a16:creationId xmlns:a16="http://schemas.microsoft.com/office/drawing/2014/main" id="{FD0AFD0F-865D-48B4-8746-C0115EF7CD87}"/>
              </a:ext>
            </a:extLst>
          </p:cNvPr>
          <p:cNvCxnSpPr>
            <a:stCxn xmlns:a="http://schemas.openxmlformats.org/drawingml/2006/main" id="30" idx="3"/>
            <a:endCxn xmlns:a="http://schemas.openxmlformats.org/drawingml/2006/main" id="32" idx="1"/>
          </p:cNvCxnSpPr>
          <p:nvPr/>
        </p:nvCxnSpPr>
        <p:spPr>
          <a:xfrm xmlns:a="http://schemas.openxmlformats.org/drawingml/2006/main">
            <a:off x="7429500" y="6005513"/>
            <a:ext cx="904875" cy="447675"/>
          </a:xfrm>
          <a:prstGeom xmlns:a="http://schemas.openxmlformats.org/drawingml/2006/main" prst="straightConnector1">
            <a:avLst/>
          </a:prstGeom>
          <a:ln xmlns:a="http://schemas.openxmlformats.org/drawingml/2006/main" w="20955">
            <a:solidFill>
              <a:srgbClr val="5C6C7C"/>
            </a:solidFill>
            <a:prstDash val="solid"/>
            <a:tailEnd type="triangle" w="sm" len="sm"/>
          </a:ln>
        </p:spPr>
      </p:cxnSp>
      <p:cxnSp>
        <p:nvCxnSpPr>
          <p:cNvPr id="35" name="">
            <a:extLst xmlns:a="http://schemas.openxmlformats.org/drawingml/2006/main">
              <a:ext uri="{FF2B5EF4-FFF2-40B4-BE49-F238E27FC236}">
                <a16:creationId xmlns:a16="http://schemas.microsoft.com/office/drawing/2014/main" id="{DB971592-0CB7-48B2-B0C7-6048C081F5F5}"/>
              </a:ext>
            </a:extLst>
          </p:cNvPr>
          <p:cNvCxnSpPr>
            <a:stCxn xmlns:a="http://schemas.openxmlformats.org/drawingml/2006/main" id="29" idx="3"/>
            <a:endCxn xmlns:a="http://schemas.openxmlformats.org/drawingml/2006/main" id="31" idx="1"/>
          </p:cNvCxnSpPr>
          <p:nvPr/>
        </p:nvCxnSpPr>
        <p:spPr>
          <a:xfrm xmlns:a="http://schemas.openxmlformats.org/drawingml/2006/main">
            <a:off x="3190875" y="6453188"/>
            <a:ext cx="904875" cy="542925"/>
          </a:xfrm>
          <a:prstGeom xmlns:a="http://schemas.openxmlformats.org/drawingml/2006/main" prst="straightConnector1">
            <a:avLst/>
          </a:prstGeom>
          <a:ln xmlns:a="http://schemas.openxmlformats.org/drawingml/2006/main" w="20955">
            <a:solidFill>
              <a:srgbClr val="5C6C7C"/>
            </a:solidFill>
            <a:prstDash val="solid"/>
            <a:tailEnd type="triangle" w="sm" len="sm"/>
          </a:ln>
        </p:spPr>
      </p:cxnSp>
      <p:cxnSp>
        <p:nvCxnSpPr>
          <p:cNvPr id="34" name="">
            <a:extLst xmlns:a="http://schemas.openxmlformats.org/drawingml/2006/main">
              <a:ext uri="{FF2B5EF4-FFF2-40B4-BE49-F238E27FC236}">
                <a16:creationId xmlns:a16="http://schemas.microsoft.com/office/drawing/2014/main" id="{32433F1B-53F9-449A-8FDE-BF2F94AB95F6}"/>
              </a:ext>
            </a:extLst>
          </p:cNvPr>
          <p:cNvCxnSpPr>
            <a:stCxn xmlns:a="http://schemas.openxmlformats.org/drawingml/2006/main" id="29" idx="3"/>
            <a:endCxn xmlns:a="http://schemas.openxmlformats.org/drawingml/2006/main" id="30" idx="1"/>
          </p:cNvCxnSpPr>
          <p:nvPr/>
        </p:nvCxnSpPr>
        <p:spPr>
          <a:xfrm xmlns:a="http://schemas.openxmlformats.org/drawingml/2006/main" flipV="1">
            <a:off x="3190875" y="6005513"/>
            <a:ext cx="904875" cy="447675"/>
          </a:xfrm>
          <a:prstGeom xmlns:a="http://schemas.openxmlformats.org/drawingml/2006/main" prst="straightConnector1">
            <a:avLst/>
          </a:prstGeom>
          <a:ln xmlns:a="http://schemas.openxmlformats.org/drawingml/2006/main" w="20955">
            <a:solidFill>
              <a:srgbClr val="5C6C7C"/>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8DD0ABEE-2AA2-4330-B5E6-8A91F3DE78B5}"/>
              </a:ext>
            </a:extLst>
          </p:cNvPr>
          <p:cNvCxnSpPr>
            <a:stCxn xmlns:a="http://schemas.openxmlformats.org/drawingml/2006/main" id="9" idx="2"/>
            <a:endCxn xmlns:a="http://schemas.openxmlformats.org/drawingml/2006/main" id="19" idx="0"/>
          </p:cNvCxnSpPr>
          <p:nvPr/>
        </p:nvCxnSpPr>
        <p:spPr>
          <a:xfrm xmlns:a="http://schemas.openxmlformats.org/drawingml/2006/main">
            <a:off x="5953125" y="3695700"/>
            <a:ext cx="976313" cy="400050"/>
          </a:xfrm>
          <a:prstGeom xmlns:a="http://schemas.openxmlformats.org/drawingml/2006/main" prst="straightConnector1">
            <a:avLst/>
          </a:prstGeom>
          <a:ln xmlns:a="http://schemas.openxmlformats.org/drawingml/2006/main" w="20955">
            <a:solidFill>
              <a:srgbClr val="A64743"/>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81732621-BFD6-4FE8-BE33-E04133FAF49A}"/>
              </a:ext>
            </a:extLst>
          </p:cNvPr>
          <p:cNvCxnSpPr>
            <a:stCxn xmlns:a="http://schemas.openxmlformats.org/drawingml/2006/main" id="11" idx="3"/>
            <a:endCxn xmlns:a="http://schemas.openxmlformats.org/drawingml/2006/main" id="12" idx="1"/>
          </p:cNvCxnSpPr>
          <p:nvPr/>
        </p:nvCxnSpPr>
        <p:spPr>
          <a:xfrm xmlns:a="http://schemas.openxmlformats.org/drawingml/2006/main">
            <a:off x="12477750" y="3009900"/>
            <a:ext cx="476250" cy="0"/>
          </a:xfrm>
          <a:prstGeom xmlns:a="http://schemas.openxmlformats.org/drawingml/2006/main" prst="straightConnector1">
            <a:avLst/>
          </a:prstGeom>
          <a:ln xmlns:a="http://schemas.openxmlformats.org/drawingml/2006/main" w="20955">
            <a:solidFill>
              <a:srgbClr val="5C6C7C"/>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84777800-AB61-4F3F-991E-967B8E8BAFF1}"/>
              </a:ext>
            </a:extLst>
          </p:cNvPr>
          <p:cNvCxnSpPr>
            <a:stCxn xmlns:a="http://schemas.openxmlformats.org/drawingml/2006/main" id="10" idx="3"/>
            <a:endCxn xmlns:a="http://schemas.openxmlformats.org/drawingml/2006/main" id="11" idx="1"/>
          </p:cNvCxnSpPr>
          <p:nvPr/>
        </p:nvCxnSpPr>
        <p:spPr>
          <a:xfrm xmlns:a="http://schemas.openxmlformats.org/drawingml/2006/main">
            <a:off x="9286875" y="3009900"/>
            <a:ext cx="476250" cy="0"/>
          </a:xfrm>
          <a:prstGeom xmlns:a="http://schemas.openxmlformats.org/drawingml/2006/main" prst="straightConnector1">
            <a:avLst/>
          </a:prstGeom>
          <a:ln xmlns:a="http://schemas.openxmlformats.org/drawingml/2006/main" w="20955">
            <a:solidFill>
              <a:srgbClr val="5C6C7C"/>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8EB46FBD-E2FF-4B86-A51D-2D894A77CF87}"/>
              </a:ext>
            </a:extLst>
          </p:cNvPr>
          <p:cNvCxnSpPr>
            <a:stCxn xmlns:a="http://schemas.openxmlformats.org/drawingml/2006/main" id="9" idx="3"/>
            <a:endCxn xmlns:a="http://schemas.openxmlformats.org/drawingml/2006/main" id="10" idx="1"/>
          </p:cNvCxnSpPr>
          <p:nvPr/>
        </p:nvCxnSpPr>
        <p:spPr>
          <a:xfrm xmlns:a="http://schemas.openxmlformats.org/drawingml/2006/main">
            <a:off x="6858000" y="3009900"/>
            <a:ext cx="285750" cy="0"/>
          </a:xfrm>
          <a:prstGeom xmlns:a="http://schemas.openxmlformats.org/drawingml/2006/main" prst="straightConnector1">
            <a:avLst/>
          </a:prstGeom>
          <a:ln xmlns:a="http://schemas.openxmlformats.org/drawingml/2006/main" w="20955">
            <a:solidFill>
              <a:srgbClr val="5C6C7C"/>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94F71B95-B7A6-4198-9CF4-ADA3796FEA0F}"/>
              </a:ext>
            </a:extLst>
          </p:cNvPr>
          <p:cNvCxnSpPr>
            <a:stCxn xmlns:a="http://schemas.openxmlformats.org/drawingml/2006/main" id="8" idx="3"/>
            <a:endCxn xmlns:a="http://schemas.openxmlformats.org/drawingml/2006/main" id="9" idx="1"/>
          </p:cNvCxnSpPr>
          <p:nvPr/>
        </p:nvCxnSpPr>
        <p:spPr>
          <a:xfrm xmlns:a="http://schemas.openxmlformats.org/drawingml/2006/main">
            <a:off x="4762500" y="3009900"/>
            <a:ext cx="285750" cy="0"/>
          </a:xfrm>
          <a:prstGeom xmlns:a="http://schemas.openxmlformats.org/drawingml/2006/main" prst="straightConnector1">
            <a:avLst/>
          </a:prstGeom>
          <a:ln xmlns:a="http://schemas.openxmlformats.org/drawingml/2006/main" w="20955">
            <a:solidFill>
              <a:srgbClr val="5C6C7C"/>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F9193A96-A88C-4345-B0D9-66454BD83227}"/>
              </a:ext>
            </a:extLst>
          </p:cNvPr>
          <p:cNvCxnSpPr>
            <a:stCxn xmlns:a="http://schemas.openxmlformats.org/drawingml/2006/main" id="7" idx="3"/>
            <a:endCxn xmlns:a="http://schemas.openxmlformats.org/drawingml/2006/main" id="8" idx="1"/>
          </p:cNvCxnSpPr>
          <p:nvPr/>
        </p:nvCxnSpPr>
        <p:spPr>
          <a:xfrm xmlns:a="http://schemas.openxmlformats.org/drawingml/2006/main">
            <a:off x="2381250" y="3009900"/>
            <a:ext cx="476250" cy="0"/>
          </a:xfrm>
          <a:prstGeom xmlns:a="http://schemas.openxmlformats.org/drawingml/2006/main" prst="straightConnector1">
            <a:avLst/>
          </a:prstGeom>
          <a:ln xmlns:a="http://schemas.openxmlformats.org/drawingml/2006/main" w="20955">
            <a:solidFill>
              <a:srgbClr val="5C6C7C"/>
            </a:solidFill>
            <a:prstDash val="solid"/>
            <a:tailEnd type="triangle" w="sm" len="sm"/>
          </a:ln>
        </p:spPr>
      </p:cxnSp>
      <p:sp>
        <p:nvSpPr>
          <p:cNvPr id="42" name="deck-title">
            <a:extLst xmlns:a="http://schemas.openxmlformats.org/drawingml/2006/main">
              <a:ext uri="{FF2B5EF4-FFF2-40B4-BE49-F238E27FC236}">
                <a16:creationId xmlns:a16="http://schemas.microsoft.com/office/drawing/2014/main" id="{A9B3111E-F3E4-4012-B6AF-FCD0218582D1}"/>
              </a:ext>
            </a:extLst>
          </p:cNvPr>
          <p:cNvSpPr>
            <a:spLocks xmlns:a="http://schemas.openxmlformats.org/drawingml/2006/main" noGrp="1"/>
          </p:cNvSpPr>
          <p:nvPr/>
        </p:nvSpPr>
        <p:spPr>
          <a:xfrm xmlns:a="http://schemas.openxmlformats.org/drawingml/2006/main">
            <a:off x="571500" y="266700"/>
            <a:ext cx="1371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300" b="1">
                <a:solidFill>
                  <a:srgbClr val="172F46"/>
                </a:solidFill>
                <a:latin typeface="Malgun Gothic"/>
                <a:ea typeface="Malgun Gothic"/>
                <a:cs typeface="Malgun Gothic"/>
              </a:defRPr>
            </a:defPPr>
          </a:lstStyle>
          <a:p xmlns:a="http://schemas.openxmlformats.org/drawingml/2006/main">
            <a:pPr algn="l">
              <a:defRPr sz="3300" b="1">
                <a:solidFill>
                  <a:srgbClr val="172F46"/>
                </a:solidFill>
                <a:latin typeface="Malgun Gothic"/>
                <a:ea typeface="Malgun Gothic"/>
                <a:cs typeface="Malgun Gothic"/>
              </a:defRPr>
            </a:pPr>
            <a:r>
              <a:rPr sz="3300" b="1">
                <a:solidFill>
                  <a:srgbClr val="172F46"/>
                </a:solidFill>
                <a:latin typeface="Malgun Gothic"/>
                <a:ea typeface="Malgun Gothic"/>
                <a:cs typeface="Malgun Gothic"/>
              </a:rPr>
              <a:t>오토 잡체인지 시퀀스 플로우차트</a:t>
            </a:r>
          </a:p>
        </p:txBody>
      </p:sp>
      <p:sp>
        <p:nvSpPr>
          <p:cNvPr id="2" name="deck-subtitle">
            <a:extLst xmlns:a="http://schemas.openxmlformats.org/drawingml/2006/main">
              <a:ext uri="{FF2B5EF4-FFF2-40B4-BE49-F238E27FC236}">
                <a16:creationId xmlns:a16="http://schemas.microsoft.com/office/drawing/2014/main" id="{0C17D460-8B18-4DEF-8CE0-CC7A2B25EF32}"/>
              </a:ext>
            </a:extLst>
          </p:cNvPr>
          <p:cNvSpPr>
            <a:spLocks xmlns:a="http://schemas.openxmlformats.org/drawingml/2006/main" noGrp="1"/>
          </p:cNvSpPr>
          <p:nvPr/>
        </p:nvSpPr>
        <p:spPr>
          <a:xfrm xmlns:a="http://schemas.openxmlformats.org/drawingml/2006/main">
            <a:off x="571500" y="990600"/>
            <a:ext cx="1390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0">
                <a:solidFill>
                  <a:srgbClr val="5C6C7C"/>
                </a:solidFill>
                <a:latin typeface="Malgun Gothic"/>
                <a:ea typeface="Malgun Gothic"/>
                <a:cs typeface="Malgun Gothic"/>
              </a:defRPr>
            </a:defPPr>
          </a:lstStyle>
          <a:p xmlns:a="http://schemas.openxmlformats.org/drawingml/2006/main">
            <a:pPr algn="l">
              <a:defRPr sz="1875" b="0">
                <a:solidFill>
                  <a:srgbClr val="5C6C7C"/>
                </a:solidFill>
                <a:latin typeface="Malgun Gothic"/>
                <a:ea typeface="Malgun Gothic"/>
                <a:cs typeface="Malgun Gothic"/>
              </a:defRPr>
            </a:pPr>
            <a:r>
              <a:rPr sz="1875" b="0">
                <a:solidFill>
                  <a:srgbClr val="5C6C7C"/>
                </a:solidFill>
                <a:latin typeface="Malgun Gothic"/>
                <a:ea typeface="Malgun Gothic"/>
                <a:cs typeface="Malgun Gothic"/>
              </a:rPr>
              <a:t>가공 SW가 먼저 전환을 완료하고, 이후 PLC·비전 SW에 새 Job을 전달하는 제안</a:t>
            </a:r>
          </a:p>
        </p:txBody>
      </p:sp>
      <p:cxnSp>
        <p:nvCxnSpPr>
          <p:cNvPr id="3" name="title-rule">
            <a:extLst xmlns:a="http://schemas.openxmlformats.org/drawingml/2006/main">
              <a:ext uri="{FF2B5EF4-FFF2-40B4-BE49-F238E27FC236}">
                <a16:creationId xmlns:a16="http://schemas.microsoft.com/office/drawing/2014/main" id="{E0815559-AF6C-4E73-A8D7-0B73FA2F0AC9}"/>
              </a:ext>
            </a:extLst>
          </p:cNvPr>
          <p:cNvCxnSpPr/>
          <p:nvPr/>
        </p:nvCxnSpPr>
        <p:spPr>
          <a:xfrm xmlns:a="http://schemas.openxmlformats.org/drawingml/2006/main" flipH="0" flipV="0">
            <a:off x="571500" y="1638300"/>
            <a:ext cx="14097000" cy="0"/>
          </a:xfrm>
          <a:prstGeom xmlns:a="http://schemas.openxmlformats.org/drawingml/2006/main" prst="straightConnector1">
            <a:avLst/>
          </a:prstGeom>
          <a:ln xmlns:a="http://schemas.openxmlformats.org/drawingml/2006/main" w="12383">
            <a:solidFill>
              <a:srgbClr val="B8C4CF"/>
            </a:solidFill>
            <a:prstDash val="solid"/>
            <a:tailEnd type="none" w="med" len="med"/>
          </a:ln>
        </p:spPr>
      </p:cxnSp>
      <p:sp>
        <p:nvSpPr>
          <p:cNvPr id="4" name="page-number">
            <a:extLst xmlns:a="http://schemas.openxmlformats.org/drawingml/2006/main">
              <a:ext uri="{FF2B5EF4-FFF2-40B4-BE49-F238E27FC236}">
                <a16:creationId xmlns:a16="http://schemas.microsoft.com/office/drawing/2014/main" id="{50533B02-AD58-43E7-8E14-B2DFB0E8AD95}"/>
              </a:ext>
            </a:extLst>
          </p:cNvPr>
          <p:cNvSpPr>
            <a:spLocks xmlns:a="http://schemas.openxmlformats.org/drawingml/2006/main" noGrp="1"/>
          </p:cNvSpPr>
          <p:nvPr/>
        </p:nvSpPr>
        <p:spPr>
          <a:xfrm xmlns:a="http://schemas.openxmlformats.org/drawingml/2006/main">
            <a:off x="13906500" y="813435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425" b="0">
                <a:solidFill>
                  <a:srgbClr val="5C6C7C"/>
                </a:solidFill>
                <a:latin typeface="Malgun Gothic"/>
                <a:ea typeface="Malgun Gothic"/>
                <a:cs typeface="Malgun Gothic"/>
              </a:defRPr>
            </a:defPPr>
          </a:lstStyle>
          <a:p xmlns:a="http://schemas.openxmlformats.org/drawingml/2006/main">
            <a:pPr algn="r">
              <a:defRPr sz="1425" b="0">
                <a:solidFill>
                  <a:srgbClr val="5C6C7C"/>
                </a:solidFill>
                <a:latin typeface="Malgun Gothic"/>
                <a:ea typeface="Malgun Gothic"/>
                <a:cs typeface="Malgun Gothic"/>
              </a:defRPr>
            </a:pPr>
            <a:r>
              <a:rPr sz="1425" b="0">
                <a:solidFill>
                  <a:srgbClr val="5C6C7C"/>
                </a:solidFill>
                <a:latin typeface="Malgun Gothic"/>
                <a:ea typeface="Malgun Gothic"/>
                <a:cs typeface="Malgun Gothic"/>
              </a:rPr>
              <a:t>1 / 2</a:t>
            </a:r>
          </a:p>
        </p:txBody>
      </p:sp>
      <p:sp>
        <p:nvSpPr>
          <p:cNvPr id="5" name="phase-a">
            <a:extLst xmlns:a="http://schemas.openxmlformats.org/drawingml/2006/main">
              <a:ext uri="{FF2B5EF4-FFF2-40B4-BE49-F238E27FC236}">
                <a16:creationId xmlns:a16="http://schemas.microsoft.com/office/drawing/2014/main" id="{6C34DFD1-7AC7-4AF2-8CBE-9D4796AE7CF3}"/>
              </a:ext>
            </a:extLst>
          </p:cNvPr>
          <p:cNvSpPr>
            <a:spLocks xmlns:a="http://schemas.openxmlformats.org/drawingml/2006/main" noGrp="1"/>
          </p:cNvSpPr>
          <p:nvPr/>
        </p:nvSpPr>
        <p:spPr>
          <a:xfrm xmlns:a="http://schemas.openxmlformats.org/drawingml/2006/main">
            <a:off x="2857500" y="1781175"/>
            <a:ext cx="1181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1">
                <a:solidFill>
                  <a:srgbClr val="1667B2"/>
                </a:solidFill>
                <a:latin typeface="Malgun Gothic"/>
                <a:ea typeface="Malgun Gothic"/>
                <a:cs typeface="Malgun Gothic"/>
              </a:defRPr>
            </a:defPPr>
          </a:lstStyle>
          <a:p xmlns:a="http://schemas.openxmlformats.org/drawingml/2006/main">
            <a:pPr algn="l">
              <a:defRPr sz="2025" b="1">
                <a:solidFill>
                  <a:srgbClr val="1667B2"/>
                </a:solidFill>
                <a:latin typeface="Malgun Gothic"/>
                <a:ea typeface="Malgun Gothic"/>
                <a:cs typeface="Malgun Gothic"/>
              </a:defRPr>
            </a:pPr>
            <a:r>
              <a:rPr sz="2025" b="1">
                <a:solidFill>
                  <a:srgbClr val="1667B2"/>
                </a:solidFill>
                <a:latin typeface="Malgun Gothic"/>
                <a:ea typeface="Malgun Gothic"/>
                <a:cs typeface="Malgun Gothic"/>
              </a:rPr>
              <a:t>1  가공 SW 선행 전환</a:t>
            </a:r>
          </a:p>
        </p:txBody>
      </p:sp>
      <p:sp>
        <p:nvSpPr>
          <p:cNvPr id="6" name="host-name">
            <a:extLst xmlns:a="http://schemas.openxmlformats.org/drawingml/2006/main">
              <a:ext uri="{FF2B5EF4-FFF2-40B4-BE49-F238E27FC236}">
                <a16:creationId xmlns:a16="http://schemas.microsoft.com/office/drawing/2014/main" id="{6B477942-AEB9-449C-8853-270F69DFE5FA}"/>
              </a:ext>
            </a:extLst>
          </p:cNvPr>
          <p:cNvSpPr>
            <a:spLocks xmlns:a="http://schemas.openxmlformats.org/drawingml/2006/main" noGrp="1"/>
          </p:cNvSpPr>
          <p:nvPr/>
        </p:nvSpPr>
        <p:spPr>
          <a:xfrm xmlns:a="http://schemas.openxmlformats.org/drawingml/2006/main">
            <a:off x="571500" y="1781175"/>
            <a:ext cx="180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172F46"/>
                </a:solidFill>
                <a:latin typeface="Malgun Gothic"/>
                <a:ea typeface="Malgun Gothic"/>
                <a:cs typeface="Malgun Gothic"/>
              </a:defRPr>
            </a:defPPr>
          </a:lstStyle>
          <a:p xmlns:a="http://schemas.openxmlformats.org/drawingml/2006/main">
            <a:pPr algn="ctr">
              <a:defRPr sz="1875" b="1">
                <a:solidFill>
                  <a:srgbClr val="172F46"/>
                </a:solidFill>
                <a:latin typeface="Malgun Gothic"/>
                <a:ea typeface="Malgun Gothic"/>
                <a:cs typeface="Malgun Gothic"/>
              </a:defRPr>
            </a:pPr>
            <a:r>
              <a:rPr sz="1875" b="1">
                <a:solidFill>
                  <a:srgbClr val="172F46"/>
                </a:solidFill>
                <a:latin typeface="Malgun Gothic"/>
                <a:ea typeface="Malgun Gothic"/>
                <a:cs typeface="Malgun Gothic"/>
              </a:rPr>
              <a:t>상위 Host</a:t>
            </a:r>
          </a:p>
        </p:txBody>
      </p:sp>
      <p:sp>
        <p:nvSpPr>
          <p:cNvPr id="7" name="host-job-event">
            <a:extLst xmlns:a="http://schemas.openxmlformats.org/drawingml/2006/main">
              <a:ext uri="{FF2B5EF4-FFF2-40B4-BE49-F238E27FC236}">
                <a16:creationId xmlns:a16="http://schemas.microsoft.com/office/drawing/2014/main" id="{3A9EA1E6-5095-49E3-AD25-4BBACAA868CA}"/>
              </a:ext>
            </a:extLst>
          </p:cNvPr>
          <p:cNvSpPr>
            <a:spLocks xmlns:a="http://schemas.openxmlformats.org/drawingml/2006/main" noGrp="1"/>
          </p:cNvSpPr>
          <p:nvPr/>
        </p:nvSpPr>
        <p:spPr>
          <a:xfrm xmlns:a="http://schemas.openxmlformats.org/drawingml/2006/main">
            <a:off x="571500" y="2495550"/>
            <a:ext cx="1809750" cy="1028700"/>
          </a:xfrm>
          <a:prstGeom xmlns:a="http://schemas.openxmlformats.org/drawingml/2006/main" prst="rect">
            <a:avLst/>
          </a:prstGeom>
          <a:solidFill xmlns:a="http://schemas.openxmlformats.org/drawingml/2006/main">
            <a:srgbClr val="F5F7FA"/>
          </a:solidFill>
          <a:ln xmlns:a="http://schemas.openxmlformats.org/drawingml/2006/main" w="16193">
            <a:solidFill>
              <a:srgbClr val="5C6C7C"/>
            </a:solidFill>
            <a:prstDash val="solid"/>
          </a:ln>
        </p:spPr>
        <p:txBody>
          <a:bodyPr xmlns:a="http://schemas.openxmlformats.org/drawingml/2006/main" wrap="square" lIns="114300" tIns="76200" rIns="114300" bIns="76200" anchor="ctr">
            <a:noAutofit/>
          </a:bodyPr>
          <a:lstStyle xmlns:a="http://schemas.openxmlformats.org/drawingml/2006/main">
            <a:defPPr algn="ctr">
              <a:defRPr sz="1800" b="0">
                <a:solidFill>
                  <a:srgbClr val="172F46"/>
                </a:solidFill>
                <a:latin typeface="Malgun Gothic"/>
                <a:ea typeface="Malgun Gothic"/>
                <a:cs typeface="Malgun Gothic"/>
              </a:defRPr>
            </a:defPPr>
          </a:lstStyle>
          <a:p xmlns:a="http://schemas.openxmlformats.org/drawingml/2006/main">
            <a:pPr algn="ctr">
              <a:defRPr sz="1800" b="0">
                <a:solidFill>
                  <a:srgbClr val="172F46"/>
                </a:solidFill>
                <a:latin typeface="Malgun Gothic"/>
                <a:ea typeface="Malgun Gothic"/>
                <a:cs typeface="Malgun Gothic"/>
              </a:defRPr>
            </a:pPr>
            <a:r>
              <a:rPr sz="1800" b="0">
                <a:solidFill>
                  <a:srgbClr val="172F46"/>
                </a:solidFill>
                <a:latin typeface="Malgun Gothic"/>
                <a:ea typeface="Malgun Gothic"/>
                <a:cs typeface="Malgun Gothic"/>
              </a:rPr>
              <a:t>Job Change 요청</a:t>
            </a:r>
          </a:p>
          <a:p xmlns:a="http://schemas.openxmlformats.org/drawingml/2006/main">
            <a:pPr algn="ctr">
              <a:defRPr sz="1800" b="0">
                <a:solidFill>
                  <a:srgbClr val="172F46"/>
                </a:solidFill>
                <a:latin typeface="Malgun Gothic"/>
                <a:ea typeface="Malgun Gothic"/>
                <a:cs typeface="Malgun Gothic"/>
              </a:defRPr>
            </a:pPr>
            <a:r>
              <a:rPr sz="1800" b="0">
                <a:solidFill>
                  <a:srgbClr val="172F46"/>
                </a:solidFill>
                <a:latin typeface="Malgun Gothic"/>
                <a:ea typeface="Malgun Gothic"/>
                <a:cs typeface="Malgun Gothic"/>
              </a:rPr>
              <a:t>임의 시점 발생</a:t>
            </a:r>
          </a:p>
        </p:txBody>
      </p:sp>
      <p:sp>
        <p:nvSpPr>
          <p:cNvPr id="8" name="sw-request">
            <a:extLst xmlns:a="http://schemas.openxmlformats.org/drawingml/2006/main">
              <a:ext uri="{FF2B5EF4-FFF2-40B4-BE49-F238E27FC236}">
                <a16:creationId xmlns:a16="http://schemas.microsoft.com/office/drawing/2014/main" id="{2B167E81-E781-450E-831E-0A07501AF8E3}"/>
              </a:ext>
            </a:extLst>
          </p:cNvPr>
          <p:cNvSpPr>
            <a:spLocks xmlns:a="http://schemas.openxmlformats.org/drawingml/2006/main" noGrp="1"/>
          </p:cNvSpPr>
          <p:nvPr/>
        </p:nvSpPr>
        <p:spPr>
          <a:xfrm xmlns:a="http://schemas.openxmlformats.org/drawingml/2006/main">
            <a:off x="2857500" y="2495550"/>
            <a:ext cx="1905000" cy="1028700"/>
          </a:xfrm>
          <a:prstGeom xmlns:a="http://schemas.openxmlformats.org/drawingml/2006/main" prst="rect">
            <a:avLst/>
          </a:prstGeom>
          <a:solidFill xmlns:a="http://schemas.openxmlformats.org/drawingml/2006/main">
            <a:srgbClr val="EAF3FC"/>
          </a:solidFill>
          <a:ln xmlns:a="http://schemas.openxmlformats.org/drawingml/2006/main" w="16193">
            <a:solidFill>
              <a:srgbClr val="1667B2"/>
            </a:solidFill>
            <a:prstDash val="solid"/>
          </a:ln>
        </p:spPr>
        <p:txBody>
          <a:bodyPr xmlns:a="http://schemas.openxmlformats.org/drawingml/2006/main" wrap="square" lIns="114300" tIns="76200" rIns="114300" bIns="76200" anchor="ctr">
            <a:noAutofit/>
          </a:bodyPr>
          <a:lstStyle xmlns:a="http://schemas.openxmlformats.org/drawingml/2006/main">
            <a:defPPr algn="ctr">
              <a:defRPr sz="1800" b="0">
                <a:solidFill>
                  <a:srgbClr val="172F46"/>
                </a:solidFill>
                <a:latin typeface="Malgun Gothic"/>
                <a:ea typeface="Malgun Gothic"/>
                <a:cs typeface="Malgun Gothic"/>
              </a:defRPr>
            </a:defPPr>
          </a:lstStyle>
          <a:p xmlns:a="http://schemas.openxmlformats.org/drawingml/2006/main">
            <a:pPr algn="ctr">
              <a:defRPr sz="1800" b="0">
                <a:solidFill>
                  <a:srgbClr val="172F46"/>
                </a:solidFill>
                <a:latin typeface="Malgun Gothic"/>
                <a:ea typeface="Malgun Gothic"/>
                <a:cs typeface="Malgun Gothic"/>
              </a:defRPr>
            </a:pPr>
            <a:r>
              <a:rPr sz="1800" b="0">
                <a:solidFill>
                  <a:srgbClr val="172F46"/>
                </a:solidFill>
                <a:latin typeface="Malgun Gothic"/>
                <a:ea typeface="Malgun Gothic"/>
                <a:cs typeface="Malgun Gothic"/>
              </a:rPr>
              <a:t>요청 접수</a:t>
            </a:r>
          </a:p>
          <a:p xmlns:a="http://schemas.openxmlformats.org/drawingml/2006/main">
            <a:pPr algn="ctr">
              <a:defRPr sz="1800" b="0">
                <a:solidFill>
                  <a:srgbClr val="172F46"/>
                </a:solidFill>
                <a:latin typeface="Malgun Gothic"/>
                <a:ea typeface="Malgun Gothic"/>
                <a:cs typeface="Malgun Gothic"/>
              </a:defRPr>
            </a:pPr>
            <a:r>
              <a:rPr sz="1800" b="0">
                <a:solidFill>
                  <a:srgbClr val="172F46"/>
                </a:solidFill>
                <a:latin typeface="Malgun Gothic"/>
                <a:ea typeface="Malgun Gothic"/>
                <a:cs typeface="Malgun Gothic"/>
              </a:rPr>
              <a:t>LD 레시피 매칭</a:t>
            </a:r>
          </a:p>
        </p:txBody>
      </p:sp>
      <p:sp>
        <p:nvSpPr>
          <p:cNvPr id="9" name="change-condition">
            <a:extLst xmlns:a="http://schemas.openxmlformats.org/drawingml/2006/main">
              <a:ext uri="{FF2B5EF4-FFF2-40B4-BE49-F238E27FC236}">
                <a16:creationId xmlns:a16="http://schemas.microsoft.com/office/drawing/2014/main" id="{B91785F0-6111-44D6-946D-8A86A8E61A2B}"/>
              </a:ext>
            </a:extLst>
          </p:cNvPr>
          <p:cNvSpPr>
            <a:spLocks xmlns:a="http://schemas.openxmlformats.org/drawingml/2006/main" noGrp="1"/>
          </p:cNvSpPr>
          <p:nvPr/>
        </p:nvSpPr>
        <p:spPr>
          <a:xfrm xmlns:a="http://schemas.openxmlformats.org/drawingml/2006/main">
            <a:off x="5048250" y="2324100"/>
            <a:ext cx="1809750" cy="1371600"/>
          </a:xfrm>
          <a:prstGeom xmlns:a="http://schemas.openxmlformats.org/drawingml/2006/main" prst="diamond">
            <a:avLst/>
          </a:prstGeom>
          <a:solidFill xmlns:a="http://schemas.openxmlformats.org/drawingml/2006/main">
            <a:srgbClr val="FFFFFF"/>
          </a:solidFill>
          <a:ln xmlns:a="http://schemas.openxmlformats.org/drawingml/2006/main" w="16193">
            <a:solidFill>
              <a:srgbClr val="1667B2"/>
            </a:solidFill>
            <a:prstDash val="solid"/>
          </a:ln>
        </p:spPr>
        <p:txBody>
          <a:bodyPr xmlns:a="http://schemas.openxmlformats.org/drawingml/2006/main" wrap="square" lIns="57150" tIns="57150" rIns="57150" bIns="57150" anchor="ctr">
            <a:noAutofit/>
          </a:bodyPr>
          <a:lstStyle xmlns:a="http://schemas.openxmlformats.org/drawingml/2006/main">
            <a:defPPr algn="ctr">
              <a:defRPr sz="1725" b="0">
                <a:solidFill>
                  <a:srgbClr val="172F46"/>
                </a:solidFill>
                <a:latin typeface="Malgun Gothic"/>
                <a:ea typeface="Malgun Gothic"/>
                <a:cs typeface="Malgun Gothic"/>
              </a:defRPr>
            </a:defPPr>
          </a:lstStyle>
          <a:p xmlns:a="http://schemas.openxmlformats.org/drawingml/2006/main">
            <a:pPr algn="ctr">
              <a:defRPr sz="1725" b="0">
                <a:solidFill>
                  <a:srgbClr val="172F46"/>
                </a:solidFill>
                <a:latin typeface="Malgun Gothic"/>
                <a:ea typeface="Malgun Gothic"/>
                <a:cs typeface="Malgun Gothic"/>
              </a:defRPr>
            </a:pPr>
            <a:r>
              <a:rPr sz="1725" b="0">
                <a:solidFill>
                  <a:srgbClr val="172F46"/>
                </a:solidFill>
                <a:latin typeface="Malgun Gothic"/>
                <a:ea typeface="Malgun Gothic"/>
                <a:cs typeface="Malgun Gothic"/>
              </a:rPr>
              <a:t>전환</a:t>
            </a:r>
          </a:p>
          <a:p xmlns:a="http://schemas.openxmlformats.org/drawingml/2006/main">
            <a:pPr algn="ctr">
              <a:defRPr sz="1725" b="0">
                <a:solidFill>
                  <a:srgbClr val="172F46"/>
                </a:solidFill>
                <a:latin typeface="Malgun Gothic"/>
                <a:ea typeface="Malgun Gothic"/>
                <a:cs typeface="Malgun Gothic"/>
              </a:defRPr>
            </a:pPr>
            <a:r>
              <a:rPr sz="1725" b="0">
                <a:solidFill>
                  <a:srgbClr val="172F46"/>
                </a:solidFill>
                <a:latin typeface="Malgun Gothic"/>
                <a:ea typeface="Malgun Gothic"/>
                <a:cs typeface="Malgun Gothic"/>
              </a:rPr>
              <a:t>가능?</a:t>
            </a:r>
          </a:p>
        </p:txBody>
      </p:sp>
      <p:sp>
        <p:nvSpPr>
          <p:cNvPr id="10" name="recipe-change">
            <a:extLst xmlns:a="http://schemas.openxmlformats.org/drawingml/2006/main">
              <a:ext uri="{FF2B5EF4-FFF2-40B4-BE49-F238E27FC236}">
                <a16:creationId xmlns:a16="http://schemas.microsoft.com/office/drawing/2014/main" id="{A31C50C7-97D9-4CA2-9289-63F6313EC0F5}"/>
              </a:ext>
            </a:extLst>
          </p:cNvPr>
          <p:cNvSpPr>
            <a:spLocks xmlns:a="http://schemas.openxmlformats.org/drawingml/2006/main" noGrp="1"/>
          </p:cNvSpPr>
          <p:nvPr/>
        </p:nvSpPr>
        <p:spPr>
          <a:xfrm xmlns:a="http://schemas.openxmlformats.org/drawingml/2006/main">
            <a:off x="7143750" y="2495550"/>
            <a:ext cx="2143125" cy="1028700"/>
          </a:xfrm>
          <a:prstGeom xmlns:a="http://schemas.openxmlformats.org/drawingml/2006/main" prst="rect">
            <a:avLst/>
          </a:prstGeom>
          <a:solidFill xmlns:a="http://schemas.openxmlformats.org/drawingml/2006/main">
            <a:srgbClr val="EAF3FC"/>
          </a:solidFill>
          <a:ln xmlns:a="http://schemas.openxmlformats.org/drawingml/2006/main" w="16193">
            <a:solidFill>
              <a:srgbClr val="1667B2"/>
            </a:solidFill>
            <a:prstDash val="solid"/>
          </a:ln>
        </p:spPr>
        <p:txBody>
          <a:bodyPr xmlns:a="http://schemas.openxmlformats.org/drawingml/2006/main" wrap="square" lIns="114300" tIns="76200" rIns="114300" bIns="76200" anchor="ctr">
            <a:noAutofit/>
          </a:bodyPr>
          <a:lstStyle xmlns:a="http://schemas.openxmlformats.org/drawingml/2006/main">
            <a:defPPr algn="ctr">
              <a:defRPr sz="1800" b="0">
                <a:solidFill>
                  <a:srgbClr val="172F46"/>
                </a:solidFill>
                <a:latin typeface="Malgun Gothic"/>
                <a:ea typeface="Malgun Gothic"/>
                <a:cs typeface="Malgun Gothic"/>
              </a:defRPr>
            </a:defPPr>
          </a:lstStyle>
          <a:p xmlns:a="http://schemas.openxmlformats.org/drawingml/2006/main">
            <a:pPr algn="ctr">
              <a:defRPr sz="1800" b="0">
                <a:solidFill>
                  <a:srgbClr val="172F46"/>
                </a:solidFill>
                <a:latin typeface="Malgun Gothic"/>
                <a:ea typeface="Malgun Gothic"/>
                <a:cs typeface="Malgun Gothic"/>
              </a:defRPr>
            </a:pPr>
            <a:r>
              <a:rPr sz="1800" b="0">
                <a:solidFill>
                  <a:srgbClr val="172F46"/>
                </a:solidFill>
                <a:latin typeface="Malgun Gothic"/>
                <a:ea typeface="Malgun Gothic"/>
                <a:cs typeface="Malgun Gothic"/>
              </a:rPr>
              <a:t>가공 레시피 적용</a:t>
            </a:r>
          </a:p>
          <a:p xmlns:a="http://schemas.openxmlformats.org/drawingml/2006/main">
            <a:pPr algn="ctr">
              <a:defRPr sz="1800" b="0">
                <a:solidFill>
                  <a:srgbClr val="172F46"/>
                </a:solidFill>
                <a:latin typeface="Malgun Gothic"/>
                <a:ea typeface="Malgun Gothic"/>
                <a:cs typeface="Malgun Gothic"/>
              </a:defRPr>
            </a:pPr>
            <a:r>
              <a:rPr sz="1800" b="0">
                <a:solidFill>
                  <a:srgbClr val="172F46"/>
                </a:solidFill>
                <a:latin typeface="Malgun Gothic"/>
                <a:ea typeface="Malgun Gothic"/>
                <a:cs typeface="Malgun Gothic"/>
              </a:rPr>
              <a:t>새 가공 조건 준비</a:t>
            </a:r>
          </a:p>
        </p:txBody>
      </p:sp>
      <p:sp>
        <p:nvSpPr>
          <p:cNvPr id="11" name="auto-job-change">
            <a:extLst xmlns:a="http://schemas.openxmlformats.org/drawingml/2006/main">
              <a:ext uri="{FF2B5EF4-FFF2-40B4-BE49-F238E27FC236}">
                <a16:creationId xmlns:a16="http://schemas.microsoft.com/office/drawing/2014/main" id="{03457BAA-7561-42E2-9A33-95683AB26D6E}"/>
              </a:ext>
            </a:extLst>
          </p:cNvPr>
          <p:cNvSpPr>
            <a:spLocks xmlns:a="http://schemas.openxmlformats.org/drawingml/2006/main" noGrp="1"/>
          </p:cNvSpPr>
          <p:nvPr/>
        </p:nvSpPr>
        <p:spPr>
          <a:xfrm xmlns:a="http://schemas.openxmlformats.org/drawingml/2006/main">
            <a:off x="9763125" y="2324100"/>
            <a:ext cx="2714625" cy="1371600"/>
          </a:xfrm>
          <a:prstGeom xmlns:a="http://schemas.openxmlformats.org/drawingml/2006/main" prst="rect">
            <a:avLst/>
          </a:prstGeom>
          <a:solidFill xmlns:a="http://schemas.openxmlformats.org/drawingml/2006/main">
            <a:srgbClr val="EAF3FC"/>
          </a:solidFill>
          <a:ln xmlns:a="http://schemas.openxmlformats.org/drawingml/2006/main" w="16193">
            <a:solidFill>
              <a:srgbClr val="1667B2"/>
            </a:solidFill>
            <a:prstDash val="solid"/>
          </a:ln>
        </p:spPr>
        <p:txBody>
          <a:bodyPr xmlns:a="http://schemas.openxmlformats.org/drawingml/2006/main" wrap="square" lIns="114300" tIns="76200" rIns="114300" bIns="76200" anchor="ctr">
            <a:noAutofit/>
          </a:bodyPr>
          <a:lstStyle xmlns:a="http://schemas.openxmlformats.org/drawingml/2006/main">
            <a:defPPr algn="ctr">
              <a:defRPr sz="1725" b="0">
                <a:solidFill>
                  <a:srgbClr val="172F46"/>
                </a:solidFill>
                <a:latin typeface="Malgun Gothic"/>
                <a:ea typeface="Malgun Gothic"/>
                <a:cs typeface="Malgun Gothic"/>
              </a:defRPr>
            </a:defPPr>
          </a:lstStyle>
          <a:p xmlns:a="http://schemas.openxmlformats.org/drawingml/2006/main">
            <a:pPr algn="ctr">
              <a:defRPr sz="1725" b="0">
                <a:solidFill>
                  <a:srgbClr val="172F46"/>
                </a:solidFill>
                <a:latin typeface="Malgun Gothic"/>
                <a:ea typeface="Malgun Gothic"/>
                <a:cs typeface="Malgun Gothic"/>
              </a:defRPr>
            </a:pPr>
            <a:r>
              <a:rPr sz="1725" b="0">
                <a:solidFill>
                  <a:srgbClr val="172F46"/>
                </a:solidFill>
                <a:latin typeface="Malgun Gothic"/>
                <a:ea typeface="Malgun Gothic"/>
                <a:cs typeface="Malgun Gothic"/>
              </a:rPr>
              <a:t>가공 조건 자동 전환</a:t>
            </a:r>
          </a:p>
          <a:p xmlns:a="http://schemas.openxmlformats.org/drawingml/2006/main">
            <a:pPr algn="ctr">
              <a:defRPr sz="1725" b="0">
                <a:solidFill>
                  <a:srgbClr val="172F46"/>
                </a:solidFill>
                <a:latin typeface="Malgun Gothic"/>
                <a:ea typeface="Malgun Gothic"/>
                <a:cs typeface="Malgun Gothic"/>
              </a:defRPr>
            </a:pPr>
            <a:r>
              <a:rPr sz="1725" b="0">
                <a:solidFill>
                  <a:srgbClr val="172F46"/>
                </a:solidFill>
                <a:latin typeface="Malgun Gothic"/>
                <a:ea typeface="Malgun Gothic"/>
                <a:cs typeface="Malgun Gothic"/>
              </a:rPr>
              <a:t>파워 확인·보정</a:t>
            </a:r>
          </a:p>
          <a:p xmlns:a="http://schemas.openxmlformats.org/drawingml/2006/main">
            <a:pPr algn="ctr">
              <a:defRPr sz="1725" b="0">
                <a:solidFill>
                  <a:srgbClr val="172F46"/>
                </a:solidFill>
                <a:latin typeface="Malgun Gothic"/>
                <a:ea typeface="Malgun Gothic"/>
                <a:cs typeface="Malgun Gothic"/>
              </a:defRPr>
            </a:pPr>
            <a:r>
              <a:rPr sz="1725" b="0">
                <a:solidFill>
                  <a:srgbClr val="172F46"/>
                </a:solidFill>
                <a:latin typeface="Malgun Gothic"/>
                <a:ea typeface="Malgun Gothic"/>
                <a:cs typeface="Malgun Gothic"/>
              </a:rPr>
              <a:t>자동 검사 범위 협의</a:t>
            </a:r>
          </a:p>
        </p:txBody>
      </p:sp>
      <p:sp>
        <p:nvSpPr>
          <p:cNvPr id="12" name="sw-internal-done">
            <a:extLst xmlns:a="http://schemas.openxmlformats.org/drawingml/2006/main">
              <a:ext uri="{FF2B5EF4-FFF2-40B4-BE49-F238E27FC236}">
                <a16:creationId xmlns:a16="http://schemas.microsoft.com/office/drawing/2014/main" id="{E48660E6-0729-42EC-A6B6-382FE0E2C3CB}"/>
              </a:ext>
            </a:extLst>
          </p:cNvPr>
          <p:cNvSpPr>
            <a:spLocks xmlns:a="http://schemas.openxmlformats.org/drawingml/2006/main" noGrp="1"/>
          </p:cNvSpPr>
          <p:nvPr/>
        </p:nvSpPr>
        <p:spPr>
          <a:xfrm xmlns:a="http://schemas.openxmlformats.org/drawingml/2006/main">
            <a:off x="12954000" y="2495550"/>
            <a:ext cx="1714500" cy="1028700"/>
          </a:xfrm>
          <a:prstGeom xmlns:a="http://schemas.openxmlformats.org/drawingml/2006/main" prst="rect">
            <a:avLst/>
          </a:prstGeom>
          <a:solidFill xmlns:a="http://schemas.openxmlformats.org/drawingml/2006/main">
            <a:srgbClr val="1667B2"/>
          </a:solidFill>
          <a:ln xmlns:a="http://schemas.openxmlformats.org/drawingml/2006/main" w="16193">
            <a:solidFill>
              <a:srgbClr val="1667B2"/>
            </a:solidFill>
            <a:prstDash val="solid"/>
          </a:ln>
        </p:spPr>
        <p:txBody>
          <a:bodyPr xmlns:a="http://schemas.openxmlformats.org/drawingml/2006/main" wrap="square" lIns="114300" tIns="76200" rIns="114300" bIns="76200" anchor="ctr">
            <a:noAutofit/>
          </a:bodyPr>
          <a:lstStyle xmlns:a="http://schemas.openxmlformats.org/drawingml/2006/main">
            <a:defPPr algn="ctr">
              <a:defRPr sz="1875" b="0">
                <a:solidFill>
                  <a:srgbClr val="FFFFFF"/>
                </a:solidFill>
                <a:latin typeface="Malgun Gothic"/>
                <a:ea typeface="Malgun Gothic"/>
                <a:cs typeface="Malgun Gothic"/>
              </a:defRPr>
            </a:defPPr>
          </a:lstStyle>
          <a:p xmlns:a="http://schemas.openxmlformats.org/drawingml/2006/main">
            <a:pPr algn="ctr">
              <a:defRPr sz="1875" b="0">
                <a:solidFill>
                  <a:srgbClr val="172F46"/>
                </a:solidFill>
                <a:latin typeface="Malgun Gothic"/>
                <a:ea typeface="Malgun Gothic"/>
                <a:cs typeface="Malgun Gothic"/>
              </a:defRPr>
            </a:pPr>
            <a:r>
              <a:rPr sz="1875" b="0">
                <a:solidFill>
                  <a:srgbClr val="FFFFFF"/>
                </a:solidFill>
                <a:latin typeface="Malgun Gothic"/>
                <a:ea typeface="Malgun Gothic"/>
                <a:cs typeface="Malgun Gothic"/>
              </a:rPr>
              <a:t>가공 SW</a:t>
            </a:r>
          </a:p>
          <a:p xmlns:a="http://schemas.openxmlformats.org/drawingml/2006/main">
            <a:pPr algn="ctr">
              <a:defRPr sz="1875" b="0">
                <a:solidFill>
                  <a:srgbClr val="172F46"/>
                </a:solidFill>
                <a:latin typeface="Malgun Gothic"/>
                <a:ea typeface="Malgun Gothic"/>
                <a:cs typeface="Malgun Gothic"/>
              </a:defRPr>
            </a:pPr>
            <a:r>
              <a:rPr sz="1875" b="0">
                <a:solidFill>
                  <a:srgbClr val="FFFFFF"/>
                </a:solidFill>
                <a:latin typeface="Malgun Gothic"/>
                <a:ea typeface="Malgun Gothic"/>
                <a:cs typeface="Malgun Gothic"/>
              </a:rPr>
              <a:t>내부 완료</a:t>
            </a:r>
          </a:p>
        </p:txBody>
      </p:sp>
      <p:sp>
        <p:nvSpPr>
          <p:cNvPr id="18" name="yes-label">
            <a:extLst xmlns:a="http://schemas.openxmlformats.org/drawingml/2006/main">
              <a:ext uri="{FF2B5EF4-FFF2-40B4-BE49-F238E27FC236}">
                <a16:creationId xmlns:a16="http://schemas.microsoft.com/office/drawing/2014/main" id="{080378AA-C3D6-47BD-8C60-E77F0A21C233}"/>
              </a:ext>
            </a:extLst>
          </p:cNvPr>
          <p:cNvSpPr>
            <a:spLocks xmlns:a="http://schemas.openxmlformats.org/drawingml/2006/main" noGrp="1"/>
          </p:cNvSpPr>
          <p:nvPr/>
        </p:nvSpPr>
        <p:spPr>
          <a:xfrm xmlns:a="http://schemas.openxmlformats.org/drawingml/2006/main">
            <a:off x="6724650" y="26860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50" b="0">
                <a:solidFill>
                  <a:srgbClr val="1667B2"/>
                </a:solidFill>
                <a:latin typeface="Malgun Gothic"/>
                <a:ea typeface="Malgun Gothic"/>
                <a:cs typeface="Malgun Gothic"/>
              </a:defRPr>
            </a:defPPr>
          </a:lstStyle>
          <a:p xmlns:a="http://schemas.openxmlformats.org/drawingml/2006/main">
            <a:pPr algn="ctr">
              <a:defRPr sz="1350" b="0">
                <a:solidFill>
                  <a:srgbClr val="1667B2"/>
                </a:solidFill>
                <a:latin typeface="Malgun Gothic"/>
                <a:ea typeface="Malgun Gothic"/>
                <a:cs typeface="Malgun Gothic"/>
              </a:defRPr>
            </a:pPr>
            <a:r>
              <a:rPr sz="1350" b="0">
                <a:solidFill>
                  <a:srgbClr val="1667B2"/>
                </a:solidFill>
                <a:latin typeface="Malgun Gothic"/>
                <a:ea typeface="Malgun Gothic"/>
                <a:cs typeface="Malgun Gothic"/>
              </a:rPr>
              <a:t>가능</a:t>
            </a:r>
          </a:p>
        </p:txBody>
      </p:sp>
      <p:sp>
        <p:nvSpPr>
          <p:cNvPr id="19" name="validation-failure">
            <a:extLst xmlns:a="http://schemas.openxmlformats.org/drawingml/2006/main">
              <a:ext uri="{FF2B5EF4-FFF2-40B4-BE49-F238E27FC236}">
                <a16:creationId xmlns:a16="http://schemas.microsoft.com/office/drawing/2014/main" id="{E5A8DDB1-E583-4DED-A310-F079DDB9714D}"/>
              </a:ext>
            </a:extLst>
          </p:cNvPr>
          <p:cNvSpPr>
            <a:spLocks xmlns:a="http://schemas.openxmlformats.org/drawingml/2006/main" noGrp="1"/>
          </p:cNvSpPr>
          <p:nvPr/>
        </p:nvSpPr>
        <p:spPr>
          <a:xfrm xmlns:a="http://schemas.openxmlformats.org/drawingml/2006/main">
            <a:off x="4572000" y="4095750"/>
            <a:ext cx="4714875" cy="476250"/>
          </a:xfrm>
          <a:prstGeom xmlns:a="http://schemas.openxmlformats.org/drawingml/2006/main" prst="rect">
            <a:avLst/>
          </a:prstGeom>
          <a:solidFill xmlns:a="http://schemas.openxmlformats.org/drawingml/2006/main">
            <a:srgbClr val="FBEFEB"/>
          </a:solidFill>
          <a:ln xmlns:a="http://schemas.openxmlformats.org/drawingml/2006/main" w="16193">
            <a:solidFill>
              <a:srgbClr val="A64743"/>
            </a:solidFill>
            <a:prstDash val="solid"/>
          </a:ln>
        </p:spPr>
        <p:txBody>
          <a:bodyPr xmlns:a="http://schemas.openxmlformats.org/drawingml/2006/main" wrap="square" lIns="114300" tIns="76200" rIns="114300" bIns="76200" anchor="ctr">
            <a:noAutofit/>
          </a:bodyPr>
          <a:lstStyle xmlns:a="http://schemas.openxmlformats.org/drawingml/2006/main">
            <a:defPPr algn="ctr">
              <a:defRPr sz="1650" b="0">
                <a:solidFill>
                  <a:srgbClr val="172F46"/>
                </a:solidFill>
                <a:latin typeface="Malgun Gothic"/>
                <a:ea typeface="Malgun Gothic"/>
                <a:cs typeface="Malgun Gothic"/>
              </a:defRPr>
            </a:defPPr>
          </a:lstStyle>
          <a:p xmlns:a="http://schemas.openxmlformats.org/drawingml/2006/main">
            <a:pPr algn="ctr">
              <a:defRPr sz="1650" b="0">
                <a:solidFill>
                  <a:srgbClr val="172F46"/>
                </a:solidFill>
                <a:latin typeface="Malgun Gothic"/>
                <a:ea typeface="Malgun Gothic"/>
                <a:cs typeface="Malgun Gothic"/>
              </a:defRPr>
            </a:pPr>
            <a:r>
              <a:rPr sz="1650" b="0">
                <a:solidFill>
                  <a:srgbClr val="172F46"/>
                </a:solidFill>
                <a:latin typeface="Malgun Gothic"/>
                <a:ea typeface="Malgun Gothic"/>
                <a:cs typeface="Malgun Gothic"/>
              </a:rPr>
              <a:t>불가·실패: 사유 회신, 전환 보류</a:t>
            </a:r>
          </a:p>
        </p:txBody>
      </p:sp>
      <p:sp>
        <p:nvSpPr>
          <p:cNvPr id="21" name="no-label">
            <a:extLst xmlns:a="http://schemas.openxmlformats.org/drawingml/2006/main">
              <a:ext uri="{FF2B5EF4-FFF2-40B4-BE49-F238E27FC236}">
                <a16:creationId xmlns:a16="http://schemas.microsoft.com/office/drawing/2014/main" id="{15A5A7C2-4CC1-43B7-990E-0AE253F88355}"/>
              </a:ext>
            </a:extLst>
          </p:cNvPr>
          <p:cNvSpPr>
            <a:spLocks xmlns:a="http://schemas.openxmlformats.org/drawingml/2006/main" noGrp="1"/>
          </p:cNvSpPr>
          <p:nvPr/>
        </p:nvSpPr>
        <p:spPr>
          <a:xfrm xmlns:a="http://schemas.openxmlformats.org/drawingml/2006/main">
            <a:off x="5819775" y="37719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0">
                <a:solidFill>
                  <a:srgbClr val="A64743"/>
                </a:solidFill>
                <a:latin typeface="Malgun Gothic"/>
                <a:ea typeface="Malgun Gothic"/>
                <a:cs typeface="Malgun Gothic"/>
              </a:defRPr>
            </a:defPPr>
          </a:lstStyle>
          <a:p xmlns:a="http://schemas.openxmlformats.org/drawingml/2006/main">
            <a:pPr algn="l">
              <a:defRPr sz="1350" b="0">
                <a:solidFill>
                  <a:srgbClr val="A64743"/>
                </a:solidFill>
                <a:latin typeface="Malgun Gothic"/>
                <a:ea typeface="Malgun Gothic"/>
                <a:cs typeface="Malgun Gothic"/>
              </a:defRPr>
            </a:pPr>
            <a:r>
              <a:rPr sz="1350" b="0">
                <a:solidFill>
                  <a:srgbClr val="A64743"/>
                </a:solidFill>
                <a:latin typeface="Malgun Gothic"/>
                <a:ea typeface="Malgun Gothic"/>
                <a:cs typeface="Malgun Gothic"/>
              </a:rPr>
              <a:t>불가</a:t>
            </a:r>
          </a:p>
        </p:txBody>
      </p:sp>
      <p:sp>
        <p:nvSpPr>
          <p:cNvPr id="22" name="request-independent">
            <a:extLst xmlns:a="http://schemas.openxmlformats.org/drawingml/2006/main">
              <a:ext uri="{FF2B5EF4-FFF2-40B4-BE49-F238E27FC236}">
                <a16:creationId xmlns:a16="http://schemas.microsoft.com/office/drawing/2014/main" id="{2142A029-620C-4877-9A32-841D76BD886D}"/>
              </a:ext>
            </a:extLst>
          </p:cNvPr>
          <p:cNvSpPr>
            <a:spLocks xmlns:a="http://schemas.openxmlformats.org/drawingml/2006/main" noGrp="1"/>
          </p:cNvSpPr>
          <p:nvPr/>
        </p:nvSpPr>
        <p:spPr>
          <a:xfrm xmlns:a="http://schemas.openxmlformats.org/drawingml/2006/main">
            <a:off x="571500" y="3752850"/>
            <a:ext cx="3714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5C6C7C"/>
                </a:solidFill>
                <a:latin typeface="Malgun Gothic"/>
                <a:ea typeface="Malgun Gothic"/>
                <a:cs typeface="Malgun Gothic"/>
              </a:defRPr>
            </a:defPPr>
          </a:lstStyle>
          <a:p xmlns:a="http://schemas.openxmlformats.org/drawingml/2006/main">
            <a:pPr algn="l">
              <a:defRPr sz="1650" b="0">
                <a:solidFill>
                  <a:srgbClr val="5C6C7C"/>
                </a:solidFill>
                <a:latin typeface="Malgun Gothic"/>
                <a:ea typeface="Malgun Gothic"/>
                <a:cs typeface="Malgun Gothic"/>
              </a:defRPr>
            </a:pPr>
            <a:r>
              <a:rPr sz="1650" b="0">
                <a:solidFill>
                  <a:srgbClr val="5C6C7C"/>
                </a:solidFill>
                <a:latin typeface="Malgun Gothic"/>
                <a:ea typeface="Malgun Gothic"/>
                <a:cs typeface="Malgun Gothic"/>
              </a:rPr>
              <a:t>기판 투입 이벤트와 독립</a:t>
            </a:r>
          </a:p>
          <a:p xmlns:a="http://schemas.openxmlformats.org/drawingml/2006/main">
            <a:pPr algn="l">
              <a:defRPr sz="1650" b="0">
                <a:solidFill>
                  <a:srgbClr val="5C6C7C"/>
                </a:solidFill>
                <a:latin typeface="Malgun Gothic"/>
                <a:ea typeface="Malgun Gothic"/>
                <a:cs typeface="Malgun Gothic"/>
              </a:defRPr>
            </a:pPr>
            <a:r>
              <a:rPr sz="1650" b="0">
                <a:solidFill>
                  <a:srgbClr val="5C6C7C"/>
                </a:solidFill>
                <a:latin typeface="Malgun Gothic"/>
                <a:ea typeface="Malgun Gothic"/>
                <a:cs typeface="Malgun Gothic"/>
              </a:rPr>
              <a:t>기존 Job 기판 처리 조건은 협의</a:t>
            </a:r>
          </a:p>
        </p:txBody>
      </p:sp>
      <p:cxnSp>
        <p:nvCxnSpPr>
          <p:cNvPr id="23" name="done-after-1">
            <a:extLst xmlns:a="http://schemas.openxmlformats.org/drawingml/2006/main">
              <a:ext uri="{FF2B5EF4-FFF2-40B4-BE49-F238E27FC236}">
                <a16:creationId xmlns:a16="http://schemas.microsoft.com/office/drawing/2014/main" id="{15EE5ED6-D36F-48FB-A1BA-6594829AB084}"/>
              </a:ext>
            </a:extLst>
          </p:cNvPr>
          <p:cNvCxnSpPr/>
          <p:nvPr/>
        </p:nvCxnSpPr>
        <p:spPr>
          <a:xfrm xmlns:a="http://schemas.openxmlformats.org/drawingml/2006/main" flipH="0" flipV="0">
            <a:off x="13811250" y="3524250"/>
            <a:ext cx="0" cy="1114425"/>
          </a:xfrm>
          <a:prstGeom xmlns:a="http://schemas.openxmlformats.org/drawingml/2006/main" prst="straightConnector1">
            <a:avLst/>
          </a:prstGeom>
          <a:ln xmlns:a="http://schemas.openxmlformats.org/drawingml/2006/main" w="12383">
            <a:solidFill>
              <a:srgbClr val="1667B2"/>
            </a:solidFill>
            <a:prstDash val="solid"/>
            <a:tailEnd type="none" w="med" len="med"/>
          </a:ln>
        </p:spPr>
      </p:cxnSp>
      <p:cxnSp>
        <p:nvCxnSpPr>
          <p:cNvPr id="24" name="done-after-2">
            <a:extLst xmlns:a="http://schemas.openxmlformats.org/drawingml/2006/main">
              <a:ext uri="{FF2B5EF4-FFF2-40B4-BE49-F238E27FC236}">
                <a16:creationId xmlns:a16="http://schemas.microsoft.com/office/drawing/2014/main" id="{2B905AAF-7C56-4F96-A2AC-AAA4C0C3B846}"/>
              </a:ext>
            </a:extLst>
          </p:cNvPr>
          <p:cNvCxnSpPr/>
          <p:nvPr/>
        </p:nvCxnSpPr>
        <p:spPr>
          <a:xfrm xmlns:a="http://schemas.openxmlformats.org/drawingml/2006/main" flipH="1" flipV="0">
            <a:off x="400050" y="4638675"/>
            <a:ext cx="13411200" cy="0"/>
          </a:xfrm>
          <a:prstGeom xmlns:a="http://schemas.openxmlformats.org/drawingml/2006/main" prst="straightConnector1">
            <a:avLst/>
          </a:prstGeom>
          <a:ln xmlns:a="http://schemas.openxmlformats.org/drawingml/2006/main" w="12383">
            <a:solidFill>
              <a:srgbClr val="1667B2"/>
            </a:solidFill>
            <a:prstDash val="solid"/>
            <a:tailEnd type="none" w="med" len="med"/>
          </a:ln>
        </p:spPr>
      </p:cxnSp>
      <p:cxnSp>
        <p:nvCxnSpPr>
          <p:cNvPr id="25" name="done-after-3">
            <a:extLst xmlns:a="http://schemas.openxmlformats.org/drawingml/2006/main">
              <a:ext uri="{FF2B5EF4-FFF2-40B4-BE49-F238E27FC236}">
                <a16:creationId xmlns:a16="http://schemas.microsoft.com/office/drawing/2014/main" id="{466632E8-6C45-42AA-B3C8-9CA90BBFCED3}"/>
              </a:ext>
            </a:extLst>
          </p:cNvPr>
          <p:cNvCxnSpPr/>
          <p:nvPr/>
        </p:nvCxnSpPr>
        <p:spPr>
          <a:xfrm xmlns:a="http://schemas.openxmlformats.org/drawingml/2006/main" flipH="0" flipV="0">
            <a:off x="400050" y="4638675"/>
            <a:ext cx="0" cy="1809750"/>
          </a:xfrm>
          <a:prstGeom xmlns:a="http://schemas.openxmlformats.org/drawingml/2006/main" prst="straightConnector1">
            <a:avLst/>
          </a:prstGeom>
          <a:ln xmlns:a="http://schemas.openxmlformats.org/drawingml/2006/main" w="12383">
            <a:solidFill>
              <a:srgbClr val="1667B2"/>
            </a:solidFill>
            <a:prstDash val="solid"/>
            <a:tailEnd type="none" w="med" len="med"/>
          </a:ln>
        </p:spPr>
      </p:cxnSp>
      <p:cxnSp>
        <p:nvCxnSpPr>
          <p:cNvPr id="26" name="done-after-4">
            <a:extLst xmlns:a="http://schemas.openxmlformats.org/drawingml/2006/main">
              <a:ext uri="{FF2B5EF4-FFF2-40B4-BE49-F238E27FC236}">
                <a16:creationId xmlns:a16="http://schemas.microsoft.com/office/drawing/2014/main" id="{6BF40C98-8E16-4E59-B9E9-ACB6CD82FEC1}"/>
              </a:ext>
            </a:extLst>
          </p:cNvPr>
          <p:cNvCxnSpPr/>
          <p:nvPr/>
        </p:nvCxnSpPr>
        <p:spPr>
          <a:xfrm xmlns:a="http://schemas.openxmlformats.org/drawingml/2006/main" flipH="0" flipV="0">
            <a:off x="400050" y="6448425"/>
            <a:ext cx="171450" cy="0"/>
          </a:xfrm>
          <a:prstGeom xmlns:a="http://schemas.openxmlformats.org/drawingml/2006/main" prst="straightConnector1">
            <a:avLst/>
          </a:prstGeom>
          <a:ln xmlns:a="http://schemas.openxmlformats.org/drawingml/2006/main" w="20955">
            <a:solidFill>
              <a:srgbClr val="1667B2"/>
            </a:solidFill>
            <a:prstDash val="solid"/>
            <a:tailEnd type="triangle" w="sm" len="sm"/>
          </a:ln>
        </p:spPr>
      </p:cxnSp>
      <p:sp>
        <p:nvSpPr>
          <p:cNvPr id="27" name="phase-gate">
            <a:extLst xmlns:a="http://schemas.openxmlformats.org/drawingml/2006/main">
              <a:ext uri="{FF2B5EF4-FFF2-40B4-BE49-F238E27FC236}">
                <a16:creationId xmlns:a16="http://schemas.microsoft.com/office/drawing/2014/main" id="{CFB054D0-FD0C-4FB9-BEE8-C128043A3FE4}"/>
              </a:ext>
            </a:extLst>
          </p:cNvPr>
          <p:cNvSpPr>
            <a:spLocks xmlns:a="http://schemas.openxmlformats.org/drawingml/2006/main" noGrp="1"/>
          </p:cNvSpPr>
          <p:nvPr/>
        </p:nvSpPr>
        <p:spPr>
          <a:xfrm xmlns:a="http://schemas.openxmlformats.org/drawingml/2006/main">
            <a:off x="9906000" y="4210050"/>
            <a:ext cx="3476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667B2"/>
                </a:solidFill>
                <a:latin typeface="Malgun Gothic"/>
                <a:ea typeface="Malgun Gothic"/>
                <a:cs typeface="Malgun Gothic"/>
              </a:defRPr>
            </a:defPPr>
          </a:lstStyle>
          <a:p xmlns:a="http://schemas.openxmlformats.org/drawingml/2006/main">
            <a:pPr algn="ctr">
              <a:defRPr sz="1725" b="1">
                <a:solidFill>
                  <a:srgbClr val="1667B2"/>
                </a:solidFill>
                <a:latin typeface="Malgun Gothic"/>
                <a:ea typeface="Malgun Gothic"/>
                <a:cs typeface="Malgun Gothic"/>
              </a:defRPr>
            </a:pPr>
            <a:r>
              <a:rPr sz="1725" b="1">
                <a:solidFill>
                  <a:srgbClr val="1667B2"/>
                </a:solidFill>
                <a:latin typeface="Malgun Gothic"/>
                <a:ea typeface="Malgun Gothic"/>
                <a:cs typeface="Malgun Gothic"/>
              </a:rPr>
              <a:t>가공 SW 내부 완료 후 통보</a:t>
            </a:r>
          </a:p>
        </p:txBody>
      </p:sp>
      <p:sp>
        <p:nvSpPr>
          <p:cNvPr id="28" name="phase-b">
            <a:extLst xmlns:a="http://schemas.openxmlformats.org/drawingml/2006/main">
              <a:ext uri="{FF2B5EF4-FFF2-40B4-BE49-F238E27FC236}">
                <a16:creationId xmlns:a16="http://schemas.microsoft.com/office/drawing/2014/main" id="{65395DEF-479C-4891-81C5-C8C6F83EDC95}"/>
              </a:ext>
            </a:extLst>
          </p:cNvPr>
          <p:cNvSpPr>
            <a:spLocks xmlns:a="http://schemas.openxmlformats.org/drawingml/2006/main" noGrp="1"/>
          </p:cNvSpPr>
          <p:nvPr/>
        </p:nvSpPr>
        <p:spPr>
          <a:xfrm xmlns:a="http://schemas.openxmlformats.org/drawingml/2006/main">
            <a:off x="571500" y="510540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1">
                <a:solidFill>
                  <a:srgbClr val="197966"/>
                </a:solidFill>
                <a:latin typeface="Malgun Gothic"/>
                <a:ea typeface="Malgun Gothic"/>
                <a:cs typeface="Malgun Gothic"/>
              </a:defRPr>
            </a:defPPr>
          </a:lstStyle>
          <a:p xmlns:a="http://schemas.openxmlformats.org/drawingml/2006/main">
            <a:pPr algn="l">
              <a:defRPr sz="2025" b="1">
                <a:solidFill>
                  <a:srgbClr val="197966"/>
                </a:solidFill>
                <a:latin typeface="Malgun Gothic"/>
                <a:ea typeface="Malgun Gothic"/>
                <a:cs typeface="Malgun Gothic"/>
              </a:defRPr>
            </a:pPr>
            <a:r>
              <a:rPr sz="2025" b="1">
                <a:solidFill>
                  <a:srgbClr val="197966"/>
                </a:solidFill>
                <a:latin typeface="Malgun Gothic"/>
                <a:ea typeface="Malgun Gothic"/>
                <a:cs typeface="Malgun Gothic"/>
              </a:rPr>
              <a:t>2  각 Section 후행 적용</a:t>
            </a:r>
          </a:p>
        </p:txBody>
      </p:sp>
      <p:sp>
        <p:nvSpPr>
          <p:cNvPr id="29" name="sections-notification">
            <a:extLst xmlns:a="http://schemas.openxmlformats.org/drawingml/2006/main">
              <a:ext uri="{FF2B5EF4-FFF2-40B4-BE49-F238E27FC236}">
                <a16:creationId xmlns:a16="http://schemas.microsoft.com/office/drawing/2014/main" id="{54C8B7A1-5377-4F8D-A233-892D00740B96}"/>
              </a:ext>
            </a:extLst>
          </p:cNvPr>
          <p:cNvSpPr>
            <a:spLocks xmlns:a="http://schemas.openxmlformats.org/drawingml/2006/main" noGrp="1"/>
          </p:cNvSpPr>
          <p:nvPr/>
        </p:nvSpPr>
        <p:spPr>
          <a:xfrm xmlns:a="http://schemas.openxmlformats.org/drawingml/2006/main">
            <a:off x="571500" y="6019800"/>
            <a:ext cx="2619375" cy="866775"/>
          </a:xfrm>
          <a:prstGeom xmlns:a="http://schemas.openxmlformats.org/drawingml/2006/main" prst="rect">
            <a:avLst/>
          </a:prstGeom>
          <a:solidFill xmlns:a="http://schemas.openxmlformats.org/drawingml/2006/main">
            <a:srgbClr val="EAF6F1"/>
          </a:solidFill>
          <a:ln xmlns:a="http://schemas.openxmlformats.org/drawingml/2006/main" w="16193">
            <a:solidFill>
              <a:srgbClr val="197966"/>
            </a:solidFill>
            <a:prstDash val="solid"/>
          </a:ln>
        </p:spPr>
        <p:txBody>
          <a:bodyPr xmlns:a="http://schemas.openxmlformats.org/drawingml/2006/main" wrap="square" lIns="114300" tIns="76200" rIns="114300" bIns="76200" anchor="ctr">
            <a:noAutofit/>
          </a:bodyPr>
          <a:lstStyle xmlns:a="http://schemas.openxmlformats.org/drawingml/2006/main">
            <a:defPPr algn="ctr">
              <a:defRPr sz="1725" b="0">
                <a:solidFill>
                  <a:srgbClr val="172F46"/>
                </a:solidFill>
                <a:latin typeface="Malgun Gothic"/>
                <a:ea typeface="Malgun Gothic"/>
                <a:cs typeface="Malgun Gothic"/>
              </a:defRPr>
            </a:defPPr>
          </a:lstStyle>
          <a:p xmlns:a="http://schemas.openxmlformats.org/drawingml/2006/main">
            <a:pPr algn="ctr">
              <a:defRPr sz="1725" b="0">
                <a:solidFill>
                  <a:srgbClr val="172F46"/>
                </a:solidFill>
                <a:latin typeface="Malgun Gothic"/>
                <a:ea typeface="Malgun Gothic"/>
                <a:cs typeface="Malgun Gothic"/>
              </a:defRPr>
            </a:pPr>
            <a:r>
              <a:rPr sz="1725" b="0">
                <a:solidFill>
                  <a:srgbClr val="172F46"/>
                </a:solidFill>
                <a:latin typeface="Malgun Gothic"/>
                <a:ea typeface="Malgun Gothic"/>
                <a:cs typeface="Malgun Gothic"/>
              </a:rPr>
              <a:t>새 Job 변경 통보</a:t>
            </a:r>
          </a:p>
          <a:p xmlns:a="http://schemas.openxmlformats.org/drawingml/2006/main">
            <a:pPr algn="ctr">
              <a:defRPr sz="1725" b="0">
                <a:solidFill>
                  <a:srgbClr val="172F46"/>
                </a:solidFill>
                <a:latin typeface="Malgun Gothic"/>
                <a:ea typeface="Malgun Gothic"/>
                <a:cs typeface="Malgun Gothic"/>
              </a:defRPr>
            </a:pPr>
            <a:r>
              <a:rPr sz="1725" b="0">
                <a:solidFill>
                  <a:srgbClr val="172F46"/>
                </a:solidFill>
                <a:latin typeface="Malgun Gothic"/>
                <a:ea typeface="Malgun Gothic"/>
                <a:cs typeface="Malgun Gothic"/>
              </a:rPr>
              <a:t>모델·필요 파라미터 전달</a:t>
            </a:r>
          </a:p>
        </p:txBody>
      </p:sp>
      <p:sp>
        <p:nvSpPr>
          <p:cNvPr id="30" name="plc-followup">
            <a:extLst xmlns:a="http://schemas.openxmlformats.org/drawingml/2006/main">
              <a:ext uri="{FF2B5EF4-FFF2-40B4-BE49-F238E27FC236}">
                <a16:creationId xmlns:a16="http://schemas.microsoft.com/office/drawing/2014/main" id="{5142BBA3-C089-4D49-A9BC-B9A13CF49F40}"/>
              </a:ext>
            </a:extLst>
          </p:cNvPr>
          <p:cNvSpPr>
            <a:spLocks xmlns:a="http://schemas.openxmlformats.org/drawingml/2006/main" noGrp="1"/>
          </p:cNvSpPr>
          <p:nvPr/>
        </p:nvSpPr>
        <p:spPr>
          <a:xfrm xmlns:a="http://schemas.openxmlformats.org/drawingml/2006/main">
            <a:off x="4095750" y="5648325"/>
            <a:ext cx="3333750" cy="714375"/>
          </a:xfrm>
          <a:prstGeom xmlns:a="http://schemas.openxmlformats.org/drawingml/2006/main" prst="rect">
            <a:avLst/>
          </a:prstGeom>
          <a:solidFill xmlns:a="http://schemas.openxmlformats.org/drawingml/2006/main">
            <a:srgbClr val="EAF6F1"/>
          </a:solidFill>
          <a:ln xmlns:a="http://schemas.openxmlformats.org/drawingml/2006/main" w="16193">
            <a:solidFill>
              <a:srgbClr val="197966"/>
            </a:solidFill>
            <a:prstDash val="solid"/>
          </a:ln>
        </p:spPr>
        <p:txBody>
          <a:bodyPr xmlns:a="http://schemas.openxmlformats.org/drawingml/2006/main" wrap="square" lIns="114300" tIns="76200" rIns="114300" bIns="76200" anchor="ctr">
            <a:noAutofit/>
          </a:bodyPr>
          <a:lstStyle xmlns:a="http://schemas.openxmlformats.org/drawingml/2006/main">
            <a:defPPr algn="ctr">
              <a:defRPr sz="1725" b="0">
                <a:solidFill>
                  <a:srgbClr val="172F46"/>
                </a:solidFill>
                <a:latin typeface="Malgun Gothic"/>
                <a:ea typeface="Malgun Gothic"/>
                <a:cs typeface="Malgun Gothic"/>
              </a:defRPr>
            </a:defPPr>
          </a:lstStyle>
          <a:p xmlns:a="http://schemas.openxmlformats.org/drawingml/2006/main">
            <a:pPr algn="ctr">
              <a:defRPr sz="1725" b="0">
                <a:solidFill>
                  <a:srgbClr val="172F46"/>
                </a:solidFill>
                <a:latin typeface="Malgun Gothic"/>
                <a:ea typeface="Malgun Gothic"/>
                <a:cs typeface="Malgun Gothic"/>
              </a:defRPr>
            </a:pPr>
            <a:r>
              <a:rPr sz="1725" b="0">
                <a:solidFill>
                  <a:srgbClr val="172F46"/>
                </a:solidFill>
                <a:latin typeface="Malgun Gothic"/>
                <a:ea typeface="Malgun Gothic"/>
                <a:cs typeface="Malgun Gothic"/>
              </a:rPr>
              <a:t>PLC: 모델별 핀 동작</a:t>
            </a:r>
          </a:p>
          <a:p xmlns:a="http://schemas.openxmlformats.org/drawingml/2006/main">
            <a:pPr algn="ctr">
              <a:defRPr sz="1725" b="0">
                <a:solidFill>
                  <a:srgbClr val="172F46"/>
                </a:solidFill>
                <a:latin typeface="Malgun Gothic"/>
                <a:ea typeface="Malgun Gothic"/>
                <a:cs typeface="Malgun Gothic"/>
              </a:defRPr>
            </a:pPr>
            <a:r>
              <a:rPr sz="1725" b="0">
                <a:solidFill>
                  <a:srgbClr val="172F46"/>
                </a:solidFill>
                <a:latin typeface="Malgun Gothic"/>
                <a:ea typeface="Malgun Gothic"/>
                <a:cs typeface="Malgun Gothic"/>
              </a:rPr>
              <a:t>변경 위치·완료 상태 확인</a:t>
            </a:r>
          </a:p>
        </p:txBody>
      </p:sp>
      <p:sp>
        <p:nvSpPr>
          <p:cNvPr id="31" name="vision-followup">
            <a:extLst xmlns:a="http://schemas.openxmlformats.org/drawingml/2006/main">
              <a:ext uri="{FF2B5EF4-FFF2-40B4-BE49-F238E27FC236}">
                <a16:creationId xmlns:a16="http://schemas.microsoft.com/office/drawing/2014/main" id="{C81148F8-0D5E-4873-8313-B6A7B674791C}"/>
              </a:ext>
            </a:extLst>
          </p:cNvPr>
          <p:cNvSpPr>
            <a:spLocks xmlns:a="http://schemas.openxmlformats.org/drawingml/2006/main" noGrp="1"/>
          </p:cNvSpPr>
          <p:nvPr/>
        </p:nvSpPr>
        <p:spPr>
          <a:xfrm xmlns:a="http://schemas.openxmlformats.org/drawingml/2006/main">
            <a:off x="4095750" y="6638925"/>
            <a:ext cx="3333750" cy="714375"/>
          </a:xfrm>
          <a:prstGeom xmlns:a="http://schemas.openxmlformats.org/drawingml/2006/main" prst="rect">
            <a:avLst/>
          </a:prstGeom>
          <a:solidFill xmlns:a="http://schemas.openxmlformats.org/drawingml/2006/main">
            <a:srgbClr val="EAF6F1"/>
          </a:solidFill>
          <a:ln xmlns:a="http://schemas.openxmlformats.org/drawingml/2006/main" w="16193">
            <a:solidFill>
              <a:srgbClr val="197966"/>
            </a:solidFill>
            <a:prstDash val="solid"/>
          </a:ln>
        </p:spPr>
        <p:txBody>
          <a:bodyPr xmlns:a="http://schemas.openxmlformats.org/drawingml/2006/main" wrap="square" lIns="114300" tIns="76200" rIns="114300" bIns="76200" anchor="ctr">
            <a:noAutofit/>
          </a:bodyPr>
          <a:lstStyle xmlns:a="http://schemas.openxmlformats.org/drawingml/2006/main">
            <a:defPPr algn="ctr">
              <a:defRPr sz="1725" b="0">
                <a:solidFill>
                  <a:srgbClr val="172F46"/>
                </a:solidFill>
                <a:latin typeface="Malgun Gothic"/>
                <a:ea typeface="Malgun Gothic"/>
                <a:cs typeface="Malgun Gothic"/>
              </a:defRPr>
            </a:defPPr>
          </a:lstStyle>
          <a:p xmlns:a="http://schemas.openxmlformats.org/drawingml/2006/main">
            <a:pPr algn="ctr">
              <a:defRPr sz="1725" b="0">
                <a:solidFill>
                  <a:srgbClr val="172F46"/>
                </a:solidFill>
                <a:latin typeface="Malgun Gothic"/>
                <a:ea typeface="Malgun Gothic"/>
                <a:cs typeface="Malgun Gothic"/>
              </a:defRPr>
            </a:pPr>
            <a:r>
              <a:rPr sz="1725" b="0">
                <a:solidFill>
                  <a:srgbClr val="172F46"/>
                </a:solidFill>
                <a:latin typeface="Malgun Gothic"/>
                <a:ea typeface="Malgun Gothic"/>
                <a:cs typeface="Malgun Gothic"/>
              </a:rPr>
              <a:t>비전 SW: 검사 조건 변경</a:t>
            </a:r>
          </a:p>
          <a:p xmlns:a="http://schemas.openxmlformats.org/drawingml/2006/main">
            <a:pPr algn="ctr">
              <a:defRPr sz="1725" b="0">
                <a:solidFill>
                  <a:srgbClr val="172F46"/>
                </a:solidFill>
                <a:latin typeface="Malgun Gothic"/>
                <a:ea typeface="Malgun Gothic"/>
                <a:cs typeface="Malgun Gothic"/>
              </a:defRPr>
            </a:pPr>
            <a:r>
              <a:rPr sz="1725" b="0">
                <a:solidFill>
                  <a:srgbClr val="172F46"/>
                </a:solidFill>
                <a:latin typeface="Malgun Gothic"/>
                <a:ea typeface="Malgun Gothic"/>
                <a:cs typeface="Malgun Gothic"/>
              </a:rPr>
              <a:t>새 Recipe·파라미터 적용 확인</a:t>
            </a:r>
          </a:p>
        </p:txBody>
      </p:sp>
      <p:sp>
        <p:nvSpPr>
          <p:cNvPr id="32" name="all-sections-ready">
            <a:extLst xmlns:a="http://schemas.openxmlformats.org/drawingml/2006/main">
              <a:ext uri="{FF2B5EF4-FFF2-40B4-BE49-F238E27FC236}">
                <a16:creationId xmlns:a16="http://schemas.microsoft.com/office/drawing/2014/main" id="{56968F00-5AA5-4DB6-A7E8-531BDCE99801}"/>
              </a:ext>
            </a:extLst>
          </p:cNvPr>
          <p:cNvSpPr>
            <a:spLocks xmlns:a="http://schemas.openxmlformats.org/drawingml/2006/main" noGrp="1"/>
          </p:cNvSpPr>
          <p:nvPr/>
        </p:nvSpPr>
        <p:spPr>
          <a:xfrm xmlns:a="http://schemas.openxmlformats.org/drawingml/2006/main">
            <a:off x="8334375" y="6019800"/>
            <a:ext cx="3143250" cy="866775"/>
          </a:xfrm>
          <a:prstGeom xmlns:a="http://schemas.openxmlformats.org/drawingml/2006/main" prst="rect">
            <a:avLst/>
          </a:prstGeom>
          <a:solidFill xmlns:a="http://schemas.openxmlformats.org/drawingml/2006/main">
            <a:srgbClr val="EAF6F1"/>
          </a:solidFill>
          <a:ln xmlns:a="http://schemas.openxmlformats.org/drawingml/2006/main" w="16193">
            <a:solidFill>
              <a:srgbClr val="197966"/>
            </a:solidFill>
            <a:prstDash val="solid"/>
          </a:ln>
        </p:spPr>
        <p:txBody>
          <a:bodyPr xmlns:a="http://schemas.openxmlformats.org/drawingml/2006/main" wrap="square" lIns="114300" tIns="76200" rIns="114300" bIns="76200" anchor="ctr">
            <a:noAutofit/>
          </a:bodyPr>
          <a:lstStyle xmlns:a="http://schemas.openxmlformats.org/drawingml/2006/main">
            <a:defPPr algn="ctr">
              <a:defRPr sz="1725" b="0">
                <a:solidFill>
                  <a:srgbClr val="172F46"/>
                </a:solidFill>
                <a:latin typeface="Malgun Gothic"/>
                <a:ea typeface="Malgun Gothic"/>
                <a:cs typeface="Malgun Gothic"/>
              </a:defRPr>
            </a:defPPr>
          </a:lstStyle>
          <a:p xmlns:a="http://schemas.openxmlformats.org/drawingml/2006/main">
            <a:pPr algn="ctr">
              <a:defRPr sz="1725" b="0">
                <a:solidFill>
                  <a:srgbClr val="172F46"/>
                </a:solidFill>
                <a:latin typeface="Malgun Gothic"/>
                <a:ea typeface="Malgun Gothic"/>
                <a:cs typeface="Malgun Gothic"/>
              </a:defRPr>
            </a:pPr>
            <a:r>
              <a:rPr sz="1725" b="0">
                <a:solidFill>
                  <a:srgbClr val="172F46"/>
                </a:solidFill>
                <a:latin typeface="Malgun Gothic"/>
                <a:ea typeface="Malgun Gothic"/>
                <a:cs typeface="Malgun Gothic"/>
              </a:rPr>
              <a:t>각 Section 적용 완료 확인</a:t>
            </a:r>
          </a:p>
          <a:p xmlns:a="http://schemas.openxmlformats.org/drawingml/2006/main">
            <a:pPr algn="ctr">
              <a:defRPr sz="1725" b="0">
                <a:solidFill>
                  <a:srgbClr val="172F46"/>
                </a:solidFill>
                <a:latin typeface="Malgun Gothic"/>
                <a:ea typeface="Malgun Gothic"/>
                <a:cs typeface="Malgun Gothic"/>
              </a:defRPr>
            </a:pPr>
            <a:r>
              <a:rPr sz="1725" b="0">
                <a:solidFill>
                  <a:srgbClr val="172F46"/>
                </a:solidFill>
                <a:latin typeface="Malgun Gothic"/>
                <a:ea typeface="Malgun Gothic"/>
                <a:cs typeface="Malgun Gothic"/>
              </a:rPr>
              <a:t>동일한 Job인지 확인</a:t>
            </a:r>
          </a:p>
        </p:txBody>
      </p:sp>
      <p:sp>
        <p:nvSpPr>
          <p:cNvPr id="33" name="new-job-ready">
            <a:extLst xmlns:a="http://schemas.openxmlformats.org/drawingml/2006/main">
              <a:ext uri="{FF2B5EF4-FFF2-40B4-BE49-F238E27FC236}">
                <a16:creationId xmlns:a16="http://schemas.microsoft.com/office/drawing/2014/main" id="{952BE641-1D53-4B2C-B14F-7E7D04C290DA}"/>
              </a:ext>
            </a:extLst>
          </p:cNvPr>
          <p:cNvSpPr>
            <a:spLocks xmlns:a="http://schemas.openxmlformats.org/drawingml/2006/main" noGrp="1"/>
          </p:cNvSpPr>
          <p:nvPr/>
        </p:nvSpPr>
        <p:spPr>
          <a:xfrm xmlns:a="http://schemas.openxmlformats.org/drawingml/2006/main">
            <a:off x="12287250" y="6019800"/>
            <a:ext cx="2381250" cy="866775"/>
          </a:xfrm>
          <a:prstGeom xmlns:a="http://schemas.openxmlformats.org/drawingml/2006/main" prst="rect">
            <a:avLst/>
          </a:prstGeom>
          <a:solidFill xmlns:a="http://schemas.openxmlformats.org/drawingml/2006/main">
            <a:srgbClr val="197966"/>
          </a:solidFill>
          <a:ln xmlns:a="http://schemas.openxmlformats.org/drawingml/2006/main" w="16193">
            <a:solidFill>
              <a:srgbClr val="197966"/>
            </a:solidFill>
            <a:prstDash val="solid"/>
          </a:ln>
        </p:spPr>
        <p:txBody>
          <a:bodyPr xmlns:a="http://schemas.openxmlformats.org/drawingml/2006/main" wrap="square" lIns="114300" tIns="76200" rIns="114300" bIns="76200" anchor="ctr">
            <a:noAutofit/>
          </a:bodyPr>
          <a:lstStyle xmlns:a="http://schemas.openxmlformats.org/drawingml/2006/main">
            <a:defPPr algn="ctr">
              <a:defRPr sz="1800" b="0">
                <a:solidFill>
                  <a:srgbClr val="FFFFFF"/>
                </a:solidFill>
                <a:latin typeface="Malgun Gothic"/>
                <a:ea typeface="Malgun Gothic"/>
                <a:cs typeface="Malgun Gothic"/>
              </a:defRPr>
            </a:defPPr>
          </a:lstStyle>
          <a:p xmlns:a="http://schemas.openxmlformats.org/drawingml/2006/main">
            <a:pPr algn="ctr">
              <a:defRPr sz="1800" b="0">
                <a:solidFill>
                  <a:srgbClr val="172F46"/>
                </a:solidFill>
                <a:latin typeface="Malgun Gothic"/>
                <a:ea typeface="Malgun Gothic"/>
                <a:cs typeface="Malgun Gothic"/>
              </a:defRPr>
            </a:pPr>
            <a:r>
              <a:rPr sz="1800" b="0">
                <a:solidFill>
                  <a:srgbClr val="FFFFFF"/>
                </a:solidFill>
                <a:latin typeface="Malgun Gothic"/>
                <a:ea typeface="Malgun Gothic"/>
                <a:cs typeface="Malgun Gothic"/>
              </a:rPr>
              <a:t>새 Job 가공 준비</a:t>
            </a:r>
          </a:p>
          <a:p xmlns:a="http://schemas.openxmlformats.org/drawingml/2006/main">
            <a:pPr algn="ctr">
              <a:defRPr sz="1800" b="0">
                <a:solidFill>
                  <a:srgbClr val="172F46"/>
                </a:solidFill>
                <a:latin typeface="Malgun Gothic"/>
                <a:ea typeface="Malgun Gothic"/>
                <a:cs typeface="Malgun Gothic"/>
              </a:defRPr>
            </a:pPr>
            <a:r>
              <a:rPr sz="1800" b="0">
                <a:solidFill>
                  <a:srgbClr val="FFFFFF"/>
                </a:solidFill>
                <a:latin typeface="Malgun Gothic"/>
                <a:ea typeface="Malgun Gothic"/>
                <a:cs typeface="Malgun Gothic"/>
              </a:rPr>
              <a:t>기판 준비 후 시작</a:t>
            </a:r>
          </a:p>
        </p:txBody>
      </p:sp>
      <p:sp>
        <p:nvSpPr>
          <p:cNvPr id="39" name="parallel-label">
            <a:extLst xmlns:a="http://schemas.openxmlformats.org/drawingml/2006/main">
              <a:ext uri="{FF2B5EF4-FFF2-40B4-BE49-F238E27FC236}">
                <a16:creationId xmlns:a16="http://schemas.microsoft.com/office/drawing/2014/main" id="{94447001-6867-46FD-8F0E-1FB43950FE8C}"/>
              </a:ext>
            </a:extLst>
          </p:cNvPr>
          <p:cNvSpPr>
            <a:spLocks xmlns:a="http://schemas.openxmlformats.org/drawingml/2006/main" noGrp="1"/>
          </p:cNvSpPr>
          <p:nvPr/>
        </p:nvSpPr>
        <p:spPr>
          <a:xfrm xmlns:a="http://schemas.openxmlformats.org/drawingml/2006/main">
            <a:off x="4210050" y="6419850"/>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50" b="0">
                <a:solidFill>
                  <a:srgbClr val="197966"/>
                </a:solidFill>
                <a:latin typeface="Malgun Gothic"/>
                <a:ea typeface="Malgun Gothic"/>
                <a:cs typeface="Malgun Gothic"/>
              </a:defRPr>
            </a:defPPr>
          </a:lstStyle>
          <a:p xmlns:a="http://schemas.openxmlformats.org/drawingml/2006/main">
            <a:pPr algn="ctr">
              <a:defRPr sz="1350" b="0">
                <a:solidFill>
                  <a:srgbClr val="197966"/>
                </a:solidFill>
                <a:latin typeface="Malgun Gothic"/>
                <a:ea typeface="Malgun Gothic"/>
                <a:cs typeface="Malgun Gothic"/>
              </a:defRPr>
            </a:pPr>
            <a:r>
              <a:rPr sz="1350" b="0">
                <a:solidFill>
                  <a:srgbClr val="197966"/>
                </a:solidFill>
                <a:latin typeface="Malgun Gothic"/>
                <a:ea typeface="Malgun Gothic"/>
                <a:cs typeface="Malgun Gothic"/>
              </a:rPr>
              <a:t>통보 후 병행 적용 제안</a:t>
            </a:r>
          </a:p>
        </p:txBody>
      </p:sp>
      <p:sp>
        <p:nvSpPr>
          <p:cNvPr id="40" name="flow-caveat">
            <a:extLst xmlns:a="http://schemas.openxmlformats.org/drawingml/2006/main">
              <a:ext uri="{FF2B5EF4-FFF2-40B4-BE49-F238E27FC236}">
                <a16:creationId xmlns:a16="http://schemas.microsoft.com/office/drawing/2014/main" id="{F8BBCD5E-FF63-4D45-9545-9E882500B36A}"/>
              </a:ext>
            </a:extLst>
          </p:cNvPr>
          <p:cNvSpPr>
            <a:spLocks xmlns:a="http://schemas.openxmlformats.org/drawingml/2006/main" noGrp="1"/>
          </p:cNvSpPr>
          <p:nvPr/>
        </p:nvSpPr>
        <p:spPr>
          <a:xfrm xmlns:a="http://schemas.openxmlformats.org/drawingml/2006/main">
            <a:off x="571500" y="7572375"/>
            <a:ext cx="1371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0">
                <a:solidFill>
                  <a:srgbClr val="9B611B"/>
                </a:solidFill>
                <a:latin typeface="Malgun Gothic"/>
                <a:ea typeface="Malgun Gothic"/>
                <a:cs typeface="Malgun Gothic"/>
              </a:defRPr>
            </a:defPPr>
          </a:lstStyle>
          <a:p xmlns:a="http://schemas.openxmlformats.org/drawingml/2006/main">
            <a:pPr algn="l">
              <a:defRPr sz="1575" b="0">
                <a:solidFill>
                  <a:srgbClr val="9B611B"/>
                </a:solidFill>
                <a:latin typeface="Malgun Gothic"/>
                <a:ea typeface="Malgun Gothic"/>
                <a:cs typeface="Malgun Gothic"/>
              </a:defRPr>
            </a:pPr>
            <a:r>
              <a:rPr sz="1575" b="0">
                <a:solidFill>
                  <a:srgbClr val="9B611B"/>
                </a:solidFill>
                <a:latin typeface="Malgun Gothic"/>
                <a:ea typeface="Malgun Gothic"/>
                <a:cs typeface="Malgun Gothic"/>
              </a:rPr>
              <a:t>협의 필요: 기존 기판 처리·핀 동작 조건, 자동 검사·Offset 보정 시점, Host 완료 회신 기준</a:t>
            </a:r>
          </a:p>
        </p:txBody>
      </p:sp>
      <p:sp>
        <p:nvSpPr>
          <p:cNvPr id="41" name="meeting-proposal-distinction">
            <a:extLst xmlns:a="http://schemas.openxmlformats.org/drawingml/2006/main">
              <a:ext uri="{FF2B5EF4-FFF2-40B4-BE49-F238E27FC236}">
                <a16:creationId xmlns:a16="http://schemas.microsoft.com/office/drawing/2014/main" id="{5F3C9706-F334-475F-AC9D-0ED9AED61263}"/>
              </a:ext>
            </a:extLst>
          </p:cNvPr>
          <p:cNvSpPr>
            <a:spLocks xmlns:a="http://schemas.openxmlformats.org/drawingml/2006/main" noGrp="1"/>
          </p:cNvSpPr>
          <p:nvPr/>
        </p:nvSpPr>
        <p:spPr>
          <a:xfrm xmlns:a="http://schemas.openxmlformats.org/drawingml/2006/main">
            <a:off x="571500" y="8029575"/>
            <a:ext cx="1285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0">
                <a:solidFill>
                  <a:srgbClr val="5C6C7C"/>
                </a:solidFill>
                <a:latin typeface="Malgun Gothic"/>
                <a:ea typeface="Malgun Gothic"/>
                <a:cs typeface="Malgun Gothic"/>
              </a:defRPr>
            </a:defPPr>
          </a:lstStyle>
          <a:p xmlns:a="http://schemas.openxmlformats.org/drawingml/2006/main">
            <a:pPr algn="l">
              <a:defRPr sz="1425" b="0">
                <a:solidFill>
                  <a:srgbClr val="5C6C7C"/>
                </a:solidFill>
                <a:latin typeface="Malgun Gothic"/>
                <a:ea typeface="Malgun Gothic"/>
                <a:cs typeface="Malgun Gothic"/>
              </a:defRPr>
            </a:pPr>
            <a:r>
              <a:rPr sz="1425" b="0">
                <a:solidFill>
                  <a:srgbClr val="5C6C7C"/>
                </a:solidFill>
                <a:latin typeface="Malgun Gothic"/>
                <a:ea typeface="Malgun Gothic"/>
                <a:cs typeface="Malgun Gothic"/>
              </a:rPr>
              <a:t>회의에서는 동시 확인 의견도 논의함. 가공 SW 선행 순서는 이번 요청을 반영한 제안</a:t>
            </a:r>
          </a:p>
        </p:txBody>
      </p:sp>
    </p:spTree>
    <p:extLst>
      <p:ext uri="{BB962C8B-B14F-4D97-AF65-F5344CB8AC3E}">
        <p14:creationId xmlns:p14="http://schemas.microsoft.com/office/powerpoint/2010/main" val="105630401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deck-title">
            <a:extLst xmlns:a="http://schemas.openxmlformats.org/drawingml/2006/main">
              <a:ext uri="{FF2B5EF4-FFF2-40B4-BE49-F238E27FC236}">
                <a16:creationId xmlns:a16="http://schemas.microsoft.com/office/drawing/2014/main" id="{A47DF3E3-13C9-419E-BF7D-E02ACE5BF483}"/>
              </a:ext>
            </a:extLst>
          </p:cNvPr>
          <p:cNvSpPr>
            <a:spLocks xmlns:a="http://schemas.openxmlformats.org/drawingml/2006/main" noGrp="1"/>
          </p:cNvSpPr>
          <p:nvPr/>
        </p:nvSpPr>
        <p:spPr>
          <a:xfrm xmlns:a="http://schemas.openxmlformats.org/drawingml/2006/main">
            <a:off x="571500" y="266700"/>
            <a:ext cx="1371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300" b="1">
                <a:solidFill>
                  <a:srgbClr val="172F46"/>
                </a:solidFill>
                <a:latin typeface="Malgun Gothic"/>
                <a:ea typeface="Malgun Gothic"/>
                <a:cs typeface="Malgun Gothic"/>
              </a:defRPr>
            </a:defPPr>
          </a:lstStyle>
          <a:p xmlns:a="http://schemas.openxmlformats.org/drawingml/2006/main">
            <a:pPr algn="l">
              <a:defRPr sz="3300" b="1">
                <a:solidFill>
                  <a:srgbClr val="172F46"/>
                </a:solidFill>
                <a:latin typeface="Malgun Gothic"/>
                <a:ea typeface="Malgun Gothic"/>
                <a:cs typeface="Malgun Gothic"/>
              </a:defRPr>
            </a:pPr>
            <a:r>
              <a:rPr sz="3300" b="1">
                <a:solidFill>
                  <a:srgbClr val="172F46"/>
                </a:solidFill>
                <a:latin typeface="Malgun Gothic"/>
                <a:ea typeface="Malgun Gothic"/>
                <a:cs typeface="Malgun Gothic"/>
              </a:rPr>
              <a:t>오토 잡체인지 타이밍 차트</a:t>
            </a:r>
          </a:p>
        </p:txBody>
      </p:sp>
      <p:sp>
        <p:nvSpPr>
          <p:cNvPr id="2" name="deck-subtitle">
            <a:extLst xmlns:a="http://schemas.openxmlformats.org/drawingml/2006/main">
              <a:ext uri="{FF2B5EF4-FFF2-40B4-BE49-F238E27FC236}">
                <a16:creationId xmlns:a16="http://schemas.microsoft.com/office/drawing/2014/main" id="{D3091402-3F83-4DFC-8E55-7C9A054A3803}"/>
              </a:ext>
            </a:extLst>
          </p:cNvPr>
          <p:cNvSpPr>
            <a:spLocks xmlns:a="http://schemas.openxmlformats.org/drawingml/2006/main" noGrp="1"/>
          </p:cNvSpPr>
          <p:nvPr/>
        </p:nvSpPr>
        <p:spPr>
          <a:xfrm xmlns:a="http://schemas.openxmlformats.org/drawingml/2006/main">
            <a:off x="571500" y="990600"/>
            <a:ext cx="1390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0">
                <a:solidFill>
                  <a:srgbClr val="5C6C7C"/>
                </a:solidFill>
                <a:latin typeface="Malgun Gothic"/>
                <a:ea typeface="Malgun Gothic"/>
                <a:cs typeface="Malgun Gothic"/>
              </a:defRPr>
            </a:defPPr>
          </a:lstStyle>
          <a:p xmlns:a="http://schemas.openxmlformats.org/drawingml/2006/main">
            <a:pPr algn="l">
              <a:defRPr sz="1875" b="0">
                <a:solidFill>
                  <a:srgbClr val="5C6C7C"/>
                </a:solidFill>
                <a:latin typeface="Malgun Gothic"/>
                <a:ea typeface="Malgun Gothic"/>
                <a:cs typeface="Malgun Gothic"/>
              </a:defRPr>
            </a:pPr>
            <a:r>
              <a:rPr sz="1875" b="0">
                <a:solidFill>
                  <a:srgbClr val="5C6C7C"/>
                </a:solidFill>
                <a:latin typeface="Malgun Gothic"/>
                <a:ea typeface="Malgun Gothic"/>
                <a:cs typeface="Malgun Gothic"/>
              </a:rPr>
              <a:t>요청, 가공 SW 내부 완료, Section 통보, 전체 준비 완료의 시점을 구분</a:t>
            </a:r>
          </a:p>
        </p:txBody>
      </p:sp>
      <p:cxnSp>
        <p:nvCxnSpPr>
          <p:cNvPr id="3" name="title-rule">
            <a:extLst xmlns:a="http://schemas.openxmlformats.org/drawingml/2006/main">
              <a:ext uri="{FF2B5EF4-FFF2-40B4-BE49-F238E27FC236}">
                <a16:creationId xmlns:a16="http://schemas.microsoft.com/office/drawing/2014/main" id="{44B7302C-A87F-4BC6-903E-1D9BEB107732}"/>
              </a:ext>
            </a:extLst>
          </p:cNvPr>
          <p:cNvCxnSpPr/>
          <p:nvPr/>
        </p:nvCxnSpPr>
        <p:spPr>
          <a:xfrm xmlns:a="http://schemas.openxmlformats.org/drawingml/2006/main" flipH="0" flipV="0">
            <a:off x="571500" y="1638300"/>
            <a:ext cx="14097000" cy="0"/>
          </a:xfrm>
          <a:prstGeom xmlns:a="http://schemas.openxmlformats.org/drawingml/2006/main" prst="straightConnector1">
            <a:avLst/>
          </a:prstGeom>
          <a:ln xmlns:a="http://schemas.openxmlformats.org/drawingml/2006/main" w="12383">
            <a:solidFill>
              <a:srgbClr val="B8C4CF"/>
            </a:solidFill>
            <a:prstDash val="solid"/>
            <a:tailEnd type="none" w="med" len="med"/>
          </a:ln>
        </p:spPr>
      </p:cxnSp>
      <p:sp>
        <p:nvSpPr>
          <p:cNvPr id="4" name="page-number">
            <a:extLst xmlns:a="http://schemas.openxmlformats.org/drawingml/2006/main">
              <a:ext uri="{FF2B5EF4-FFF2-40B4-BE49-F238E27FC236}">
                <a16:creationId xmlns:a16="http://schemas.microsoft.com/office/drawing/2014/main" id="{744DC77F-B52E-4349-88A9-15072724841B}"/>
              </a:ext>
            </a:extLst>
          </p:cNvPr>
          <p:cNvSpPr>
            <a:spLocks xmlns:a="http://schemas.openxmlformats.org/drawingml/2006/main" noGrp="1"/>
          </p:cNvSpPr>
          <p:nvPr/>
        </p:nvSpPr>
        <p:spPr>
          <a:xfrm xmlns:a="http://schemas.openxmlformats.org/drawingml/2006/main">
            <a:off x="13906500" y="813435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425" b="0">
                <a:solidFill>
                  <a:srgbClr val="5C6C7C"/>
                </a:solidFill>
                <a:latin typeface="Malgun Gothic"/>
                <a:ea typeface="Malgun Gothic"/>
                <a:cs typeface="Malgun Gothic"/>
              </a:defRPr>
            </a:defPPr>
          </a:lstStyle>
          <a:p xmlns:a="http://schemas.openxmlformats.org/drawingml/2006/main">
            <a:pPr algn="r">
              <a:defRPr sz="1425" b="0">
                <a:solidFill>
                  <a:srgbClr val="5C6C7C"/>
                </a:solidFill>
                <a:latin typeface="Malgun Gothic"/>
                <a:ea typeface="Malgun Gothic"/>
                <a:cs typeface="Malgun Gothic"/>
              </a:defRPr>
            </a:pPr>
            <a:r>
              <a:rPr sz="1425" b="0">
                <a:solidFill>
                  <a:srgbClr val="5C6C7C"/>
                </a:solidFill>
                <a:latin typeface="Malgun Gothic"/>
                <a:ea typeface="Malgun Gothic"/>
                <a:cs typeface="Malgun Gothic"/>
              </a:rPr>
              <a:t>2 / 2</a:t>
            </a:r>
          </a:p>
        </p:txBody>
      </p:sp>
      <p:sp>
        <p:nvSpPr>
          <p:cNvPr id="5" name="phase-a-time">
            <a:extLst xmlns:a="http://schemas.openxmlformats.org/drawingml/2006/main">
              <a:ext uri="{FF2B5EF4-FFF2-40B4-BE49-F238E27FC236}">
                <a16:creationId xmlns:a16="http://schemas.microsoft.com/office/drawing/2014/main" id="{29D6C0D4-6C4D-4833-A51A-CAEC28D94D2D}"/>
              </a:ext>
            </a:extLst>
          </p:cNvPr>
          <p:cNvSpPr>
            <a:spLocks xmlns:a="http://schemas.openxmlformats.org/drawingml/2006/main" noGrp="1"/>
          </p:cNvSpPr>
          <p:nvPr/>
        </p:nvSpPr>
        <p:spPr>
          <a:xfrm xmlns:a="http://schemas.openxmlformats.org/drawingml/2006/main">
            <a:off x="3333750" y="1752600"/>
            <a:ext cx="481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950" b="1">
                <a:solidFill>
                  <a:srgbClr val="1667B2"/>
                </a:solidFill>
                <a:latin typeface="Malgun Gothic"/>
                <a:ea typeface="Malgun Gothic"/>
                <a:cs typeface="Malgun Gothic"/>
              </a:defRPr>
            </a:defPPr>
          </a:lstStyle>
          <a:p xmlns:a="http://schemas.openxmlformats.org/drawingml/2006/main">
            <a:pPr algn="ctr">
              <a:defRPr sz="1950" b="1">
                <a:solidFill>
                  <a:srgbClr val="1667B2"/>
                </a:solidFill>
                <a:latin typeface="Malgun Gothic"/>
                <a:ea typeface="Malgun Gothic"/>
                <a:cs typeface="Malgun Gothic"/>
              </a:defRPr>
            </a:pPr>
            <a:r>
              <a:rPr sz="1950" b="1">
                <a:solidFill>
                  <a:srgbClr val="1667B2"/>
                </a:solidFill>
                <a:latin typeface="Malgun Gothic"/>
                <a:ea typeface="Malgun Gothic"/>
                <a:cs typeface="Malgun Gothic"/>
              </a:rPr>
              <a:t>가공 SW 선행 전환</a:t>
            </a:r>
          </a:p>
        </p:txBody>
      </p:sp>
      <p:sp>
        <p:nvSpPr>
          <p:cNvPr id="6" name="phase-b-time">
            <a:extLst xmlns:a="http://schemas.openxmlformats.org/drawingml/2006/main">
              <a:ext uri="{FF2B5EF4-FFF2-40B4-BE49-F238E27FC236}">
                <a16:creationId xmlns:a16="http://schemas.microsoft.com/office/drawing/2014/main" id="{B5384F73-0DB4-4A41-8B34-E3140B56FCDE}"/>
              </a:ext>
            </a:extLst>
          </p:cNvPr>
          <p:cNvSpPr>
            <a:spLocks xmlns:a="http://schemas.openxmlformats.org/drawingml/2006/main" noGrp="1"/>
          </p:cNvSpPr>
          <p:nvPr/>
        </p:nvSpPr>
        <p:spPr>
          <a:xfrm xmlns:a="http://schemas.openxmlformats.org/drawingml/2006/main">
            <a:off x="9763125" y="1752600"/>
            <a:ext cx="381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950" b="1">
                <a:solidFill>
                  <a:srgbClr val="197966"/>
                </a:solidFill>
                <a:latin typeface="Malgun Gothic"/>
                <a:ea typeface="Malgun Gothic"/>
                <a:cs typeface="Malgun Gothic"/>
              </a:defRPr>
            </a:defPPr>
          </a:lstStyle>
          <a:p xmlns:a="http://schemas.openxmlformats.org/drawingml/2006/main">
            <a:pPr algn="ctr">
              <a:defRPr sz="1950" b="1">
                <a:solidFill>
                  <a:srgbClr val="197966"/>
                </a:solidFill>
                <a:latin typeface="Malgun Gothic"/>
                <a:ea typeface="Malgun Gothic"/>
                <a:cs typeface="Malgun Gothic"/>
              </a:defRPr>
            </a:pPr>
            <a:r>
              <a:rPr sz="1950" b="1">
                <a:solidFill>
                  <a:srgbClr val="197966"/>
                </a:solidFill>
                <a:latin typeface="Malgun Gothic"/>
                <a:ea typeface="Malgun Gothic"/>
                <a:cs typeface="Malgun Gothic"/>
              </a:rPr>
              <a:t>Section 후행 적용</a:t>
            </a:r>
          </a:p>
        </p:txBody>
      </p:sp>
      <p:sp>
        <p:nvSpPr>
          <p:cNvPr id="7" name="t0-label">
            <a:extLst xmlns:a="http://schemas.openxmlformats.org/drawingml/2006/main">
              <a:ext uri="{FF2B5EF4-FFF2-40B4-BE49-F238E27FC236}">
                <a16:creationId xmlns:a16="http://schemas.microsoft.com/office/drawing/2014/main" id="{8892B58E-FBE3-43BA-AA40-24C25EB5AF6F}"/>
              </a:ext>
            </a:extLst>
          </p:cNvPr>
          <p:cNvSpPr>
            <a:spLocks xmlns:a="http://schemas.openxmlformats.org/drawingml/2006/main" noGrp="1"/>
          </p:cNvSpPr>
          <p:nvPr/>
        </p:nvSpPr>
        <p:spPr>
          <a:xfrm xmlns:a="http://schemas.openxmlformats.org/drawingml/2006/main">
            <a:off x="2667000" y="2171700"/>
            <a:ext cx="1571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667B2"/>
                </a:solidFill>
                <a:latin typeface="Malgun Gothic"/>
                <a:ea typeface="Malgun Gothic"/>
                <a:cs typeface="Malgun Gothic"/>
              </a:defRPr>
            </a:defPPr>
          </a:lstStyle>
          <a:p xmlns:a="http://schemas.openxmlformats.org/drawingml/2006/main">
            <a:pPr algn="ctr">
              <a:defRPr sz="1725" b="1">
                <a:solidFill>
                  <a:srgbClr val="1667B2"/>
                </a:solidFill>
                <a:latin typeface="Malgun Gothic"/>
                <a:ea typeface="Malgun Gothic"/>
                <a:cs typeface="Malgun Gothic"/>
              </a:defRPr>
            </a:pPr>
            <a:r>
              <a:rPr sz="1725" b="1">
                <a:solidFill>
                  <a:srgbClr val="1667B2"/>
                </a:solidFill>
                <a:latin typeface="Malgun Gothic"/>
                <a:ea typeface="Malgun Gothic"/>
                <a:cs typeface="Malgun Gothic"/>
              </a:rPr>
              <a:t>t0  요청</a:t>
            </a:r>
          </a:p>
        </p:txBody>
      </p:sp>
      <p:sp>
        <p:nvSpPr>
          <p:cNvPr id="8" name="t1-label">
            <a:extLst xmlns:a="http://schemas.openxmlformats.org/drawingml/2006/main">
              <a:ext uri="{FF2B5EF4-FFF2-40B4-BE49-F238E27FC236}">
                <a16:creationId xmlns:a16="http://schemas.microsoft.com/office/drawing/2014/main" id="{B5BE22C6-7ED1-4C54-9D9D-3D1520ED1763}"/>
              </a:ext>
            </a:extLst>
          </p:cNvPr>
          <p:cNvSpPr>
            <a:spLocks xmlns:a="http://schemas.openxmlformats.org/drawingml/2006/main" noGrp="1"/>
          </p:cNvSpPr>
          <p:nvPr/>
        </p:nvSpPr>
        <p:spPr>
          <a:xfrm xmlns:a="http://schemas.openxmlformats.org/drawingml/2006/main">
            <a:off x="7334250" y="2171700"/>
            <a:ext cx="1619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667B2"/>
                </a:solidFill>
                <a:latin typeface="Malgun Gothic"/>
                <a:ea typeface="Malgun Gothic"/>
                <a:cs typeface="Malgun Gothic"/>
              </a:defRPr>
            </a:defPPr>
          </a:lstStyle>
          <a:p xmlns:a="http://schemas.openxmlformats.org/drawingml/2006/main">
            <a:pPr algn="ctr">
              <a:defRPr sz="1725" b="1">
                <a:solidFill>
                  <a:srgbClr val="1667B2"/>
                </a:solidFill>
                <a:latin typeface="Malgun Gothic"/>
                <a:ea typeface="Malgun Gothic"/>
                <a:cs typeface="Malgun Gothic"/>
              </a:defRPr>
            </a:pPr>
            <a:r>
              <a:rPr sz="1725" b="1">
                <a:solidFill>
                  <a:srgbClr val="1667B2"/>
                </a:solidFill>
                <a:latin typeface="Malgun Gothic"/>
                <a:ea typeface="Malgun Gothic"/>
                <a:cs typeface="Malgun Gothic"/>
              </a:rPr>
              <a:t>t1  SW 완료</a:t>
            </a:r>
          </a:p>
        </p:txBody>
      </p:sp>
      <p:sp>
        <p:nvSpPr>
          <p:cNvPr id="9" name="t2-label">
            <a:extLst xmlns:a="http://schemas.openxmlformats.org/drawingml/2006/main">
              <a:ext uri="{FF2B5EF4-FFF2-40B4-BE49-F238E27FC236}">
                <a16:creationId xmlns:a16="http://schemas.microsoft.com/office/drawing/2014/main" id="{3A722115-48AB-4C3E-800F-62522AC3179D}"/>
              </a:ext>
            </a:extLst>
          </p:cNvPr>
          <p:cNvSpPr>
            <a:spLocks xmlns:a="http://schemas.openxmlformats.org/drawingml/2006/main" noGrp="1"/>
          </p:cNvSpPr>
          <p:nvPr/>
        </p:nvSpPr>
        <p:spPr>
          <a:xfrm xmlns:a="http://schemas.openxmlformats.org/drawingml/2006/main">
            <a:off x="9144000" y="2171700"/>
            <a:ext cx="14287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97966"/>
                </a:solidFill>
                <a:latin typeface="Malgun Gothic"/>
                <a:ea typeface="Malgun Gothic"/>
                <a:cs typeface="Malgun Gothic"/>
              </a:defRPr>
            </a:defPPr>
          </a:lstStyle>
          <a:p xmlns:a="http://schemas.openxmlformats.org/drawingml/2006/main">
            <a:pPr algn="ctr">
              <a:defRPr sz="1725" b="1">
                <a:solidFill>
                  <a:srgbClr val="197966"/>
                </a:solidFill>
                <a:latin typeface="Malgun Gothic"/>
                <a:ea typeface="Malgun Gothic"/>
                <a:cs typeface="Malgun Gothic"/>
              </a:defRPr>
            </a:pPr>
            <a:r>
              <a:rPr sz="1725" b="1">
                <a:solidFill>
                  <a:srgbClr val="197966"/>
                </a:solidFill>
                <a:latin typeface="Malgun Gothic"/>
                <a:ea typeface="Malgun Gothic"/>
                <a:cs typeface="Malgun Gothic"/>
              </a:rPr>
              <a:t>t2  통보</a:t>
            </a:r>
          </a:p>
        </p:txBody>
      </p:sp>
      <p:sp>
        <p:nvSpPr>
          <p:cNvPr id="10" name="t3-label">
            <a:extLst xmlns:a="http://schemas.openxmlformats.org/drawingml/2006/main">
              <a:ext uri="{FF2B5EF4-FFF2-40B4-BE49-F238E27FC236}">
                <a16:creationId xmlns:a16="http://schemas.microsoft.com/office/drawing/2014/main" id="{1E91E71D-F690-49F5-993D-51C451C7E76C}"/>
              </a:ext>
            </a:extLst>
          </p:cNvPr>
          <p:cNvSpPr>
            <a:spLocks xmlns:a="http://schemas.openxmlformats.org/drawingml/2006/main" noGrp="1"/>
          </p:cNvSpPr>
          <p:nvPr/>
        </p:nvSpPr>
        <p:spPr>
          <a:xfrm xmlns:a="http://schemas.openxmlformats.org/drawingml/2006/main">
            <a:off x="12573000" y="2171700"/>
            <a:ext cx="2000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97966"/>
                </a:solidFill>
                <a:latin typeface="Malgun Gothic"/>
                <a:ea typeface="Malgun Gothic"/>
                <a:cs typeface="Malgun Gothic"/>
              </a:defRPr>
            </a:defPPr>
          </a:lstStyle>
          <a:p xmlns:a="http://schemas.openxmlformats.org/drawingml/2006/main">
            <a:pPr algn="ctr">
              <a:defRPr sz="1725" b="1">
                <a:solidFill>
                  <a:srgbClr val="197966"/>
                </a:solidFill>
                <a:latin typeface="Malgun Gothic"/>
                <a:ea typeface="Malgun Gothic"/>
                <a:cs typeface="Malgun Gothic"/>
              </a:defRPr>
            </a:pPr>
            <a:r>
              <a:rPr sz="1725" b="1">
                <a:solidFill>
                  <a:srgbClr val="197966"/>
                </a:solidFill>
                <a:latin typeface="Malgun Gothic"/>
                <a:ea typeface="Malgun Gothic"/>
                <a:cs typeface="Malgun Gothic"/>
              </a:rPr>
              <a:t>t3  전체 준비</a:t>
            </a:r>
          </a:p>
        </p:txBody>
      </p:sp>
      <p:cxnSp>
        <p:nvCxnSpPr>
          <p:cNvPr id="11" name="time-marker-0">
            <a:extLst xmlns:a="http://schemas.openxmlformats.org/drawingml/2006/main">
              <a:ext uri="{FF2B5EF4-FFF2-40B4-BE49-F238E27FC236}">
                <a16:creationId xmlns:a16="http://schemas.microsoft.com/office/drawing/2014/main" id="{2F1D2EB4-9758-4DEE-9C33-F25896C24347}"/>
              </a:ext>
            </a:extLst>
          </p:cNvPr>
          <p:cNvCxnSpPr/>
          <p:nvPr/>
        </p:nvCxnSpPr>
        <p:spPr>
          <a:xfrm xmlns:a="http://schemas.openxmlformats.org/drawingml/2006/main" flipH="0" flipV="0">
            <a:off x="3333750" y="2647950"/>
            <a:ext cx="0" cy="4448175"/>
          </a:xfrm>
          <a:prstGeom xmlns:a="http://schemas.openxmlformats.org/drawingml/2006/main" prst="straightConnector1">
            <a:avLst/>
          </a:prstGeom>
          <a:ln xmlns:a="http://schemas.openxmlformats.org/drawingml/2006/main" w="12383">
            <a:solidFill>
              <a:srgbClr val="1667B2"/>
            </a:solidFill>
            <a:prstDash val="dash"/>
            <a:tailEnd type="none" w="med" len="med"/>
          </a:ln>
        </p:spPr>
      </p:cxnSp>
      <p:cxnSp>
        <p:nvCxnSpPr>
          <p:cNvPr id="12" name="time-marker-1">
            <a:extLst xmlns:a="http://schemas.openxmlformats.org/drawingml/2006/main">
              <a:ext uri="{FF2B5EF4-FFF2-40B4-BE49-F238E27FC236}">
                <a16:creationId xmlns:a16="http://schemas.microsoft.com/office/drawing/2014/main" id="{C0D39C95-ED27-4EAF-AEC7-FA4A0B242422}"/>
              </a:ext>
            </a:extLst>
          </p:cNvPr>
          <p:cNvCxnSpPr/>
          <p:nvPr/>
        </p:nvCxnSpPr>
        <p:spPr>
          <a:xfrm xmlns:a="http://schemas.openxmlformats.org/drawingml/2006/main" flipH="0" flipV="0">
            <a:off x="8143875" y="2647950"/>
            <a:ext cx="0" cy="4448175"/>
          </a:xfrm>
          <a:prstGeom xmlns:a="http://schemas.openxmlformats.org/drawingml/2006/main" prst="straightConnector1">
            <a:avLst/>
          </a:prstGeom>
          <a:ln xmlns:a="http://schemas.openxmlformats.org/drawingml/2006/main" w="12383">
            <a:solidFill>
              <a:srgbClr val="1667B2"/>
            </a:solidFill>
            <a:prstDash val="dash"/>
            <a:tailEnd type="none" w="med" len="med"/>
          </a:ln>
        </p:spPr>
      </p:cxnSp>
      <p:cxnSp>
        <p:nvCxnSpPr>
          <p:cNvPr id="13" name="time-marker-2">
            <a:extLst xmlns:a="http://schemas.openxmlformats.org/drawingml/2006/main">
              <a:ext uri="{FF2B5EF4-FFF2-40B4-BE49-F238E27FC236}">
                <a16:creationId xmlns:a16="http://schemas.microsoft.com/office/drawing/2014/main" id="{505F8B3F-EA89-4EF9-BB20-DC6EF89EF0DF}"/>
              </a:ext>
            </a:extLst>
          </p:cNvPr>
          <p:cNvCxnSpPr/>
          <p:nvPr/>
        </p:nvCxnSpPr>
        <p:spPr>
          <a:xfrm xmlns:a="http://schemas.openxmlformats.org/drawingml/2006/main" flipH="0" flipV="0">
            <a:off x="9763125" y="2647950"/>
            <a:ext cx="0" cy="4448175"/>
          </a:xfrm>
          <a:prstGeom xmlns:a="http://schemas.openxmlformats.org/drawingml/2006/main" prst="straightConnector1">
            <a:avLst/>
          </a:prstGeom>
          <a:ln xmlns:a="http://schemas.openxmlformats.org/drawingml/2006/main" w="12383">
            <a:solidFill>
              <a:srgbClr val="197966"/>
            </a:solidFill>
            <a:prstDash val="dash"/>
            <a:tailEnd type="none" w="med" len="med"/>
          </a:ln>
        </p:spPr>
      </p:cxnSp>
      <p:cxnSp>
        <p:nvCxnSpPr>
          <p:cNvPr id="14" name="time-marker-3">
            <a:extLst xmlns:a="http://schemas.openxmlformats.org/drawingml/2006/main">
              <a:ext uri="{FF2B5EF4-FFF2-40B4-BE49-F238E27FC236}">
                <a16:creationId xmlns:a16="http://schemas.microsoft.com/office/drawing/2014/main" id="{084C93D6-C932-450C-8767-3B73D300002A}"/>
              </a:ext>
            </a:extLst>
          </p:cNvPr>
          <p:cNvCxnSpPr/>
          <p:nvPr/>
        </p:nvCxnSpPr>
        <p:spPr>
          <a:xfrm xmlns:a="http://schemas.openxmlformats.org/drawingml/2006/main" flipH="0" flipV="0">
            <a:off x="13573125" y="2647950"/>
            <a:ext cx="0" cy="4448175"/>
          </a:xfrm>
          <a:prstGeom xmlns:a="http://schemas.openxmlformats.org/drawingml/2006/main" prst="straightConnector1">
            <a:avLst/>
          </a:prstGeom>
          <a:ln xmlns:a="http://schemas.openxmlformats.org/drawingml/2006/main" w="12383">
            <a:solidFill>
              <a:srgbClr val="197966"/>
            </a:solidFill>
            <a:prstDash val="dash"/>
            <a:tailEnd type="none" w="med" len="med"/>
          </a:ln>
        </p:spPr>
      </p:cxnSp>
      <p:cxnSp>
        <p:nvCxnSpPr>
          <p:cNvPr id="15" name="row-baseline-0">
            <a:extLst xmlns:a="http://schemas.openxmlformats.org/drawingml/2006/main">
              <a:ext uri="{FF2B5EF4-FFF2-40B4-BE49-F238E27FC236}">
                <a16:creationId xmlns:a16="http://schemas.microsoft.com/office/drawing/2014/main" id="{991DD0C9-38AD-4028-85CE-820FD7A4C04F}"/>
              </a:ext>
            </a:extLst>
          </p:cNvPr>
          <p:cNvCxnSpPr/>
          <p:nvPr/>
        </p:nvCxnSpPr>
        <p:spPr>
          <a:xfrm xmlns:a="http://schemas.openxmlformats.org/drawingml/2006/main" flipH="0" flipV="0">
            <a:off x="3143250" y="3000375"/>
            <a:ext cx="11525250" cy="0"/>
          </a:xfrm>
          <a:prstGeom xmlns:a="http://schemas.openxmlformats.org/drawingml/2006/main" prst="straightConnector1">
            <a:avLst/>
          </a:prstGeom>
          <a:ln xmlns:a="http://schemas.openxmlformats.org/drawingml/2006/main" w="12383">
            <a:solidFill>
              <a:srgbClr val="B8C4CF"/>
            </a:solidFill>
            <a:prstDash val="solid"/>
            <a:tailEnd type="none" w="med" len="med"/>
          </a:ln>
        </p:spPr>
      </p:cxnSp>
      <p:cxnSp>
        <p:nvCxnSpPr>
          <p:cNvPr id="16" name="row-divider-0">
            <a:extLst xmlns:a="http://schemas.openxmlformats.org/drawingml/2006/main">
              <a:ext uri="{FF2B5EF4-FFF2-40B4-BE49-F238E27FC236}">
                <a16:creationId xmlns:a16="http://schemas.microsoft.com/office/drawing/2014/main" id="{0A656D0A-7B01-4B81-98C9-C03D02682128}"/>
              </a:ext>
            </a:extLst>
          </p:cNvPr>
          <p:cNvCxnSpPr/>
          <p:nvPr/>
        </p:nvCxnSpPr>
        <p:spPr>
          <a:xfrm xmlns:a="http://schemas.openxmlformats.org/drawingml/2006/main" flipH="0" flipV="0">
            <a:off x="571500" y="3419475"/>
            <a:ext cx="14097000" cy="0"/>
          </a:xfrm>
          <a:prstGeom xmlns:a="http://schemas.openxmlformats.org/drawingml/2006/main" prst="straightConnector1">
            <a:avLst/>
          </a:prstGeom>
          <a:ln xmlns:a="http://schemas.openxmlformats.org/drawingml/2006/main" w="12383">
            <a:solidFill>
              <a:srgbClr val="E7EDF2"/>
            </a:solidFill>
            <a:prstDash val="solid"/>
            <a:tailEnd type="none" w="med" len="med"/>
          </a:ln>
        </p:spPr>
      </p:cxnSp>
      <p:cxnSp>
        <p:nvCxnSpPr>
          <p:cNvPr id="17" name="row-baseline-1">
            <a:extLst xmlns:a="http://schemas.openxmlformats.org/drawingml/2006/main">
              <a:ext uri="{FF2B5EF4-FFF2-40B4-BE49-F238E27FC236}">
                <a16:creationId xmlns:a16="http://schemas.microsoft.com/office/drawing/2014/main" id="{9EC031B7-C9A4-4129-A7F7-89F1B71B1BE8}"/>
              </a:ext>
            </a:extLst>
          </p:cNvPr>
          <p:cNvCxnSpPr/>
          <p:nvPr/>
        </p:nvCxnSpPr>
        <p:spPr>
          <a:xfrm xmlns:a="http://schemas.openxmlformats.org/drawingml/2006/main" flipH="0" flipV="0">
            <a:off x="3143250" y="3867150"/>
            <a:ext cx="11525250" cy="0"/>
          </a:xfrm>
          <a:prstGeom xmlns:a="http://schemas.openxmlformats.org/drawingml/2006/main" prst="straightConnector1">
            <a:avLst/>
          </a:prstGeom>
          <a:ln xmlns:a="http://schemas.openxmlformats.org/drawingml/2006/main" w="12383">
            <a:solidFill>
              <a:srgbClr val="B8C4CF"/>
            </a:solidFill>
            <a:prstDash val="solid"/>
            <a:tailEnd type="none" w="med" len="med"/>
          </a:ln>
        </p:spPr>
      </p:cxnSp>
      <p:cxnSp>
        <p:nvCxnSpPr>
          <p:cNvPr id="18" name="row-divider-1">
            <a:extLst xmlns:a="http://schemas.openxmlformats.org/drawingml/2006/main">
              <a:ext uri="{FF2B5EF4-FFF2-40B4-BE49-F238E27FC236}">
                <a16:creationId xmlns:a16="http://schemas.microsoft.com/office/drawing/2014/main" id="{D6AD3956-D569-475F-93F8-1ADEE2A79FE2}"/>
              </a:ext>
            </a:extLst>
          </p:cNvPr>
          <p:cNvCxnSpPr/>
          <p:nvPr/>
        </p:nvCxnSpPr>
        <p:spPr>
          <a:xfrm xmlns:a="http://schemas.openxmlformats.org/drawingml/2006/main" flipH="0" flipV="0">
            <a:off x="571500" y="4286250"/>
            <a:ext cx="14097000" cy="0"/>
          </a:xfrm>
          <a:prstGeom xmlns:a="http://schemas.openxmlformats.org/drawingml/2006/main" prst="straightConnector1">
            <a:avLst/>
          </a:prstGeom>
          <a:ln xmlns:a="http://schemas.openxmlformats.org/drawingml/2006/main" w="12383">
            <a:solidFill>
              <a:srgbClr val="E7EDF2"/>
            </a:solidFill>
            <a:prstDash val="solid"/>
            <a:tailEnd type="none" w="med" len="med"/>
          </a:ln>
        </p:spPr>
      </p:cxnSp>
      <p:cxnSp>
        <p:nvCxnSpPr>
          <p:cNvPr id="19" name="row-baseline-2">
            <a:extLst xmlns:a="http://schemas.openxmlformats.org/drawingml/2006/main">
              <a:ext uri="{FF2B5EF4-FFF2-40B4-BE49-F238E27FC236}">
                <a16:creationId xmlns:a16="http://schemas.microsoft.com/office/drawing/2014/main" id="{6BF3C867-548F-4DBD-8D69-FC8DAC72A3E0}"/>
              </a:ext>
            </a:extLst>
          </p:cNvPr>
          <p:cNvCxnSpPr/>
          <p:nvPr/>
        </p:nvCxnSpPr>
        <p:spPr>
          <a:xfrm xmlns:a="http://schemas.openxmlformats.org/drawingml/2006/main" flipH="0" flipV="0">
            <a:off x="3143250" y="4733925"/>
            <a:ext cx="11525250" cy="0"/>
          </a:xfrm>
          <a:prstGeom xmlns:a="http://schemas.openxmlformats.org/drawingml/2006/main" prst="straightConnector1">
            <a:avLst/>
          </a:prstGeom>
          <a:ln xmlns:a="http://schemas.openxmlformats.org/drawingml/2006/main" w="12383">
            <a:solidFill>
              <a:srgbClr val="B8C4CF"/>
            </a:solidFill>
            <a:prstDash val="solid"/>
            <a:tailEnd type="none" w="med" len="med"/>
          </a:ln>
        </p:spPr>
      </p:cxnSp>
      <p:cxnSp>
        <p:nvCxnSpPr>
          <p:cNvPr id="20" name="row-divider-2">
            <a:extLst xmlns:a="http://schemas.openxmlformats.org/drawingml/2006/main">
              <a:ext uri="{FF2B5EF4-FFF2-40B4-BE49-F238E27FC236}">
                <a16:creationId xmlns:a16="http://schemas.microsoft.com/office/drawing/2014/main" id="{B8807A17-4546-4B9B-9961-028D641C6486}"/>
              </a:ext>
            </a:extLst>
          </p:cNvPr>
          <p:cNvCxnSpPr/>
          <p:nvPr/>
        </p:nvCxnSpPr>
        <p:spPr>
          <a:xfrm xmlns:a="http://schemas.openxmlformats.org/drawingml/2006/main" flipH="0" flipV="0">
            <a:off x="571500" y="5153025"/>
            <a:ext cx="14097000" cy="0"/>
          </a:xfrm>
          <a:prstGeom xmlns:a="http://schemas.openxmlformats.org/drawingml/2006/main" prst="straightConnector1">
            <a:avLst/>
          </a:prstGeom>
          <a:ln xmlns:a="http://schemas.openxmlformats.org/drawingml/2006/main" w="12383">
            <a:solidFill>
              <a:srgbClr val="E7EDF2"/>
            </a:solidFill>
            <a:prstDash val="solid"/>
            <a:tailEnd type="none" w="med" len="med"/>
          </a:ln>
        </p:spPr>
      </p:cxnSp>
      <p:cxnSp>
        <p:nvCxnSpPr>
          <p:cNvPr id="21" name="row-baseline-3">
            <a:extLst xmlns:a="http://schemas.openxmlformats.org/drawingml/2006/main">
              <a:ext uri="{FF2B5EF4-FFF2-40B4-BE49-F238E27FC236}">
                <a16:creationId xmlns:a16="http://schemas.microsoft.com/office/drawing/2014/main" id="{4AE03120-5F2A-4C39-9C8A-3B2C89F26750}"/>
              </a:ext>
            </a:extLst>
          </p:cNvPr>
          <p:cNvCxnSpPr/>
          <p:nvPr/>
        </p:nvCxnSpPr>
        <p:spPr>
          <a:xfrm xmlns:a="http://schemas.openxmlformats.org/drawingml/2006/main" flipH="0" flipV="0">
            <a:off x="3143250" y="5600700"/>
            <a:ext cx="11525250" cy="0"/>
          </a:xfrm>
          <a:prstGeom xmlns:a="http://schemas.openxmlformats.org/drawingml/2006/main" prst="straightConnector1">
            <a:avLst/>
          </a:prstGeom>
          <a:ln xmlns:a="http://schemas.openxmlformats.org/drawingml/2006/main" w="12383">
            <a:solidFill>
              <a:srgbClr val="B8C4CF"/>
            </a:solidFill>
            <a:prstDash val="solid"/>
            <a:tailEnd type="none" w="med" len="med"/>
          </a:ln>
        </p:spPr>
      </p:cxnSp>
      <p:cxnSp>
        <p:nvCxnSpPr>
          <p:cNvPr id="22" name="row-divider-3">
            <a:extLst xmlns:a="http://schemas.openxmlformats.org/drawingml/2006/main">
              <a:ext uri="{FF2B5EF4-FFF2-40B4-BE49-F238E27FC236}">
                <a16:creationId xmlns:a16="http://schemas.microsoft.com/office/drawing/2014/main" id="{429B7503-464F-417E-AE09-7E903FB372A5}"/>
              </a:ext>
            </a:extLst>
          </p:cNvPr>
          <p:cNvCxnSpPr/>
          <p:nvPr/>
        </p:nvCxnSpPr>
        <p:spPr>
          <a:xfrm xmlns:a="http://schemas.openxmlformats.org/drawingml/2006/main" flipH="0" flipV="0">
            <a:off x="571500" y="6019800"/>
            <a:ext cx="14097000" cy="0"/>
          </a:xfrm>
          <a:prstGeom xmlns:a="http://schemas.openxmlformats.org/drawingml/2006/main" prst="straightConnector1">
            <a:avLst/>
          </a:prstGeom>
          <a:ln xmlns:a="http://schemas.openxmlformats.org/drawingml/2006/main" w="12383">
            <a:solidFill>
              <a:srgbClr val="E7EDF2"/>
            </a:solidFill>
            <a:prstDash val="solid"/>
            <a:tailEnd type="none" w="med" len="med"/>
          </a:ln>
        </p:spPr>
      </p:cxnSp>
      <p:cxnSp>
        <p:nvCxnSpPr>
          <p:cNvPr id="23" name="row-baseline-4">
            <a:extLst xmlns:a="http://schemas.openxmlformats.org/drawingml/2006/main">
              <a:ext uri="{FF2B5EF4-FFF2-40B4-BE49-F238E27FC236}">
                <a16:creationId xmlns:a16="http://schemas.microsoft.com/office/drawing/2014/main" id="{A3655A6D-0DB6-4946-9F40-6989E2F3587E}"/>
              </a:ext>
            </a:extLst>
          </p:cNvPr>
          <p:cNvCxnSpPr/>
          <p:nvPr/>
        </p:nvCxnSpPr>
        <p:spPr>
          <a:xfrm xmlns:a="http://schemas.openxmlformats.org/drawingml/2006/main" flipH="0" flipV="0">
            <a:off x="3143250" y="6467475"/>
            <a:ext cx="11525250" cy="0"/>
          </a:xfrm>
          <a:prstGeom xmlns:a="http://schemas.openxmlformats.org/drawingml/2006/main" prst="straightConnector1">
            <a:avLst/>
          </a:prstGeom>
          <a:ln xmlns:a="http://schemas.openxmlformats.org/drawingml/2006/main" w="12383">
            <a:solidFill>
              <a:srgbClr val="B8C4CF"/>
            </a:solidFill>
            <a:prstDash val="solid"/>
            <a:tailEnd type="none" w="med" len="med"/>
          </a:ln>
        </p:spPr>
      </p:cxnSp>
      <p:sp>
        <p:nvSpPr>
          <p:cNvPr id="24" name="timing-row-0">
            <a:extLst xmlns:a="http://schemas.openxmlformats.org/drawingml/2006/main">
              <a:ext uri="{FF2B5EF4-FFF2-40B4-BE49-F238E27FC236}">
                <a16:creationId xmlns:a16="http://schemas.microsoft.com/office/drawing/2014/main" id="{98A88D45-0AA8-44E5-BAEE-2D94BE6F133A}"/>
              </a:ext>
            </a:extLst>
          </p:cNvPr>
          <p:cNvSpPr>
            <a:spLocks xmlns:a="http://schemas.openxmlformats.org/drawingml/2006/main" noGrp="1"/>
          </p:cNvSpPr>
          <p:nvPr/>
        </p:nvSpPr>
        <p:spPr>
          <a:xfrm xmlns:a="http://schemas.openxmlformats.org/drawingml/2006/main">
            <a:off x="571500" y="2724150"/>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950" b="1">
                <a:solidFill>
                  <a:srgbClr val="172F46"/>
                </a:solidFill>
                <a:latin typeface="Malgun Gothic"/>
                <a:ea typeface="Malgun Gothic"/>
                <a:cs typeface="Malgun Gothic"/>
              </a:defRPr>
            </a:defPPr>
          </a:lstStyle>
          <a:p xmlns:a="http://schemas.openxmlformats.org/drawingml/2006/main">
            <a:pPr algn="l">
              <a:defRPr sz="1950" b="1">
                <a:solidFill>
                  <a:srgbClr val="172F46"/>
                </a:solidFill>
                <a:latin typeface="Malgun Gothic"/>
                <a:ea typeface="Malgun Gothic"/>
                <a:cs typeface="Malgun Gothic"/>
              </a:defRPr>
            </a:pPr>
            <a:r>
              <a:rPr sz="1950" b="1">
                <a:solidFill>
                  <a:srgbClr val="172F46"/>
                </a:solidFill>
                <a:latin typeface="Malgun Gothic"/>
                <a:ea typeface="Malgun Gothic"/>
                <a:cs typeface="Malgun Gothic"/>
              </a:rPr>
              <a:t>상위 Host</a:t>
            </a:r>
          </a:p>
        </p:txBody>
      </p:sp>
      <p:sp>
        <p:nvSpPr>
          <p:cNvPr id="25" name="timing-row-1">
            <a:extLst xmlns:a="http://schemas.openxmlformats.org/drawingml/2006/main">
              <a:ext uri="{FF2B5EF4-FFF2-40B4-BE49-F238E27FC236}">
                <a16:creationId xmlns:a16="http://schemas.microsoft.com/office/drawing/2014/main" id="{C8FE08E6-2F4B-48D3-8AEE-3CFF65AC0121}"/>
              </a:ext>
            </a:extLst>
          </p:cNvPr>
          <p:cNvSpPr>
            <a:spLocks xmlns:a="http://schemas.openxmlformats.org/drawingml/2006/main" noGrp="1"/>
          </p:cNvSpPr>
          <p:nvPr/>
        </p:nvSpPr>
        <p:spPr>
          <a:xfrm xmlns:a="http://schemas.openxmlformats.org/drawingml/2006/main">
            <a:off x="571500" y="3590925"/>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950" b="1">
                <a:solidFill>
                  <a:srgbClr val="172F46"/>
                </a:solidFill>
                <a:latin typeface="Malgun Gothic"/>
                <a:ea typeface="Malgun Gothic"/>
                <a:cs typeface="Malgun Gothic"/>
              </a:defRPr>
            </a:defPPr>
          </a:lstStyle>
          <a:p xmlns:a="http://schemas.openxmlformats.org/drawingml/2006/main">
            <a:pPr algn="l">
              <a:defRPr sz="1950" b="1">
                <a:solidFill>
                  <a:srgbClr val="172F46"/>
                </a:solidFill>
                <a:latin typeface="Malgun Gothic"/>
                <a:ea typeface="Malgun Gothic"/>
                <a:cs typeface="Malgun Gothic"/>
              </a:defRPr>
            </a:pPr>
            <a:r>
              <a:rPr sz="1950" b="1">
                <a:solidFill>
                  <a:srgbClr val="172F46"/>
                </a:solidFill>
                <a:latin typeface="Malgun Gothic"/>
                <a:ea typeface="Malgun Gothic"/>
                <a:cs typeface="Malgun Gothic"/>
              </a:rPr>
              <a:t>가공 SW</a:t>
            </a:r>
          </a:p>
        </p:txBody>
      </p:sp>
      <p:sp>
        <p:nvSpPr>
          <p:cNvPr id="26" name="timing-row-2">
            <a:extLst xmlns:a="http://schemas.openxmlformats.org/drawingml/2006/main">
              <a:ext uri="{FF2B5EF4-FFF2-40B4-BE49-F238E27FC236}">
                <a16:creationId xmlns:a16="http://schemas.microsoft.com/office/drawing/2014/main" id="{498CEDC6-425F-4E52-90F0-CE68746AA60E}"/>
              </a:ext>
            </a:extLst>
          </p:cNvPr>
          <p:cNvSpPr>
            <a:spLocks xmlns:a="http://schemas.openxmlformats.org/drawingml/2006/main" noGrp="1"/>
          </p:cNvSpPr>
          <p:nvPr/>
        </p:nvSpPr>
        <p:spPr>
          <a:xfrm xmlns:a="http://schemas.openxmlformats.org/drawingml/2006/main">
            <a:off x="571500" y="4457700"/>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950" b="1">
                <a:solidFill>
                  <a:srgbClr val="172F46"/>
                </a:solidFill>
                <a:latin typeface="Malgun Gothic"/>
                <a:ea typeface="Malgun Gothic"/>
                <a:cs typeface="Malgun Gothic"/>
              </a:defRPr>
            </a:defPPr>
          </a:lstStyle>
          <a:p xmlns:a="http://schemas.openxmlformats.org/drawingml/2006/main">
            <a:pPr algn="l">
              <a:defRPr sz="1950" b="1">
                <a:solidFill>
                  <a:srgbClr val="172F46"/>
                </a:solidFill>
                <a:latin typeface="Malgun Gothic"/>
                <a:ea typeface="Malgun Gothic"/>
                <a:cs typeface="Malgun Gothic"/>
              </a:defRPr>
            </a:pPr>
            <a:r>
              <a:rPr sz="1950" b="1">
                <a:solidFill>
                  <a:srgbClr val="172F46"/>
                </a:solidFill>
                <a:latin typeface="Malgun Gothic"/>
                <a:ea typeface="Malgun Gothic"/>
                <a:cs typeface="Malgun Gothic"/>
              </a:rPr>
              <a:t>변경 통보</a:t>
            </a:r>
          </a:p>
        </p:txBody>
      </p:sp>
      <p:sp>
        <p:nvSpPr>
          <p:cNvPr id="27" name="timing-row-3">
            <a:extLst xmlns:a="http://schemas.openxmlformats.org/drawingml/2006/main">
              <a:ext uri="{FF2B5EF4-FFF2-40B4-BE49-F238E27FC236}">
                <a16:creationId xmlns:a16="http://schemas.microsoft.com/office/drawing/2014/main" id="{B2A1571C-6821-4B52-B837-448E5978844B}"/>
              </a:ext>
            </a:extLst>
          </p:cNvPr>
          <p:cNvSpPr>
            <a:spLocks xmlns:a="http://schemas.openxmlformats.org/drawingml/2006/main" noGrp="1"/>
          </p:cNvSpPr>
          <p:nvPr/>
        </p:nvSpPr>
        <p:spPr>
          <a:xfrm xmlns:a="http://schemas.openxmlformats.org/drawingml/2006/main">
            <a:off x="571500" y="5324475"/>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950" b="1">
                <a:solidFill>
                  <a:srgbClr val="172F46"/>
                </a:solidFill>
                <a:latin typeface="Malgun Gothic"/>
                <a:ea typeface="Malgun Gothic"/>
                <a:cs typeface="Malgun Gothic"/>
              </a:defRPr>
            </a:defPPr>
          </a:lstStyle>
          <a:p xmlns:a="http://schemas.openxmlformats.org/drawingml/2006/main">
            <a:pPr algn="l">
              <a:defRPr sz="1950" b="1">
                <a:solidFill>
                  <a:srgbClr val="172F46"/>
                </a:solidFill>
                <a:latin typeface="Malgun Gothic"/>
                <a:ea typeface="Malgun Gothic"/>
                <a:cs typeface="Malgun Gothic"/>
              </a:defRPr>
            </a:pPr>
            <a:r>
              <a:rPr sz="1950" b="1">
                <a:solidFill>
                  <a:srgbClr val="172F46"/>
                </a:solidFill>
                <a:latin typeface="Malgun Gothic"/>
                <a:ea typeface="Malgun Gothic"/>
                <a:cs typeface="Malgun Gothic"/>
              </a:rPr>
              <a:t>PLC</a:t>
            </a:r>
          </a:p>
        </p:txBody>
      </p:sp>
      <p:sp>
        <p:nvSpPr>
          <p:cNvPr id="28" name="timing-row-4">
            <a:extLst xmlns:a="http://schemas.openxmlformats.org/drawingml/2006/main">
              <a:ext uri="{FF2B5EF4-FFF2-40B4-BE49-F238E27FC236}">
                <a16:creationId xmlns:a16="http://schemas.microsoft.com/office/drawing/2014/main" id="{6CFDFED5-5410-48D6-933D-86455A15DEDF}"/>
              </a:ext>
            </a:extLst>
          </p:cNvPr>
          <p:cNvSpPr>
            <a:spLocks xmlns:a="http://schemas.openxmlformats.org/drawingml/2006/main" noGrp="1"/>
          </p:cNvSpPr>
          <p:nvPr/>
        </p:nvSpPr>
        <p:spPr>
          <a:xfrm xmlns:a="http://schemas.openxmlformats.org/drawingml/2006/main">
            <a:off x="571500" y="6191250"/>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950" b="1">
                <a:solidFill>
                  <a:srgbClr val="172F46"/>
                </a:solidFill>
                <a:latin typeface="Malgun Gothic"/>
                <a:ea typeface="Malgun Gothic"/>
                <a:cs typeface="Malgun Gothic"/>
              </a:defRPr>
            </a:defPPr>
          </a:lstStyle>
          <a:p xmlns:a="http://schemas.openxmlformats.org/drawingml/2006/main">
            <a:pPr algn="l">
              <a:defRPr sz="1950" b="1">
                <a:solidFill>
                  <a:srgbClr val="172F46"/>
                </a:solidFill>
                <a:latin typeface="Malgun Gothic"/>
                <a:ea typeface="Malgun Gothic"/>
                <a:cs typeface="Malgun Gothic"/>
              </a:defRPr>
            </a:pPr>
            <a:r>
              <a:rPr sz="1950" b="1">
                <a:solidFill>
                  <a:srgbClr val="172F46"/>
                </a:solidFill>
                <a:latin typeface="Malgun Gothic"/>
                <a:ea typeface="Malgun Gothic"/>
                <a:cs typeface="Malgun Gothic"/>
              </a:rPr>
              <a:t>비전 SW</a:t>
            </a:r>
          </a:p>
        </p:txBody>
      </p:sp>
      <p:sp>
        <p:nvSpPr>
          <p:cNvPr id="29" name="host-request-bar">
            <a:extLst xmlns:a="http://schemas.openxmlformats.org/drawingml/2006/main">
              <a:ext uri="{FF2B5EF4-FFF2-40B4-BE49-F238E27FC236}">
                <a16:creationId xmlns:a16="http://schemas.microsoft.com/office/drawing/2014/main" id="{3B62381A-BC0E-4BA2-8161-95D31AEE4A6B}"/>
              </a:ext>
            </a:extLst>
          </p:cNvPr>
          <p:cNvSpPr>
            <a:spLocks xmlns:a="http://schemas.openxmlformats.org/drawingml/2006/main" noGrp="1"/>
          </p:cNvSpPr>
          <p:nvPr/>
        </p:nvSpPr>
        <p:spPr>
          <a:xfrm xmlns:a="http://schemas.openxmlformats.org/drawingml/2006/main">
            <a:off x="3333750" y="2743200"/>
            <a:ext cx="857250" cy="514350"/>
          </a:xfrm>
          <a:prstGeom xmlns:a="http://schemas.openxmlformats.org/drawingml/2006/main" prst="rect">
            <a:avLst/>
          </a:prstGeom>
          <a:solidFill xmlns:a="http://schemas.openxmlformats.org/drawingml/2006/main">
            <a:srgbClr val="1667B2"/>
          </a:solidFill>
          <a:ln xmlns:a="http://schemas.openxmlformats.org/drawingml/2006/main" w="16193">
            <a:solidFill>
              <a:srgbClr val="1667B2"/>
            </a:solidFill>
            <a:prstDash val="solid"/>
          </a:ln>
        </p:spPr>
        <p:txBody>
          <a:bodyPr xmlns:a="http://schemas.openxmlformats.org/drawingml/2006/main" wrap="square" lIns="114300" tIns="76200" rIns="114300" bIns="76200" anchor="ctr">
            <a:noAutofit/>
          </a:bodyPr>
          <a:lstStyle xmlns:a="http://schemas.openxmlformats.org/drawingml/2006/main">
            <a:defPPr algn="ctr">
              <a:defRPr sz="1725" b="0">
                <a:solidFill>
                  <a:srgbClr val="FFFFFF"/>
                </a:solidFill>
                <a:latin typeface="Malgun Gothic"/>
                <a:ea typeface="Malgun Gothic"/>
                <a:cs typeface="Malgun Gothic"/>
              </a:defRPr>
            </a:defPPr>
          </a:lstStyle>
          <a:p xmlns:a="http://schemas.openxmlformats.org/drawingml/2006/main">
            <a:pPr algn="ctr">
              <a:defRPr sz="1725" b="0">
                <a:solidFill>
                  <a:srgbClr val="172F46"/>
                </a:solidFill>
                <a:latin typeface="Malgun Gothic"/>
                <a:ea typeface="Malgun Gothic"/>
                <a:cs typeface="Malgun Gothic"/>
              </a:defRPr>
            </a:pPr>
            <a:r>
              <a:rPr sz="1725" b="0">
                <a:solidFill>
                  <a:srgbClr val="FFFFFF"/>
                </a:solidFill>
                <a:latin typeface="Malgun Gothic"/>
                <a:ea typeface="Malgun Gothic"/>
                <a:cs typeface="Malgun Gothic"/>
              </a:rPr>
              <a:t>요청</a:t>
            </a:r>
          </a:p>
        </p:txBody>
      </p:sp>
      <p:sp>
        <p:nvSpPr>
          <p:cNvPr id="30" name="sw-validate-bar">
            <a:extLst xmlns:a="http://schemas.openxmlformats.org/drawingml/2006/main">
              <a:ext uri="{FF2B5EF4-FFF2-40B4-BE49-F238E27FC236}">
                <a16:creationId xmlns:a16="http://schemas.microsoft.com/office/drawing/2014/main" id="{E1A6D270-47E6-4039-B8F3-91EF0A2807F0}"/>
              </a:ext>
            </a:extLst>
          </p:cNvPr>
          <p:cNvSpPr>
            <a:spLocks xmlns:a="http://schemas.openxmlformats.org/drawingml/2006/main" noGrp="1"/>
          </p:cNvSpPr>
          <p:nvPr/>
        </p:nvSpPr>
        <p:spPr>
          <a:xfrm xmlns:a="http://schemas.openxmlformats.org/drawingml/2006/main">
            <a:off x="3333750" y="3609975"/>
            <a:ext cx="1381125" cy="514350"/>
          </a:xfrm>
          <a:prstGeom xmlns:a="http://schemas.openxmlformats.org/drawingml/2006/main" prst="rect">
            <a:avLst/>
          </a:prstGeom>
          <a:solidFill xmlns:a="http://schemas.openxmlformats.org/drawingml/2006/main">
            <a:srgbClr val="EAF3FC"/>
          </a:solidFill>
          <a:ln xmlns:a="http://schemas.openxmlformats.org/drawingml/2006/main" w="16193">
            <a:solidFill>
              <a:srgbClr val="1667B2"/>
            </a:solidFill>
            <a:prstDash val="solid"/>
          </a:ln>
        </p:spPr>
        <p:txBody>
          <a:bodyPr xmlns:a="http://schemas.openxmlformats.org/drawingml/2006/main" wrap="square" lIns="114300" tIns="76200" rIns="114300" bIns="76200" anchor="ctr">
            <a:noAutofit/>
          </a:bodyPr>
          <a:lstStyle xmlns:a="http://schemas.openxmlformats.org/drawingml/2006/main">
            <a:defPPr algn="ctr">
              <a:defRPr sz="1650" b="0">
                <a:solidFill>
                  <a:srgbClr val="172F46"/>
                </a:solidFill>
                <a:latin typeface="Malgun Gothic"/>
                <a:ea typeface="Malgun Gothic"/>
                <a:cs typeface="Malgun Gothic"/>
              </a:defRPr>
            </a:defPPr>
          </a:lstStyle>
          <a:p xmlns:a="http://schemas.openxmlformats.org/drawingml/2006/main">
            <a:pPr algn="ctr">
              <a:defRPr sz="1650" b="0">
                <a:solidFill>
                  <a:srgbClr val="172F46"/>
                </a:solidFill>
                <a:latin typeface="Malgun Gothic"/>
                <a:ea typeface="Malgun Gothic"/>
                <a:cs typeface="Malgun Gothic"/>
              </a:defRPr>
            </a:pPr>
            <a:r>
              <a:rPr sz="1650" b="0">
                <a:solidFill>
                  <a:srgbClr val="172F46"/>
                </a:solidFill>
                <a:latin typeface="Malgun Gothic"/>
                <a:ea typeface="Malgun Gothic"/>
                <a:cs typeface="Malgun Gothic"/>
              </a:rPr>
              <a:t>접수·검증</a:t>
            </a:r>
          </a:p>
        </p:txBody>
      </p:sp>
      <p:sp>
        <p:nvSpPr>
          <p:cNvPr id="31" name="sw-recipe-bar">
            <a:extLst xmlns:a="http://schemas.openxmlformats.org/drawingml/2006/main">
              <a:ext uri="{FF2B5EF4-FFF2-40B4-BE49-F238E27FC236}">
                <a16:creationId xmlns:a16="http://schemas.microsoft.com/office/drawing/2014/main" id="{29E10251-6A4C-4C8D-AF93-F12A32C1F648}"/>
              </a:ext>
            </a:extLst>
          </p:cNvPr>
          <p:cNvSpPr>
            <a:spLocks xmlns:a="http://schemas.openxmlformats.org/drawingml/2006/main" noGrp="1"/>
          </p:cNvSpPr>
          <p:nvPr/>
        </p:nvSpPr>
        <p:spPr>
          <a:xfrm xmlns:a="http://schemas.openxmlformats.org/drawingml/2006/main">
            <a:off x="4714875" y="3609975"/>
            <a:ext cx="1476375" cy="514350"/>
          </a:xfrm>
          <a:prstGeom xmlns:a="http://schemas.openxmlformats.org/drawingml/2006/main" prst="rect">
            <a:avLst/>
          </a:prstGeom>
          <a:solidFill xmlns:a="http://schemas.openxmlformats.org/drawingml/2006/main">
            <a:srgbClr val="EAF3FC"/>
          </a:solidFill>
          <a:ln xmlns:a="http://schemas.openxmlformats.org/drawingml/2006/main" w="16193">
            <a:solidFill>
              <a:srgbClr val="1667B2"/>
            </a:solidFill>
            <a:prstDash val="solid"/>
          </a:ln>
        </p:spPr>
        <p:txBody>
          <a:bodyPr xmlns:a="http://schemas.openxmlformats.org/drawingml/2006/main" wrap="square" lIns="114300" tIns="76200" rIns="114300" bIns="76200" anchor="ctr">
            <a:noAutofit/>
          </a:bodyPr>
          <a:lstStyle xmlns:a="http://schemas.openxmlformats.org/drawingml/2006/main">
            <a:defPPr algn="ctr">
              <a:defRPr sz="1650" b="0">
                <a:solidFill>
                  <a:srgbClr val="172F46"/>
                </a:solidFill>
                <a:latin typeface="Malgun Gothic"/>
                <a:ea typeface="Malgun Gothic"/>
                <a:cs typeface="Malgun Gothic"/>
              </a:defRPr>
            </a:defPPr>
          </a:lstStyle>
          <a:p xmlns:a="http://schemas.openxmlformats.org/drawingml/2006/main">
            <a:pPr algn="ctr">
              <a:defRPr sz="1650" b="0">
                <a:solidFill>
                  <a:srgbClr val="172F46"/>
                </a:solidFill>
                <a:latin typeface="Malgun Gothic"/>
                <a:ea typeface="Malgun Gothic"/>
                <a:cs typeface="Malgun Gothic"/>
              </a:defRPr>
            </a:pPr>
            <a:r>
              <a:rPr sz="1650" b="0">
                <a:solidFill>
                  <a:srgbClr val="172F46"/>
                </a:solidFill>
                <a:latin typeface="Malgun Gothic"/>
                <a:ea typeface="Malgun Gothic"/>
                <a:cs typeface="Malgun Gothic"/>
              </a:rPr>
              <a:t>레시피 전환</a:t>
            </a:r>
          </a:p>
        </p:txBody>
      </p:sp>
      <p:sp>
        <p:nvSpPr>
          <p:cNvPr id="32" name="sw-operation-bar">
            <a:extLst xmlns:a="http://schemas.openxmlformats.org/drawingml/2006/main">
              <a:ext uri="{FF2B5EF4-FFF2-40B4-BE49-F238E27FC236}">
                <a16:creationId xmlns:a16="http://schemas.microsoft.com/office/drawing/2014/main" id="{322FD1C7-1CB2-4460-BF45-4CB76AD0C979}"/>
              </a:ext>
            </a:extLst>
          </p:cNvPr>
          <p:cNvSpPr>
            <a:spLocks xmlns:a="http://schemas.openxmlformats.org/drawingml/2006/main" noGrp="1"/>
          </p:cNvSpPr>
          <p:nvPr/>
        </p:nvSpPr>
        <p:spPr>
          <a:xfrm xmlns:a="http://schemas.openxmlformats.org/drawingml/2006/main">
            <a:off x="6191250" y="3609975"/>
            <a:ext cx="1952625" cy="514350"/>
          </a:xfrm>
          <a:prstGeom xmlns:a="http://schemas.openxmlformats.org/drawingml/2006/main" prst="rect">
            <a:avLst/>
          </a:prstGeom>
          <a:solidFill xmlns:a="http://schemas.openxmlformats.org/drawingml/2006/main">
            <a:srgbClr val="EAF3FC"/>
          </a:solidFill>
          <a:ln xmlns:a="http://schemas.openxmlformats.org/drawingml/2006/main" w="16193">
            <a:solidFill>
              <a:srgbClr val="1667B2"/>
            </a:solidFill>
            <a:prstDash val="solid"/>
          </a:ln>
        </p:spPr>
        <p:txBody>
          <a:bodyPr xmlns:a="http://schemas.openxmlformats.org/drawingml/2006/main" wrap="square" lIns="114300" tIns="76200" rIns="114300" bIns="76200" anchor="ctr">
            <a:noAutofit/>
          </a:bodyPr>
          <a:lstStyle xmlns:a="http://schemas.openxmlformats.org/drawingml/2006/main">
            <a:defPPr algn="ctr">
              <a:defRPr sz="1650" b="0">
                <a:solidFill>
                  <a:srgbClr val="172F46"/>
                </a:solidFill>
                <a:latin typeface="Malgun Gothic"/>
                <a:ea typeface="Malgun Gothic"/>
                <a:cs typeface="Malgun Gothic"/>
              </a:defRPr>
            </a:defPPr>
          </a:lstStyle>
          <a:p xmlns:a="http://schemas.openxmlformats.org/drawingml/2006/main">
            <a:pPr algn="ctr">
              <a:defRPr sz="1650" b="0">
                <a:solidFill>
                  <a:srgbClr val="172F46"/>
                </a:solidFill>
                <a:latin typeface="Malgun Gothic"/>
                <a:ea typeface="Malgun Gothic"/>
                <a:cs typeface="Malgun Gothic"/>
              </a:defRPr>
            </a:pPr>
            <a:r>
              <a:rPr sz="1650" b="0">
                <a:solidFill>
                  <a:srgbClr val="172F46"/>
                </a:solidFill>
                <a:latin typeface="Malgun Gothic"/>
                <a:ea typeface="Malgun Gothic"/>
                <a:cs typeface="Malgun Gothic"/>
              </a:rPr>
              <a:t>자동 전환·확인</a:t>
            </a:r>
          </a:p>
        </p:txBody>
      </p:sp>
      <p:sp>
        <p:nvSpPr>
          <p:cNvPr id="33" name="sw-ready-after-t1">
            <a:extLst xmlns:a="http://schemas.openxmlformats.org/drawingml/2006/main">
              <a:ext uri="{FF2B5EF4-FFF2-40B4-BE49-F238E27FC236}">
                <a16:creationId xmlns:a16="http://schemas.microsoft.com/office/drawing/2014/main" id="{A9DBC240-3F33-4D01-876A-267AD3F98556}"/>
              </a:ext>
            </a:extLst>
          </p:cNvPr>
          <p:cNvSpPr>
            <a:spLocks xmlns:a="http://schemas.openxmlformats.org/drawingml/2006/main" noGrp="1"/>
          </p:cNvSpPr>
          <p:nvPr/>
        </p:nvSpPr>
        <p:spPr>
          <a:xfrm xmlns:a="http://schemas.openxmlformats.org/drawingml/2006/main">
            <a:off x="8258175" y="3552825"/>
            <a:ext cx="13906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575" b="0">
                <a:solidFill>
                  <a:srgbClr val="1667B2"/>
                </a:solidFill>
                <a:latin typeface="Malgun Gothic"/>
                <a:ea typeface="Malgun Gothic"/>
                <a:cs typeface="Malgun Gothic"/>
              </a:defRPr>
            </a:defPPr>
          </a:lstStyle>
          <a:p xmlns:a="http://schemas.openxmlformats.org/drawingml/2006/main">
            <a:pPr algn="ctr">
              <a:defRPr sz="1575" b="0">
                <a:solidFill>
                  <a:srgbClr val="1667B2"/>
                </a:solidFill>
                <a:latin typeface="Malgun Gothic"/>
                <a:ea typeface="Malgun Gothic"/>
                <a:cs typeface="Malgun Gothic"/>
              </a:defRPr>
            </a:pPr>
            <a:r>
              <a:rPr sz="1575" b="0">
                <a:solidFill>
                  <a:srgbClr val="1667B2"/>
                </a:solidFill>
                <a:latin typeface="Malgun Gothic"/>
                <a:ea typeface="Malgun Gothic"/>
                <a:cs typeface="Malgun Gothic"/>
              </a:rPr>
              <a:t>내부 완료 상태 유지</a:t>
            </a:r>
          </a:p>
        </p:txBody>
      </p:sp>
      <p:sp>
        <p:nvSpPr>
          <p:cNvPr id="34" name="section-notify-bar">
            <a:extLst xmlns:a="http://schemas.openxmlformats.org/drawingml/2006/main">
              <a:ext uri="{FF2B5EF4-FFF2-40B4-BE49-F238E27FC236}">
                <a16:creationId xmlns:a16="http://schemas.microsoft.com/office/drawing/2014/main" id="{1E913B32-FEFD-449D-AFF2-84F0F743C12B}"/>
              </a:ext>
            </a:extLst>
          </p:cNvPr>
          <p:cNvSpPr>
            <a:spLocks xmlns:a="http://schemas.openxmlformats.org/drawingml/2006/main" noGrp="1"/>
          </p:cNvSpPr>
          <p:nvPr/>
        </p:nvSpPr>
        <p:spPr>
          <a:xfrm xmlns:a="http://schemas.openxmlformats.org/drawingml/2006/main">
            <a:off x="9763125" y="4476750"/>
            <a:ext cx="809625" cy="514350"/>
          </a:xfrm>
          <a:prstGeom xmlns:a="http://schemas.openxmlformats.org/drawingml/2006/main" prst="rect">
            <a:avLst/>
          </a:prstGeom>
          <a:solidFill xmlns:a="http://schemas.openxmlformats.org/drawingml/2006/main">
            <a:srgbClr val="197966"/>
          </a:solidFill>
          <a:ln xmlns:a="http://schemas.openxmlformats.org/drawingml/2006/main" w="16193">
            <a:solidFill>
              <a:srgbClr val="197966"/>
            </a:solidFill>
            <a:prstDash val="solid"/>
          </a:ln>
        </p:spPr>
        <p:txBody>
          <a:bodyPr xmlns:a="http://schemas.openxmlformats.org/drawingml/2006/main" wrap="square" lIns="114300" tIns="76200" rIns="114300" bIns="76200" anchor="ctr">
            <a:noAutofit/>
          </a:bodyPr>
          <a:lstStyle xmlns:a="http://schemas.openxmlformats.org/drawingml/2006/main">
            <a:defPPr algn="ctr">
              <a:defRPr sz="1725" b="0">
                <a:solidFill>
                  <a:srgbClr val="FFFFFF"/>
                </a:solidFill>
                <a:latin typeface="Malgun Gothic"/>
                <a:ea typeface="Malgun Gothic"/>
                <a:cs typeface="Malgun Gothic"/>
              </a:defRPr>
            </a:defPPr>
          </a:lstStyle>
          <a:p xmlns:a="http://schemas.openxmlformats.org/drawingml/2006/main">
            <a:pPr algn="ctr">
              <a:defRPr sz="1725" b="0">
                <a:solidFill>
                  <a:srgbClr val="172F46"/>
                </a:solidFill>
                <a:latin typeface="Malgun Gothic"/>
                <a:ea typeface="Malgun Gothic"/>
                <a:cs typeface="Malgun Gothic"/>
              </a:defRPr>
            </a:pPr>
            <a:r>
              <a:rPr sz="1725" b="0">
                <a:solidFill>
                  <a:srgbClr val="FFFFFF"/>
                </a:solidFill>
                <a:latin typeface="Malgun Gothic"/>
                <a:ea typeface="Malgun Gothic"/>
                <a:cs typeface="Malgun Gothic"/>
              </a:rPr>
              <a:t>통보</a:t>
            </a:r>
          </a:p>
        </p:txBody>
      </p:sp>
      <p:sp>
        <p:nvSpPr>
          <p:cNvPr id="35" name="plc-change-bar">
            <a:extLst xmlns:a="http://schemas.openxmlformats.org/drawingml/2006/main">
              <a:ext uri="{FF2B5EF4-FFF2-40B4-BE49-F238E27FC236}">
                <a16:creationId xmlns:a16="http://schemas.microsoft.com/office/drawing/2014/main" id="{BE9FAFD0-E5B1-40AA-B0D0-9AE7657984EB}"/>
              </a:ext>
            </a:extLst>
          </p:cNvPr>
          <p:cNvSpPr>
            <a:spLocks xmlns:a="http://schemas.openxmlformats.org/drawingml/2006/main" noGrp="1"/>
          </p:cNvSpPr>
          <p:nvPr/>
        </p:nvSpPr>
        <p:spPr>
          <a:xfrm xmlns:a="http://schemas.openxmlformats.org/drawingml/2006/main">
            <a:off x="9763125" y="5343525"/>
            <a:ext cx="2857500" cy="514350"/>
          </a:xfrm>
          <a:prstGeom xmlns:a="http://schemas.openxmlformats.org/drawingml/2006/main" prst="rect">
            <a:avLst/>
          </a:prstGeom>
          <a:solidFill xmlns:a="http://schemas.openxmlformats.org/drawingml/2006/main">
            <a:srgbClr val="EAF6F1"/>
          </a:solidFill>
          <a:ln xmlns:a="http://schemas.openxmlformats.org/drawingml/2006/main" w="16193">
            <a:solidFill>
              <a:srgbClr val="197966"/>
            </a:solidFill>
            <a:prstDash val="solid"/>
          </a:ln>
        </p:spPr>
        <p:txBody>
          <a:bodyPr xmlns:a="http://schemas.openxmlformats.org/drawingml/2006/main" wrap="square" lIns="114300" tIns="76200" rIns="114300" bIns="76200" anchor="ctr">
            <a:noAutofit/>
          </a:bodyPr>
          <a:lstStyle xmlns:a="http://schemas.openxmlformats.org/drawingml/2006/main">
            <a:defPPr algn="ctr">
              <a:defRPr sz="1650" b="0">
                <a:solidFill>
                  <a:srgbClr val="172F46"/>
                </a:solidFill>
                <a:latin typeface="Malgun Gothic"/>
                <a:ea typeface="Malgun Gothic"/>
                <a:cs typeface="Malgun Gothic"/>
              </a:defRPr>
            </a:defPPr>
          </a:lstStyle>
          <a:p xmlns:a="http://schemas.openxmlformats.org/drawingml/2006/main">
            <a:pPr algn="ctr">
              <a:defRPr sz="1650" b="0">
                <a:solidFill>
                  <a:srgbClr val="172F46"/>
                </a:solidFill>
                <a:latin typeface="Malgun Gothic"/>
                <a:ea typeface="Malgun Gothic"/>
                <a:cs typeface="Malgun Gothic"/>
              </a:defRPr>
            </a:pPr>
            <a:r>
              <a:rPr sz="1650" b="0">
                <a:solidFill>
                  <a:srgbClr val="172F46"/>
                </a:solidFill>
                <a:latin typeface="Malgun Gothic"/>
                <a:ea typeface="Malgun Gothic"/>
                <a:cs typeface="Malgun Gothic"/>
              </a:rPr>
              <a:t>모델별 핀 동작·확인</a:t>
            </a:r>
          </a:p>
        </p:txBody>
      </p:sp>
      <p:sp>
        <p:nvSpPr>
          <p:cNvPr id="36" name="plc-ready-state">
            <a:extLst xmlns:a="http://schemas.openxmlformats.org/drawingml/2006/main">
              <a:ext uri="{FF2B5EF4-FFF2-40B4-BE49-F238E27FC236}">
                <a16:creationId xmlns:a16="http://schemas.microsoft.com/office/drawing/2014/main" id="{CE03DBEB-66A6-42FC-985F-B4B5F3C69F41}"/>
              </a:ext>
            </a:extLst>
          </p:cNvPr>
          <p:cNvSpPr>
            <a:spLocks xmlns:a="http://schemas.openxmlformats.org/drawingml/2006/main" noGrp="1"/>
          </p:cNvSpPr>
          <p:nvPr/>
        </p:nvSpPr>
        <p:spPr>
          <a:xfrm xmlns:a="http://schemas.openxmlformats.org/drawingml/2006/main">
            <a:off x="12639675" y="5314950"/>
            <a:ext cx="933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650" b="0">
                <a:solidFill>
                  <a:srgbClr val="197966"/>
                </a:solidFill>
                <a:latin typeface="Malgun Gothic"/>
                <a:ea typeface="Malgun Gothic"/>
                <a:cs typeface="Malgun Gothic"/>
              </a:defRPr>
            </a:defPPr>
          </a:lstStyle>
          <a:p xmlns:a="http://schemas.openxmlformats.org/drawingml/2006/main">
            <a:pPr algn="ctr">
              <a:defRPr sz="1650" b="0">
                <a:solidFill>
                  <a:srgbClr val="197966"/>
                </a:solidFill>
                <a:latin typeface="Malgun Gothic"/>
                <a:ea typeface="Malgun Gothic"/>
                <a:cs typeface="Malgun Gothic"/>
              </a:defRPr>
            </a:pPr>
            <a:r>
              <a:rPr sz="1650" b="0">
                <a:solidFill>
                  <a:srgbClr val="197966"/>
                </a:solidFill>
                <a:latin typeface="Malgun Gothic"/>
                <a:ea typeface="Malgun Gothic"/>
                <a:cs typeface="Malgun Gothic"/>
              </a:rPr>
              <a:t>완료</a:t>
            </a:r>
          </a:p>
        </p:txBody>
      </p:sp>
      <p:sp>
        <p:nvSpPr>
          <p:cNvPr id="37" name="vision-change-bar">
            <a:extLst xmlns:a="http://schemas.openxmlformats.org/drawingml/2006/main">
              <a:ext uri="{FF2B5EF4-FFF2-40B4-BE49-F238E27FC236}">
                <a16:creationId xmlns:a16="http://schemas.microsoft.com/office/drawing/2014/main" id="{7E7FC3E9-29CB-40D3-A663-D2D36A882722}"/>
              </a:ext>
            </a:extLst>
          </p:cNvPr>
          <p:cNvSpPr>
            <a:spLocks xmlns:a="http://schemas.openxmlformats.org/drawingml/2006/main" noGrp="1"/>
          </p:cNvSpPr>
          <p:nvPr/>
        </p:nvSpPr>
        <p:spPr>
          <a:xfrm xmlns:a="http://schemas.openxmlformats.org/drawingml/2006/main">
            <a:off x="9763125" y="6210300"/>
            <a:ext cx="3810000" cy="514350"/>
          </a:xfrm>
          <a:prstGeom xmlns:a="http://schemas.openxmlformats.org/drawingml/2006/main" prst="rect">
            <a:avLst/>
          </a:prstGeom>
          <a:solidFill xmlns:a="http://schemas.openxmlformats.org/drawingml/2006/main">
            <a:srgbClr val="EAF6F1"/>
          </a:solidFill>
          <a:ln xmlns:a="http://schemas.openxmlformats.org/drawingml/2006/main" w="16193">
            <a:solidFill>
              <a:srgbClr val="197966"/>
            </a:solidFill>
            <a:prstDash val="solid"/>
          </a:ln>
        </p:spPr>
        <p:txBody>
          <a:bodyPr xmlns:a="http://schemas.openxmlformats.org/drawingml/2006/main" wrap="square" lIns="114300" tIns="76200" rIns="114300" bIns="76200" anchor="ctr">
            <a:noAutofit/>
          </a:bodyPr>
          <a:lstStyle xmlns:a="http://schemas.openxmlformats.org/drawingml/2006/main">
            <a:defPPr algn="ctr">
              <a:defRPr sz="1650" b="0">
                <a:solidFill>
                  <a:srgbClr val="172F46"/>
                </a:solidFill>
                <a:latin typeface="Malgun Gothic"/>
                <a:ea typeface="Malgun Gothic"/>
                <a:cs typeface="Malgun Gothic"/>
              </a:defRPr>
            </a:defPPr>
          </a:lstStyle>
          <a:p xmlns:a="http://schemas.openxmlformats.org/drawingml/2006/main">
            <a:pPr algn="ctr">
              <a:defRPr sz="1650" b="0">
                <a:solidFill>
                  <a:srgbClr val="172F46"/>
                </a:solidFill>
                <a:latin typeface="Malgun Gothic"/>
                <a:ea typeface="Malgun Gothic"/>
                <a:cs typeface="Malgun Gothic"/>
              </a:defRPr>
            </a:pPr>
            <a:r>
              <a:rPr sz="1650" b="0">
                <a:solidFill>
                  <a:srgbClr val="172F46"/>
                </a:solidFill>
                <a:latin typeface="Malgun Gothic"/>
                <a:ea typeface="Malgun Gothic"/>
                <a:cs typeface="Malgun Gothic"/>
              </a:rPr>
              <a:t>검사 조건 변경·적용 확인</a:t>
            </a:r>
          </a:p>
        </p:txBody>
      </p:sp>
      <p:cxnSp>
        <p:nvCxnSpPr>
          <p:cNvPr id="38" name="request-start-link">
            <a:extLst xmlns:a="http://schemas.openxmlformats.org/drawingml/2006/main">
              <a:ext uri="{FF2B5EF4-FFF2-40B4-BE49-F238E27FC236}">
                <a16:creationId xmlns:a16="http://schemas.microsoft.com/office/drawing/2014/main" id="{D2A5116D-6352-4C75-BE60-8828E06196AC}"/>
              </a:ext>
            </a:extLst>
          </p:cNvPr>
          <p:cNvCxnSpPr/>
          <p:nvPr/>
        </p:nvCxnSpPr>
        <p:spPr>
          <a:xfrm xmlns:a="http://schemas.openxmlformats.org/drawingml/2006/main" flipH="0" flipV="0">
            <a:off x="3333750" y="3257550"/>
            <a:ext cx="0" cy="352425"/>
          </a:xfrm>
          <a:prstGeom xmlns:a="http://schemas.openxmlformats.org/drawingml/2006/main" prst="straightConnector1">
            <a:avLst/>
          </a:prstGeom>
          <a:ln xmlns:a="http://schemas.openxmlformats.org/drawingml/2006/main" w="20955">
            <a:solidFill>
              <a:srgbClr val="1667B2"/>
            </a:solidFill>
            <a:prstDash val="solid"/>
            <a:tailEnd type="triangle" w="sm" len="sm"/>
          </a:ln>
        </p:spPr>
      </p:cxnSp>
      <p:cxnSp>
        <p:nvCxnSpPr>
          <p:cNvPr id="39" name="notify-plc-link">
            <a:extLst xmlns:a="http://schemas.openxmlformats.org/drawingml/2006/main">
              <a:ext uri="{FF2B5EF4-FFF2-40B4-BE49-F238E27FC236}">
                <a16:creationId xmlns:a16="http://schemas.microsoft.com/office/drawing/2014/main" id="{4C2CA928-3A10-4B52-B909-C771BA8D560B}"/>
              </a:ext>
            </a:extLst>
          </p:cNvPr>
          <p:cNvCxnSpPr/>
          <p:nvPr/>
        </p:nvCxnSpPr>
        <p:spPr>
          <a:xfrm xmlns:a="http://schemas.openxmlformats.org/drawingml/2006/main" flipH="0" flipV="0">
            <a:off x="9763125" y="4991100"/>
            <a:ext cx="0" cy="352425"/>
          </a:xfrm>
          <a:prstGeom xmlns:a="http://schemas.openxmlformats.org/drawingml/2006/main" prst="straightConnector1">
            <a:avLst/>
          </a:prstGeom>
          <a:ln xmlns:a="http://schemas.openxmlformats.org/drawingml/2006/main" w="20955">
            <a:solidFill>
              <a:srgbClr val="197966"/>
            </a:solidFill>
            <a:prstDash val="solid"/>
            <a:tailEnd type="triangle" w="sm" len="sm"/>
          </a:ln>
        </p:spPr>
      </p:cxnSp>
      <p:sp>
        <p:nvSpPr>
          <p:cNvPr id="40" name="later-interval">
            <a:extLst xmlns:a="http://schemas.openxmlformats.org/drawingml/2006/main">
              <a:ext uri="{FF2B5EF4-FFF2-40B4-BE49-F238E27FC236}">
                <a16:creationId xmlns:a16="http://schemas.microsoft.com/office/drawing/2014/main" id="{53F78442-95CD-47AB-B780-03D45B6FCF93}"/>
              </a:ext>
            </a:extLst>
          </p:cNvPr>
          <p:cNvSpPr>
            <a:spLocks xmlns:a="http://schemas.openxmlformats.org/drawingml/2006/main" noGrp="1"/>
          </p:cNvSpPr>
          <p:nvPr/>
        </p:nvSpPr>
        <p:spPr>
          <a:xfrm xmlns:a="http://schemas.openxmlformats.org/drawingml/2006/main">
            <a:off x="8286750" y="4391025"/>
            <a:ext cx="1333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0">
                <a:solidFill>
                  <a:srgbClr val="5C6C7C"/>
                </a:solidFill>
                <a:latin typeface="Malgun Gothic"/>
                <a:ea typeface="Malgun Gothic"/>
                <a:cs typeface="Malgun Gothic"/>
              </a:defRPr>
            </a:defPPr>
          </a:lstStyle>
          <a:p xmlns:a="http://schemas.openxmlformats.org/drawingml/2006/main">
            <a:pPr algn="ctr">
              <a:defRPr sz="1425" b="0">
                <a:solidFill>
                  <a:srgbClr val="5C6C7C"/>
                </a:solidFill>
                <a:latin typeface="Malgun Gothic"/>
                <a:ea typeface="Malgun Gothic"/>
                <a:cs typeface="Malgun Gothic"/>
              </a:defRPr>
            </a:pPr>
            <a:r>
              <a:rPr sz="1425" b="0">
                <a:solidFill>
                  <a:srgbClr val="5C6C7C"/>
                </a:solidFill>
                <a:latin typeface="Malgun Gothic"/>
                <a:ea typeface="Malgun Gothic"/>
                <a:cs typeface="Malgun Gothic"/>
              </a:rPr>
              <a:t>t2 ≥ t1</a:t>
            </a:r>
          </a:p>
          <a:p xmlns:a="http://schemas.openxmlformats.org/drawingml/2006/main">
            <a:pPr algn="ctr">
              <a:defRPr sz="1425" b="0">
                <a:solidFill>
                  <a:srgbClr val="5C6C7C"/>
                </a:solidFill>
                <a:latin typeface="Malgun Gothic"/>
                <a:ea typeface="Malgun Gothic"/>
                <a:cs typeface="Malgun Gothic"/>
              </a:defRPr>
            </a:pPr>
            <a:r>
              <a:rPr sz="1425" b="0">
                <a:solidFill>
                  <a:srgbClr val="5C6C7C"/>
                </a:solidFill>
                <a:latin typeface="Malgun Gothic"/>
                <a:ea typeface="Malgun Gothic"/>
                <a:cs typeface="Malgun Gothic"/>
              </a:rPr>
              <a:t>통보 간격 협의</a:t>
            </a:r>
          </a:p>
          <a:p xmlns:a="http://schemas.openxmlformats.org/drawingml/2006/main">
            <a:pPr algn="ctr">
              <a:defRPr sz="1425" b="0">
                <a:solidFill>
                  <a:srgbClr val="5C6C7C"/>
                </a:solidFill>
                <a:latin typeface="Malgun Gothic"/>
                <a:ea typeface="Malgun Gothic"/>
                <a:cs typeface="Malgun Gothic"/>
              </a:defRPr>
            </a:pPr>
            <a:r>
              <a:rPr sz="1425" b="0">
                <a:solidFill>
                  <a:srgbClr val="5C6C7C"/>
                </a:solidFill>
                <a:latin typeface="Malgun Gothic"/>
                <a:ea typeface="Malgun Gothic"/>
                <a:cs typeface="Malgun Gothic"/>
              </a:rPr>
              <a:t>즉시 통보 가능</a:t>
            </a:r>
          </a:p>
        </p:txBody>
      </p:sp>
      <p:sp>
        <p:nvSpPr>
          <p:cNvPr id="41" name="whole-ready-marker">
            <a:extLst xmlns:a="http://schemas.openxmlformats.org/drawingml/2006/main">
              <a:ext uri="{FF2B5EF4-FFF2-40B4-BE49-F238E27FC236}">
                <a16:creationId xmlns:a16="http://schemas.microsoft.com/office/drawing/2014/main" id="{F4F63138-AF76-4F06-A123-668EE28ED671}"/>
              </a:ext>
            </a:extLst>
          </p:cNvPr>
          <p:cNvSpPr>
            <a:spLocks xmlns:a="http://schemas.openxmlformats.org/drawingml/2006/main" noGrp="1"/>
          </p:cNvSpPr>
          <p:nvPr/>
        </p:nvSpPr>
        <p:spPr>
          <a:xfrm xmlns:a="http://schemas.openxmlformats.org/drawingml/2006/main">
            <a:off x="13706475" y="5353050"/>
            <a:ext cx="10477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97966"/>
                </a:solidFill>
                <a:latin typeface="Malgun Gothic"/>
                <a:ea typeface="Malgun Gothic"/>
                <a:cs typeface="Malgun Gothic"/>
              </a:defRPr>
            </a:defPPr>
          </a:lstStyle>
          <a:p xmlns:a="http://schemas.openxmlformats.org/drawingml/2006/main">
            <a:pPr algn="ctr">
              <a:defRPr sz="1425" b="1">
                <a:solidFill>
                  <a:srgbClr val="197966"/>
                </a:solidFill>
                <a:latin typeface="Malgun Gothic"/>
                <a:ea typeface="Malgun Gothic"/>
                <a:cs typeface="Malgun Gothic"/>
              </a:defRPr>
            </a:pPr>
            <a:r>
              <a:rPr sz="1425" b="1">
                <a:solidFill>
                  <a:srgbClr val="197966"/>
                </a:solidFill>
                <a:latin typeface="Malgun Gothic"/>
                <a:ea typeface="Malgun Gothic"/>
                <a:cs typeface="Malgun Gothic"/>
              </a:rPr>
              <a:t>PLC·비전 모두</a:t>
            </a:r>
          </a:p>
          <a:p xmlns:a="http://schemas.openxmlformats.org/drawingml/2006/main">
            <a:pPr algn="ctr">
              <a:defRPr sz="1425" b="1">
                <a:solidFill>
                  <a:srgbClr val="197966"/>
                </a:solidFill>
                <a:latin typeface="Malgun Gothic"/>
                <a:ea typeface="Malgun Gothic"/>
                <a:cs typeface="Malgun Gothic"/>
              </a:defRPr>
            </a:pPr>
            <a:r>
              <a:rPr sz="1425" b="1">
                <a:solidFill>
                  <a:srgbClr val="197966"/>
                </a:solidFill>
                <a:latin typeface="Malgun Gothic"/>
                <a:ea typeface="Malgun Gothic"/>
                <a:cs typeface="Malgun Gothic"/>
              </a:rPr>
              <a:t>새 Job 준비 완료</a:t>
            </a:r>
          </a:p>
        </p:txBody>
      </p:sp>
      <p:cxnSp>
        <p:nvCxnSpPr>
          <p:cNvPr id="42" name="board-separate-rule">
            <a:extLst xmlns:a="http://schemas.openxmlformats.org/drawingml/2006/main">
              <a:ext uri="{FF2B5EF4-FFF2-40B4-BE49-F238E27FC236}">
                <a16:creationId xmlns:a16="http://schemas.microsoft.com/office/drawing/2014/main" id="{5C231516-3DE7-4EEC-B80E-449E7AFEAFC4}"/>
              </a:ext>
            </a:extLst>
          </p:cNvPr>
          <p:cNvCxnSpPr/>
          <p:nvPr/>
        </p:nvCxnSpPr>
        <p:spPr>
          <a:xfrm xmlns:a="http://schemas.openxmlformats.org/drawingml/2006/main" flipH="0" flipV="0">
            <a:off x="571500" y="7191375"/>
            <a:ext cx="14097000" cy="0"/>
          </a:xfrm>
          <a:prstGeom xmlns:a="http://schemas.openxmlformats.org/drawingml/2006/main" prst="straightConnector1">
            <a:avLst/>
          </a:prstGeom>
          <a:ln xmlns:a="http://schemas.openxmlformats.org/drawingml/2006/main" w="12383">
            <a:solidFill>
              <a:srgbClr val="B8C4CF"/>
            </a:solidFill>
            <a:prstDash val="solid"/>
            <a:tailEnd type="none" w="med" len="med"/>
          </a:ln>
        </p:spPr>
      </p:cxnSp>
      <p:sp>
        <p:nvSpPr>
          <p:cNvPr id="43" name="board-lane">
            <a:extLst xmlns:a="http://schemas.openxmlformats.org/drawingml/2006/main">
              <a:ext uri="{FF2B5EF4-FFF2-40B4-BE49-F238E27FC236}">
                <a16:creationId xmlns:a16="http://schemas.microsoft.com/office/drawing/2014/main" id="{CFEA13AD-EBDB-4BAE-88FA-F4A02BF928E8}"/>
              </a:ext>
            </a:extLst>
          </p:cNvPr>
          <p:cNvSpPr>
            <a:spLocks xmlns:a="http://schemas.openxmlformats.org/drawingml/2006/main" noGrp="1"/>
          </p:cNvSpPr>
          <p:nvPr/>
        </p:nvSpPr>
        <p:spPr>
          <a:xfrm xmlns:a="http://schemas.openxmlformats.org/drawingml/2006/main">
            <a:off x="571500" y="7258050"/>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950" b="1">
                <a:solidFill>
                  <a:srgbClr val="172F46"/>
                </a:solidFill>
                <a:latin typeface="Malgun Gothic"/>
                <a:ea typeface="Malgun Gothic"/>
                <a:cs typeface="Malgun Gothic"/>
              </a:defRPr>
            </a:defPPr>
          </a:lstStyle>
          <a:p xmlns:a="http://schemas.openxmlformats.org/drawingml/2006/main">
            <a:pPr algn="l">
              <a:defRPr sz="1950" b="1">
                <a:solidFill>
                  <a:srgbClr val="172F46"/>
                </a:solidFill>
                <a:latin typeface="Malgun Gothic"/>
                <a:ea typeface="Malgun Gothic"/>
                <a:cs typeface="Malgun Gothic"/>
              </a:defRPr>
            </a:pPr>
            <a:r>
              <a:rPr sz="1950" b="1">
                <a:solidFill>
                  <a:srgbClr val="172F46"/>
                </a:solidFill>
                <a:latin typeface="Malgun Gothic"/>
                <a:ea typeface="Malgun Gothic"/>
                <a:cs typeface="Malgun Gothic"/>
              </a:rPr>
              <a:t>기판 투입</a:t>
            </a:r>
          </a:p>
        </p:txBody>
      </p:sp>
      <p:sp>
        <p:nvSpPr>
          <p:cNvPr id="44" name="board-independent">
            <a:extLst xmlns:a="http://schemas.openxmlformats.org/drawingml/2006/main">
              <a:ext uri="{FF2B5EF4-FFF2-40B4-BE49-F238E27FC236}">
                <a16:creationId xmlns:a16="http://schemas.microsoft.com/office/drawing/2014/main" id="{BA14576B-9D52-4D51-8636-4DB7D8C1D36C}"/>
              </a:ext>
            </a:extLst>
          </p:cNvPr>
          <p:cNvSpPr>
            <a:spLocks xmlns:a="http://schemas.openxmlformats.org/drawingml/2006/main" noGrp="1"/>
          </p:cNvSpPr>
          <p:nvPr/>
        </p:nvSpPr>
        <p:spPr>
          <a:xfrm xmlns:a="http://schemas.openxmlformats.org/drawingml/2006/main">
            <a:off x="3333750" y="7258050"/>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0">
                <a:solidFill>
                  <a:srgbClr val="5C6C7C"/>
                </a:solidFill>
                <a:latin typeface="Malgun Gothic"/>
                <a:ea typeface="Malgun Gothic"/>
                <a:cs typeface="Malgun Gothic"/>
              </a:defRPr>
            </a:defPPr>
          </a:lstStyle>
          <a:p xmlns:a="http://schemas.openxmlformats.org/drawingml/2006/main">
            <a:pPr algn="l">
              <a:defRPr sz="1875" b="0">
                <a:solidFill>
                  <a:srgbClr val="5C6C7C"/>
                </a:solidFill>
                <a:latin typeface="Malgun Gothic"/>
                <a:ea typeface="Malgun Gothic"/>
                <a:cs typeface="Malgun Gothic"/>
              </a:defRPr>
            </a:pPr>
            <a:r>
              <a:rPr sz="1875" b="0">
                <a:solidFill>
                  <a:srgbClr val="5C6C7C"/>
                </a:solidFill>
                <a:latin typeface="Malgun Gothic"/>
                <a:ea typeface="Malgun Gothic"/>
                <a:cs typeface="Malgun Gothic"/>
              </a:rPr>
              <a:t>별도 이벤트: Job Change 요청·완료와 시간 관계를 고정하지 않음</a:t>
            </a:r>
          </a:p>
        </p:txBody>
      </p:sp>
      <p:sp>
        <p:nvSpPr>
          <p:cNvPr id="45" name="estimate-footnote">
            <a:extLst xmlns:a="http://schemas.openxmlformats.org/drawingml/2006/main">
              <a:ext uri="{FF2B5EF4-FFF2-40B4-BE49-F238E27FC236}">
                <a16:creationId xmlns:a16="http://schemas.microsoft.com/office/drawing/2014/main" id="{D5407E1F-3A78-44D3-B1B7-114988E3FE0C}"/>
              </a:ext>
            </a:extLst>
          </p:cNvPr>
          <p:cNvSpPr>
            <a:spLocks xmlns:a="http://schemas.openxmlformats.org/drawingml/2006/main" noGrp="1"/>
          </p:cNvSpPr>
          <p:nvPr/>
        </p:nvSpPr>
        <p:spPr>
          <a:xfrm xmlns:a="http://schemas.openxmlformats.org/drawingml/2006/main">
            <a:off x="571500" y="7724775"/>
            <a:ext cx="1304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0">
                <a:solidFill>
                  <a:srgbClr val="5C6C7C"/>
                </a:solidFill>
                <a:latin typeface="Malgun Gothic"/>
                <a:ea typeface="Malgun Gothic"/>
                <a:cs typeface="Malgun Gothic"/>
              </a:defRPr>
            </a:defPPr>
          </a:lstStyle>
          <a:p xmlns:a="http://schemas.openxmlformats.org/drawingml/2006/main">
            <a:pPr algn="l">
              <a:defRPr sz="1500" b="0">
                <a:solidFill>
                  <a:srgbClr val="5C6C7C"/>
                </a:solidFill>
                <a:latin typeface="Malgun Gothic"/>
                <a:ea typeface="Malgun Gothic"/>
                <a:cs typeface="Malgun Gothic"/>
              </a:defRPr>
            </a:pPr>
            <a:r>
              <a:rPr sz="1500" b="0">
                <a:solidFill>
                  <a:srgbClr val="5C6C7C"/>
                </a:solidFill>
                <a:latin typeface="Malgun Gothic"/>
                <a:ea typeface="Malgun Gothic"/>
                <a:cs typeface="Malgun Gothic"/>
              </a:rPr>
              <a:t>회의 참고: 약 3분 이내 수준을 논의함(추정). 본안 소요시간은 동작 범위 확정 후 실측 필요</a:t>
            </a:r>
          </a:p>
        </p:txBody>
      </p:sp>
      <p:sp>
        <p:nvSpPr>
          <p:cNvPr id="46" name="time-footnote">
            <a:extLst xmlns:a="http://schemas.openxmlformats.org/drawingml/2006/main">
              <a:ext uri="{FF2B5EF4-FFF2-40B4-BE49-F238E27FC236}">
                <a16:creationId xmlns:a16="http://schemas.microsoft.com/office/drawing/2014/main" id="{97E4529D-27B4-4949-8A8E-4813FA5BFA69}"/>
              </a:ext>
            </a:extLst>
          </p:cNvPr>
          <p:cNvSpPr>
            <a:spLocks xmlns:a="http://schemas.openxmlformats.org/drawingml/2006/main" noGrp="1"/>
          </p:cNvSpPr>
          <p:nvPr/>
        </p:nvSpPr>
        <p:spPr>
          <a:xfrm xmlns:a="http://schemas.openxmlformats.org/drawingml/2006/main">
            <a:off x="571500" y="8048625"/>
            <a:ext cx="1304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0">
                <a:solidFill>
                  <a:srgbClr val="9B611B"/>
                </a:solidFill>
                <a:latin typeface="Malgun Gothic"/>
                <a:ea typeface="Malgun Gothic"/>
                <a:cs typeface="Malgun Gothic"/>
              </a:defRPr>
            </a:defPPr>
          </a:lstStyle>
          <a:p xmlns:a="http://schemas.openxmlformats.org/drawingml/2006/main">
            <a:pPr algn="l">
              <a:defRPr sz="1500" b="0">
                <a:solidFill>
                  <a:srgbClr val="9B611B"/>
                </a:solidFill>
                <a:latin typeface="Malgun Gothic"/>
                <a:ea typeface="Malgun Gothic"/>
                <a:cs typeface="Malgun Gothic"/>
              </a:defRPr>
            </a:pPr>
            <a:r>
              <a:rPr sz="1500" b="0">
                <a:solidFill>
                  <a:srgbClr val="9B611B"/>
                </a:solidFill>
                <a:latin typeface="Malgun Gothic"/>
                <a:ea typeface="Malgun Gothic"/>
                <a:cs typeface="Malgun Gothic"/>
              </a:rPr>
              <a:t>가로 길이는 실제 시간 척도가 아님. Host 완료 회신 기준(t1 또는 t3)은 협의 필요</a:t>
            </a:r>
          </a:p>
        </p:txBody>
      </p:sp>
    </p:spTree>
    <p:extLst>
      <p:ext uri="{BB962C8B-B14F-4D97-AF65-F5344CB8AC3E}">
        <p14:creationId xmlns:p14="http://schemas.microsoft.com/office/powerpoint/2010/main" val="4812276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2026-10-12T01:58:48.6370000Z</dcterms:created>
  <dcterms:modified xsi:type="dcterms:W3CDTF">2026-10-12T01:58:48.6370000Z</dcterms:modified>
</coreProperties>
</file>