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bec8d6e8554bb2" /><Relationship Type="http://schemas.openxmlformats.org/officeDocument/2006/relationships/extended-properties" Target="/docProps/app.xml" Id="Re298dc4db8534f9a" /><Relationship Type="http://schemas.openxmlformats.org/officeDocument/2006/relationships/officeDocument" Target="/ppt/presentation.xml" Id="Rd13762e2a7c1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fd0a6322f46ff"/>
  </p:sldMasterIdLst>
  <p:notesMasterIdLst>
    <p:notesMasterId xmlns:r="http://schemas.openxmlformats.org/officeDocument/2006/relationships" r:id="R22c7500e82ec4749"/>
  </p:notesMasterIdLst>
  <p:sldIdLst>
    <p:sldId xmlns:r="http://schemas.openxmlformats.org/officeDocument/2006/relationships" id="256" r:id="Re7001deda1714847"/>
    <p:sldId xmlns:r="http://schemas.openxmlformats.org/officeDocument/2006/relationships" id="257" r:id="R067b5c5e201e4485"/>
    <p:sldId xmlns:r="http://schemas.openxmlformats.org/officeDocument/2006/relationships" id="258" r:id="R00823e675781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dfbe1e0c414f83" /><Relationship Type="http://schemas.openxmlformats.org/officeDocument/2006/relationships/slideMaster" Target="/ppt/slideMasters/slideMaster1.xml" Id="R746fd0a6322f46ff" /><Relationship Type="http://schemas.openxmlformats.org/officeDocument/2006/relationships/notesMaster" Target="/ppt/notesMasters/notesMaster1.xml" Id="R22c7500e82ec4749" /><Relationship Type="http://schemas.openxmlformats.org/officeDocument/2006/relationships/presProps" Target="/ppt/presProps.xml" Id="Rb78de8fae09e4a44" /><Relationship Type="http://schemas.openxmlformats.org/officeDocument/2006/relationships/tableStyles" Target="/ppt/tableStyles.xml" Id="Rd600628f32384728" /><Relationship Type="http://schemas.openxmlformats.org/officeDocument/2006/relationships/slide" Target="/ppt/slides/slide1.xml" Id="Re7001deda1714847" /><Relationship Type="http://schemas.openxmlformats.org/officeDocument/2006/relationships/slide" Target="/ppt/slides/slide2.xml" Id="R067b5c5e201e4485" /><Relationship Type="http://schemas.openxmlformats.org/officeDocument/2006/relationships/slide" Target="/ppt/slides/slide3.xml" Id="R00823e675781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dafd0913da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1504dfbeb4130" /><Relationship Type="http://schemas.openxmlformats.org/officeDocument/2006/relationships/notesMaster" Target="/ppt/notesMasters/notesMaster1.xml" Id="R6df33067ea7b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300d3f70e4d9b" /><Relationship Type="http://schemas.openxmlformats.org/officeDocument/2006/relationships/notesMaster" Target="/ppt/notesMasters/notesMaster1.xml" Id="R45b0c8973513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0c60a799f4523" /><Relationship Type="http://schemas.openxmlformats.org/officeDocument/2006/relationships/notesMaster" Target="/ppt/notesMasters/notesMaster1.xml" Id="Raf8338ddcea345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사용자 제공 test0929 원본45Cell(9x5),CellPitchX100/Y200mm. 기존 분석 소스6b19d7aaf0de81271468ab7dac0fa15493172f38. 본 도식은 원본Cell번호와 행열관계를 유지하되Cell 크기/간격 및Cell내부point위치는 축척생략. 대표점H1=C1,H2=C11,H3=C21,H4=C31,H5=C5,H6=C15,H7=C25,H8=C35,모두다른Cell이며각Head소유권과Mask를검사한유효Shot B07. 전체Cell의물리적Head소유권이반드시1개라는뜻이아니다. 일부Cell은여러Headfield에걸칠수있으나선정대표점의Cell은중복금지. 2점운영4Glass/4점운영2Glass는여러기판에걸친동일대표점커버이며전가공점전수검사아니다. 녹색은계산상취득,Vision합격아니다. 시뮬레이터가실제장비Recipe/H_USE를변경하지않는다.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출처2026-10-06확인: https://docs.baslerweb.com/a2a2600-20gcbas GMAX2505,GlobalShutter,Color,pixel2.5um,full2600x2160/default2600x2128,default18.5fps/performancepacket4000=21.1fps. 요청상품 https://www.baslerweb.com/ko-kr/shop/a2a2600-20gcbas/ 는20fps표기. https://docs.baslerweb.com/exposure-time 해당모델최소2us/최대10000000us. ace2실효노출은BslEffectiveExposureTime을확인해야하며입력값을명목실효값으로가정했다. https://www.mitutoyo.com/wp-content/uploads/2020/12/E14020.pdf p20 378-810-3 MPlanApoSL20X,NA.28,WD30.5mm,f10mm,분해능1um at550nm,DOF±3.5um. p38무한대광학배율=tubelensf/objectivef,200mm/10mm=20배를가정하며중간광학배율1배전제. pixel.125um은sampling으로광학분해능/검출정밀도아니다. blur이동um=Y(mm/s)*t(us)/1000,이를.125로나누면Y*t/125px. Default100*2/125=1.6px=.2um. 허용2px는예시품질기준으로고객승인이아니다. 1px기준 at100노출상한1.25us는최소보다짧음. 2us고정이면Y≤62.5. Color Bayer 보간,조명SNR,전극경계정의,진동/초점은별도실측.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정확계산은동봉Calculation_evidence.json. DefaultY100/a=d500,X200/a=d1000,exposure2us,blur2px,선정8개고유Cell. 그룹내Y간격200mm(2s),ΔX100~110.8mm. worstX110.8:가속20mm/.2s+등속70.8mm/.354s+감속20mm/.2s=.754s. 보수적필요.754+.05정착+.02선도착+.000014sensor지연+.000002노출+.000010양쪽jitter=.824026s. 도착−보수적준비=1.175974s. 공식Camera주기1/18.5=54.054ms&lt;2s. https://docs.baslerweb.com/acquisition-timing-information 10bitsensorstartdelay14us/12bit16us,추가입력propagation/설정TriggerDelay/debouncer는교정필요. https://docs.baslerweb.com/overlapping-image-acquisition 본모델trigger모드자동overlap지원,FrameTriggerWait와프레임누락은현장확인. 모델Y전체travel3930.4875mm&lt;Stroke3960,Xstroke1025. 가공구간12.232s(가공점기하학통과시간,레이저실측처리시간보증아님). profile39.504875s+기타60+후처리1=Tact100.504875s. 1pxY62.5/2us에서는가공19.5712s/Tact124.0128s,양운영유효. 1467mm홀수Head/1847mm짝수Head거리(HeadGapY380)는기존stagger모델가정및실측확인필요. 실제광량과광학/Trigger교정없이는운영가능수/검출성능최종보증불가. 8개대표점순환,전가공point전수아님.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50856eec24e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c5df7e0ca46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8debefac74e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5da415f7e45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d1b90e7ef47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80598b3504e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3E022C6-1BFE-4C8A-B99B-1A2EBA4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169416-0687-4070-8FA0-D54B98589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980F995-13D4-4644-941D-82238E8C63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537E45-3173-477B-B872-07D1093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E99447-FA78-41BA-A30D-242FE7081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32BE53C-A2C3-4AEB-A5F6-AD0905C7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0355CE-46A2-4C7A-83BC-58B59BC69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7CF9B07-B5F7-4D53-86BD-BF05F3162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918EAA-26C4-41B3-8CA9-ADF11ED2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09AF46-82E6-47CD-A622-FDCB45B0E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014335-9E3B-4F26-BE61-28DDD8581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B62DA0-1259-4232-A911-9DC6E89452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63282C4-A876-4614-A88F-5FE3F64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2366F2-E8E6-43BA-A2B5-C80485E87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59393E-60C3-4786-AA94-5094897DD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b6ed09fcb44c63" /><Relationship Type="http://schemas.openxmlformats.org/officeDocument/2006/relationships/slideLayout" Target="/ppt/slideLayouts/slideLayout1.xml" Id="Rccbcf6b4229d4d7a" /><Relationship Type="http://schemas.openxmlformats.org/officeDocument/2006/relationships/slideLayout" Target="/ppt/slideLayouts/slideLayout2.xml" Id="R62c49d74e649447c" /><Relationship Type="http://schemas.openxmlformats.org/officeDocument/2006/relationships/slideLayout" Target="/ppt/slideLayouts/slideLayout3.xml" Id="Ra6cba1b37faa48c3" /><Relationship Type="http://schemas.openxmlformats.org/officeDocument/2006/relationships/slideLayout" Target="/ppt/slideLayouts/slideLayout4.xml" Id="R7088f82fecf549b4" /><Relationship Type="http://schemas.openxmlformats.org/officeDocument/2006/relationships/slideLayout" Target="/ppt/slideLayouts/slideLayout5.xml" Id="Rdb46d3e262254990" /><Relationship Type="http://schemas.openxmlformats.org/officeDocument/2006/relationships/slideLayout" Target="/ppt/slideLayouts/slideLayout6.xml" Id="R73431fca1a2d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bcf6b4229d4d7a"/>
    <p:sldLayoutId xmlns:r="http://schemas.openxmlformats.org/officeDocument/2006/relationships" id="2147483650" r:id="R62c49d74e649447c"/>
    <p:sldLayoutId xmlns:r="http://schemas.openxmlformats.org/officeDocument/2006/relationships" id="2147483651" r:id="Ra6cba1b37faa48c3"/>
    <p:sldLayoutId xmlns:r="http://schemas.openxmlformats.org/officeDocument/2006/relationships" id="2147483652" r:id="R7088f82fecf549b4"/>
    <p:sldLayoutId xmlns:r="http://schemas.openxmlformats.org/officeDocument/2006/relationships" id="2147483653" r:id="Rdb46d3e262254990"/>
    <p:sldLayoutId xmlns:r="http://schemas.openxmlformats.org/officeDocument/2006/relationships" id="2147483654" r:id="R73431fca1a2d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65ada95094597" /><Relationship Type="http://schemas.openxmlformats.org/officeDocument/2006/relationships/notesSlide" Target="/ppt/notesSlides/notesSlide1.xml" Id="Rc21dc24c1306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8e5e41f25431f" /><Relationship Type="http://schemas.openxmlformats.org/officeDocument/2006/relationships/chart" Target="/ppt/slides/charts/chart1.xml" Id="Rc627fc8d96174b08" /><Relationship Type="http://schemas.openxmlformats.org/officeDocument/2006/relationships/notesSlide" Target="/ppt/notesSlides/notesSlide2.xml" Id="Rffaad31afff5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f71a1d1344a2f" /><Relationship Type="http://schemas.openxmlformats.org/officeDocument/2006/relationships/chart" Target="/ppt/slides/charts/chart2.xml" Id="R66a326975dbd448e" /><Relationship Type="http://schemas.openxmlformats.org/officeDocument/2006/relationships/notesSlide" Target="/ppt/notesSlides/notesSlide3.xml" Id="R5061a49ae7be4b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px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노출 2 µs</c:v>
                </c:pt>
                <c:pt idx="1">
                  <c:v>노출 2.5 µs</c:v>
                </c:pt>
                <c:pt idx="2">
                  <c:v>노출 10 µs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1.6</c:v>
                </c:pt>
                <c:pt idx="1">
                  <c:v>2</c:v>
                </c:pt>
                <c:pt idx="2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449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BE5EA"/>
              </a:solidFill>
            </a:ln>
          </c:spPr>
        </c:majorGridlines>
        <c:numFmt formatCode="0.0&quot; px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2.5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점 도착 간격</c:v>
                </c:pt>
                <c:pt idx="1">
                  <c:v>X 준비 필요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</c:v>
                </c:pt>
                <c:pt idx="1">
                  <c:v>0.824026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449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2.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BE5EA"/>
              </a:solidFill>
            </a:ln>
          </c:spPr>
        </c:majorGridlines>
        <c:numFmt formatCode="0.0&quot; 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6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itle">
            <a:extLst xmlns:a="http://schemas.openxmlformats.org/drawingml/2006/main">
              <a:ext uri="{FF2B5EF4-FFF2-40B4-BE49-F238E27FC236}">
                <a16:creationId xmlns:a16="http://schemas.microsoft.com/office/drawing/2014/main" id="{891A8274-F6D6-4875-92B3-09274EB6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0선 방어, Scanner별 서로 다른 Cell에서 1점</a:t>
            </a:r>
          </a:p>
        </p:txBody>
      </p:sp>
      <p:sp>
        <p:nvSpPr>
          <p:cNvPr id="2" name="concept">
            <a:extLst xmlns:a="http://schemas.openxmlformats.org/drawingml/2006/main">
              <a:ext uri="{FF2B5EF4-FFF2-40B4-BE49-F238E27FC236}">
                <a16:creationId xmlns:a16="http://schemas.microsoft.com/office/drawing/2014/main" id="{FC2A9EE8-9D44-41C4-8F9F-D4C64A6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Y 등속 기판 통과     X 선도착·정착     위치 Trigger 취득</a:t>
            </a:r>
          </a:p>
        </p:txBody>
      </p:sp>
      <p:sp>
        <p:nvSpPr>
          <p:cNvPr id="3" name="grid-caption">
            <a:extLst xmlns:a="http://schemas.openxmlformats.org/drawingml/2006/main">
              <a:ext uri="{FF2B5EF4-FFF2-40B4-BE49-F238E27FC236}">
                <a16:creationId xmlns:a16="http://schemas.microsoft.com/office/drawing/2014/main" id="{77FCA27E-32CA-4D5A-8EE2-F5AC4C7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원본 test0929: 9열 × 5행, 45 Cell</a:t>
            </a:r>
          </a:p>
        </p:txBody>
      </p:sp>
      <p:sp>
        <p:nvSpPr>
          <p:cNvPr id="4" name="Cell-1">
            <a:extLst xmlns:a="http://schemas.openxmlformats.org/drawingml/2006/main">
              <a:ext uri="{FF2B5EF4-FFF2-40B4-BE49-F238E27FC236}">
                <a16:creationId xmlns:a16="http://schemas.microsoft.com/office/drawing/2014/main" id="{0DDCA242-D2F2-4CE9-9368-4B33C39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5" name="Point-H1-Cell-1">
            <a:extLst xmlns:a="http://schemas.openxmlformats.org/drawingml/2006/main">
              <a:ext uri="{FF2B5EF4-FFF2-40B4-BE49-F238E27FC236}">
                <a16:creationId xmlns:a16="http://schemas.microsoft.com/office/drawing/2014/main" id="{D8F2F264-9EAD-4E4A-90C3-454BFAE5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Cell-label-1">
            <a:extLst xmlns:a="http://schemas.openxmlformats.org/drawingml/2006/main">
              <a:ext uri="{FF2B5EF4-FFF2-40B4-BE49-F238E27FC236}">
                <a16:creationId xmlns:a16="http://schemas.microsoft.com/office/drawing/2014/main" id="{0BF93540-C427-4101-A94B-35B8C47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</a:t>
            </a:r>
          </a:p>
        </p:txBody>
      </p:sp>
      <p:sp>
        <p:nvSpPr>
          <p:cNvPr id="7" name="Cell-2">
            <a:extLst xmlns:a="http://schemas.openxmlformats.org/drawingml/2006/main">
              <a:ext uri="{FF2B5EF4-FFF2-40B4-BE49-F238E27FC236}">
                <a16:creationId xmlns:a16="http://schemas.microsoft.com/office/drawing/2014/main" id="{74298AA1-4DB7-4496-BEF5-0EA21A8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8" name="Cell-label-2">
            <a:extLst xmlns:a="http://schemas.openxmlformats.org/drawingml/2006/main">
              <a:ext uri="{FF2B5EF4-FFF2-40B4-BE49-F238E27FC236}">
                <a16:creationId xmlns:a16="http://schemas.microsoft.com/office/drawing/2014/main" id="{D14D6408-C1EE-4D3B-9740-ACEC9992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</a:t>
            </a:r>
          </a:p>
        </p:txBody>
      </p:sp>
      <p:sp>
        <p:nvSpPr>
          <p:cNvPr id="9" name="Cell-3">
            <a:extLst xmlns:a="http://schemas.openxmlformats.org/drawingml/2006/main">
              <a:ext uri="{FF2B5EF4-FFF2-40B4-BE49-F238E27FC236}">
                <a16:creationId xmlns:a16="http://schemas.microsoft.com/office/drawing/2014/main" id="{6C93F42E-8DD2-4F71-8897-86093F6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10" name="Cell-label-3">
            <a:extLst xmlns:a="http://schemas.openxmlformats.org/drawingml/2006/main">
              <a:ext uri="{FF2B5EF4-FFF2-40B4-BE49-F238E27FC236}">
                <a16:creationId xmlns:a16="http://schemas.microsoft.com/office/drawing/2014/main" id="{5776D20D-2AF2-4EBD-A611-35A8FA67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</a:t>
            </a:r>
          </a:p>
        </p:txBody>
      </p:sp>
      <p:sp>
        <p:nvSpPr>
          <p:cNvPr id="11" name="Cell-4">
            <a:extLst xmlns:a="http://schemas.openxmlformats.org/drawingml/2006/main">
              <a:ext uri="{FF2B5EF4-FFF2-40B4-BE49-F238E27FC236}">
                <a16:creationId xmlns:a16="http://schemas.microsoft.com/office/drawing/2014/main" id="{5EE54CC2-B81C-447E-AE40-E09995B7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12" name="Cell-label-4">
            <a:extLst xmlns:a="http://schemas.openxmlformats.org/drawingml/2006/main">
              <a:ext uri="{FF2B5EF4-FFF2-40B4-BE49-F238E27FC236}">
                <a16:creationId xmlns:a16="http://schemas.microsoft.com/office/drawing/2014/main" id="{A06221BB-DDBE-4B6A-B995-64F57E39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</a:t>
            </a:r>
          </a:p>
        </p:txBody>
      </p:sp>
      <p:sp>
        <p:nvSpPr>
          <p:cNvPr id="13" name="Cell-5">
            <a:extLst xmlns:a="http://schemas.openxmlformats.org/drawingml/2006/main">
              <a:ext uri="{FF2B5EF4-FFF2-40B4-BE49-F238E27FC236}">
                <a16:creationId xmlns:a16="http://schemas.microsoft.com/office/drawing/2014/main" id="{8B22DBA0-B80C-4B9B-A11A-3BE36B75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14" name="Point-H5-Cell-5">
            <a:extLst xmlns:a="http://schemas.openxmlformats.org/drawingml/2006/main">
              <a:ext uri="{FF2B5EF4-FFF2-40B4-BE49-F238E27FC236}">
                <a16:creationId xmlns:a16="http://schemas.microsoft.com/office/drawing/2014/main" id="{95023EC5-0AF6-4B73-B863-32EEA249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5" name="Cell-label-5">
            <a:extLst xmlns:a="http://schemas.openxmlformats.org/drawingml/2006/main">
              <a:ext uri="{FF2B5EF4-FFF2-40B4-BE49-F238E27FC236}">
                <a16:creationId xmlns:a16="http://schemas.microsoft.com/office/drawing/2014/main" id="{3486C75B-0E43-483B-A786-C9E7ECF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C5</a:t>
            </a:r>
          </a:p>
        </p:txBody>
      </p:sp>
      <p:sp>
        <p:nvSpPr>
          <p:cNvPr id="16" name="Cell-6">
            <a:extLst xmlns:a="http://schemas.openxmlformats.org/drawingml/2006/main">
              <a:ext uri="{FF2B5EF4-FFF2-40B4-BE49-F238E27FC236}">
                <a16:creationId xmlns:a16="http://schemas.microsoft.com/office/drawing/2014/main" id="{CBF5EE95-71E3-4964-BFAA-21D71F2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17" name="Cell-label-6">
            <a:extLst xmlns:a="http://schemas.openxmlformats.org/drawingml/2006/main">
              <a:ext uri="{FF2B5EF4-FFF2-40B4-BE49-F238E27FC236}">
                <a16:creationId xmlns:a16="http://schemas.microsoft.com/office/drawing/2014/main" id="{C4D1A4AB-C20E-4D6A-BA26-3A410755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C6</a:t>
            </a:r>
          </a:p>
        </p:txBody>
      </p:sp>
      <p:sp>
        <p:nvSpPr>
          <p:cNvPr id="18" name="Cell-7">
            <a:extLst xmlns:a="http://schemas.openxmlformats.org/drawingml/2006/main">
              <a:ext uri="{FF2B5EF4-FFF2-40B4-BE49-F238E27FC236}">
                <a16:creationId xmlns:a16="http://schemas.microsoft.com/office/drawing/2014/main" id="{FA3BF7A8-F8FF-413C-B5B3-37F5B911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19" name="Cell-label-7">
            <a:extLst xmlns:a="http://schemas.openxmlformats.org/drawingml/2006/main">
              <a:ext uri="{FF2B5EF4-FFF2-40B4-BE49-F238E27FC236}">
                <a16:creationId xmlns:a16="http://schemas.microsoft.com/office/drawing/2014/main" id="{4C65F86D-B202-49E7-9778-DBDC0442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C7</a:t>
            </a:r>
          </a:p>
        </p:txBody>
      </p:sp>
      <p:sp>
        <p:nvSpPr>
          <p:cNvPr id="20" name="Cell-8">
            <a:extLst xmlns:a="http://schemas.openxmlformats.org/drawingml/2006/main">
              <a:ext uri="{FF2B5EF4-FFF2-40B4-BE49-F238E27FC236}">
                <a16:creationId xmlns:a16="http://schemas.microsoft.com/office/drawing/2014/main" id="{546FA1E9-B582-46FF-B725-0758C265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1" name="Cell-label-8">
            <a:extLst xmlns:a="http://schemas.openxmlformats.org/drawingml/2006/main">
              <a:ext uri="{FF2B5EF4-FFF2-40B4-BE49-F238E27FC236}">
                <a16:creationId xmlns:a16="http://schemas.microsoft.com/office/drawing/2014/main" id="{B20228E4-5BEC-45A3-A1A6-C85CDE4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C8</a:t>
            </a:r>
          </a:p>
        </p:txBody>
      </p:sp>
      <p:sp>
        <p:nvSpPr>
          <p:cNvPr id="22" name="Cell-9">
            <a:extLst xmlns:a="http://schemas.openxmlformats.org/drawingml/2006/main">
              <a:ext uri="{FF2B5EF4-FFF2-40B4-BE49-F238E27FC236}">
                <a16:creationId xmlns:a16="http://schemas.microsoft.com/office/drawing/2014/main" id="{4F31577D-9431-4BC4-9211-C575997E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384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3" name="Cell-label-9">
            <a:extLst xmlns:a="http://schemas.openxmlformats.org/drawingml/2006/main">
              <a:ext uri="{FF2B5EF4-FFF2-40B4-BE49-F238E27FC236}">
                <a16:creationId xmlns:a16="http://schemas.microsoft.com/office/drawing/2014/main" id="{3346094C-D9B8-437F-8364-3C85F84A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955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C9</a:t>
            </a:r>
          </a:p>
        </p:txBody>
      </p:sp>
      <p:sp>
        <p:nvSpPr>
          <p:cNvPr id="24" name="Cell-10">
            <a:extLst xmlns:a="http://schemas.openxmlformats.org/drawingml/2006/main">
              <a:ext uri="{FF2B5EF4-FFF2-40B4-BE49-F238E27FC236}">
                <a16:creationId xmlns:a16="http://schemas.microsoft.com/office/drawing/2014/main" id="{A97C029A-D177-4D72-ADDC-6A21E071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25" name="Cell-label-10">
            <a:extLst xmlns:a="http://schemas.openxmlformats.org/drawingml/2006/main">
              <a:ext uri="{FF2B5EF4-FFF2-40B4-BE49-F238E27FC236}">
                <a16:creationId xmlns:a16="http://schemas.microsoft.com/office/drawing/2014/main" id="{61C52002-2853-4198-BE3C-FE9B789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C10</a:t>
            </a:r>
          </a:p>
        </p:txBody>
      </p:sp>
      <p:sp>
        <p:nvSpPr>
          <p:cNvPr id="26" name="Cell-11">
            <a:extLst xmlns:a="http://schemas.openxmlformats.org/drawingml/2006/main">
              <a:ext uri="{FF2B5EF4-FFF2-40B4-BE49-F238E27FC236}">
                <a16:creationId xmlns:a16="http://schemas.microsoft.com/office/drawing/2014/main" id="{5E1613D3-7567-4D69-A8CA-88FA5AB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27" name="Point-H2-Cell-11">
            <a:extLst xmlns:a="http://schemas.openxmlformats.org/drawingml/2006/main">
              <a:ext uri="{FF2B5EF4-FFF2-40B4-BE49-F238E27FC236}">
                <a16:creationId xmlns:a16="http://schemas.microsoft.com/office/drawing/2014/main" id="{A2C218EA-B1B5-45AB-8CB3-032D7849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575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8" name="Cell-label-11">
            <a:extLst xmlns:a="http://schemas.openxmlformats.org/drawingml/2006/main">
              <a:ext uri="{FF2B5EF4-FFF2-40B4-BE49-F238E27FC236}">
                <a16:creationId xmlns:a16="http://schemas.microsoft.com/office/drawing/2014/main" id="{ED14EB1A-9C91-46F2-9DE4-AE856F4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C11</a:t>
            </a:r>
          </a:p>
        </p:txBody>
      </p:sp>
      <p:sp>
        <p:nvSpPr>
          <p:cNvPr id="29" name="Cell-12">
            <a:extLst xmlns:a="http://schemas.openxmlformats.org/drawingml/2006/main">
              <a:ext uri="{FF2B5EF4-FFF2-40B4-BE49-F238E27FC236}">
                <a16:creationId xmlns:a16="http://schemas.microsoft.com/office/drawing/2014/main" id="{B81B9DA8-0241-4034-82AD-A0DB9B1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0" name="Cell-label-12">
            <a:extLst xmlns:a="http://schemas.openxmlformats.org/drawingml/2006/main">
              <a:ext uri="{FF2B5EF4-FFF2-40B4-BE49-F238E27FC236}">
                <a16:creationId xmlns:a16="http://schemas.microsoft.com/office/drawing/2014/main" id="{F9A38D3A-FA26-402B-9EF4-39513B9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C12</a:t>
            </a:r>
          </a:p>
        </p:txBody>
      </p:sp>
      <p:sp>
        <p:nvSpPr>
          <p:cNvPr id="31" name="Cell-13">
            <a:extLst xmlns:a="http://schemas.openxmlformats.org/drawingml/2006/main">
              <a:ext uri="{FF2B5EF4-FFF2-40B4-BE49-F238E27FC236}">
                <a16:creationId xmlns:a16="http://schemas.microsoft.com/office/drawing/2014/main" id="{C7A93D11-1C10-4813-9EAF-A4B7687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2" name="Cell-label-13">
            <a:extLst xmlns:a="http://schemas.openxmlformats.org/drawingml/2006/main">
              <a:ext uri="{FF2B5EF4-FFF2-40B4-BE49-F238E27FC236}">
                <a16:creationId xmlns:a16="http://schemas.microsoft.com/office/drawing/2014/main" id="{C4616D92-F0D6-45E3-BF86-DEF63E0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C13</a:t>
            </a:r>
          </a:p>
        </p:txBody>
      </p:sp>
      <p:sp>
        <p:nvSpPr>
          <p:cNvPr id="33" name="Cell-14">
            <a:extLst xmlns:a="http://schemas.openxmlformats.org/drawingml/2006/main">
              <a:ext uri="{FF2B5EF4-FFF2-40B4-BE49-F238E27FC236}">
                <a16:creationId xmlns:a16="http://schemas.microsoft.com/office/drawing/2014/main" id="{AE79A772-DE37-4CA3-953A-CF981B2B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4" name="Cell-label-14">
            <a:extLst xmlns:a="http://schemas.openxmlformats.org/drawingml/2006/main">
              <a:ext uri="{FF2B5EF4-FFF2-40B4-BE49-F238E27FC236}">
                <a16:creationId xmlns:a16="http://schemas.microsoft.com/office/drawing/2014/main" id="{5FC6AD59-F4ED-426A-A674-06D54733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C14</a:t>
            </a:r>
          </a:p>
        </p:txBody>
      </p:sp>
      <p:sp>
        <p:nvSpPr>
          <p:cNvPr id="35" name="Cell-15">
            <a:extLst xmlns:a="http://schemas.openxmlformats.org/drawingml/2006/main">
              <a:ext uri="{FF2B5EF4-FFF2-40B4-BE49-F238E27FC236}">
                <a16:creationId xmlns:a16="http://schemas.microsoft.com/office/drawing/2014/main" id="{979108E3-46D4-447E-A1BF-2F80D17B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36" name="Point-H6-Cell-15">
            <a:extLst xmlns:a="http://schemas.openxmlformats.org/drawingml/2006/main">
              <a:ext uri="{FF2B5EF4-FFF2-40B4-BE49-F238E27FC236}">
                <a16:creationId xmlns:a16="http://schemas.microsoft.com/office/drawing/2014/main" id="{A65D2C57-CBAC-46FC-A463-AB7C7597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575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7" name="Cell-label-15">
            <a:extLst xmlns:a="http://schemas.openxmlformats.org/drawingml/2006/main">
              <a:ext uri="{FF2B5EF4-FFF2-40B4-BE49-F238E27FC236}">
                <a16:creationId xmlns:a16="http://schemas.microsoft.com/office/drawing/2014/main" id="{DFC9C3B2-561F-4A19-BEB1-6F09D37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C15</a:t>
            </a:r>
          </a:p>
        </p:txBody>
      </p:sp>
      <p:sp>
        <p:nvSpPr>
          <p:cNvPr id="38" name="Cell-16">
            <a:extLst xmlns:a="http://schemas.openxmlformats.org/drawingml/2006/main">
              <a:ext uri="{FF2B5EF4-FFF2-40B4-BE49-F238E27FC236}">
                <a16:creationId xmlns:a16="http://schemas.microsoft.com/office/drawing/2014/main" id="{3950C925-7C59-4F61-B4B5-D5E8181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39" name="Cell-label-16">
            <a:extLst xmlns:a="http://schemas.openxmlformats.org/drawingml/2006/main">
              <a:ext uri="{FF2B5EF4-FFF2-40B4-BE49-F238E27FC236}">
                <a16:creationId xmlns:a16="http://schemas.microsoft.com/office/drawing/2014/main" id="{878C6626-67E5-4920-B69B-683FC98C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C16</a:t>
            </a:r>
          </a:p>
        </p:txBody>
      </p:sp>
      <p:sp>
        <p:nvSpPr>
          <p:cNvPr id="40" name="Cell-17">
            <a:extLst xmlns:a="http://schemas.openxmlformats.org/drawingml/2006/main">
              <a:ext uri="{FF2B5EF4-FFF2-40B4-BE49-F238E27FC236}">
                <a16:creationId xmlns:a16="http://schemas.microsoft.com/office/drawing/2014/main" id="{FD6FD114-2A9C-4D26-A328-8CACEBE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1" name="Cell-label-17">
            <a:extLst xmlns:a="http://schemas.openxmlformats.org/drawingml/2006/main">
              <a:ext uri="{FF2B5EF4-FFF2-40B4-BE49-F238E27FC236}">
                <a16:creationId xmlns:a16="http://schemas.microsoft.com/office/drawing/2014/main" id="{E31F0C43-CD1E-4D04-B52E-4F8BC9F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C17</a:t>
            </a:r>
          </a:p>
        </p:txBody>
      </p:sp>
      <p:sp>
        <p:nvSpPr>
          <p:cNvPr id="42" name="Cell-18">
            <a:extLst xmlns:a="http://schemas.openxmlformats.org/drawingml/2006/main">
              <a:ext uri="{FF2B5EF4-FFF2-40B4-BE49-F238E27FC236}">
                <a16:creationId xmlns:a16="http://schemas.microsoft.com/office/drawing/2014/main" id="{5615F147-E363-4018-8180-EF69DD28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3847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3" name="Cell-label-18">
            <a:extLst xmlns:a="http://schemas.openxmlformats.org/drawingml/2006/main">
              <a:ext uri="{FF2B5EF4-FFF2-40B4-BE49-F238E27FC236}">
                <a16:creationId xmlns:a16="http://schemas.microsoft.com/office/drawing/2014/main" id="{F5D3C3F2-51EC-4AD9-945E-CF6A4212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956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C18</a:t>
            </a:r>
          </a:p>
        </p:txBody>
      </p:sp>
      <p:sp>
        <p:nvSpPr>
          <p:cNvPr id="44" name="Cell-19">
            <a:extLst xmlns:a="http://schemas.openxmlformats.org/drawingml/2006/main">
              <a:ext uri="{FF2B5EF4-FFF2-40B4-BE49-F238E27FC236}">
                <a16:creationId xmlns:a16="http://schemas.microsoft.com/office/drawing/2014/main" id="{A6CCABAD-B1B2-4706-977C-D4CE9A9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5" name="Cell-label-19">
            <a:extLst xmlns:a="http://schemas.openxmlformats.org/drawingml/2006/main">
              <a:ext uri="{FF2B5EF4-FFF2-40B4-BE49-F238E27FC236}">
                <a16:creationId xmlns:a16="http://schemas.microsoft.com/office/drawing/2014/main" id="{DDE9CC57-5D50-4A78-BED7-D93DE87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C19</a:t>
            </a:r>
          </a:p>
        </p:txBody>
      </p:sp>
      <p:sp>
        <p:nvSpPr>
          <p:cNvPr id="46" name="Cell-20">
            <a:extLst xmlns:a="http://schemas.openxmlformats.org/drawingml/2006/main">
              <a:ext uri="{FF2B5EF4-FFF2-40B4-BE49-F238E27FC236}">
                <a16:creationId xmlns:a16="http://schemas.microsoft.com/office/drawing/2014/main" id="{F5F78AFC-4D23-4C75-A6CA-4DDFB04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47" name="Cell-label-20">
            <a:extLst xmlns:a="http://schemas.openxmlformats.org/drawingml/2006/main">
              <a:ext uri="{FF2B5EF4-FFF2-40B4-BE49-F238E27FC236}">
                <a16:creationId xmlns:a16="http://schemas.microsoft.com/office/drawing/2014/main" id="{F030B45C-D442-4CF0-B1B9-F6AB1DB7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C20</a:t>
            </a:r>
          </a:p>
        </p:txBody>
      </p:sp>
      <p:sp>
        <p:nvSpPr>
          <p:cNvPr id="48" name="Cell-21">
            <a:extLst xmlns:a="http://schemas.openxmlformats.org/drawingml/2006/main">
              <a:ext uri="{FF2B5EF4-FFF2-40B4-BE49-F238E27FC236}">
                <a16:creationId xmlns:a16="http://schemas.microsoft.com/office/drawing/2014/main" id="{D990A7DA-C208-4F4E-A145-2E1D9F9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49" name="Point-H3-Cell-21">
            <a:extLst xmlns:a="http://schemas.openxmlformats.org/drawingml/2006/main">
              <a:ext uri="{FF2B5EF4-FFF2-40B4-BE49-F238E27FC236}">
                <a16:creationId xmlns:a16="http://schemas.microsoft.com/office/drawing/2014/main" id="{A34D044B-25F9-4D4B-9988-353CB75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Cell-label-21">
            <a:extLst xmlns:a="http://schemas.openxmlformats.org/drawingml/2006/main">
              <a:ext uri="{FF2B5EF4-FFF2-40B4-BE49-F238E27FC236}">
                <a16:creationId xmlns:a16="http://schemas.microsoft.com/office/drawing/2014/main" id="{C0A5708A-E5CC-4001-94DF-5FFE82F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C21</a:t>
            </a:r>
          </a:p>
        </p:txBody>
      </p:sp>
      <p:sp>
        <p:nvSpPr>
          <p:cNvPr id="51" name="Cell-22">
            <a:extLst xmlns:a="http://schemas.openxmlformats.org/drawingml/2006/main">
              <a:ext uri="{FF2B5EF4-FFF2-40B4-BE49-F238E27FC236}">
                <a16:creationId xmlns:a16="http://schemas.microsoft.com/office/drawing/2014/main" id="{50F3C6A1-BE8F-49A3-BA59-37C03EEA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2" name="Cell-label-22">
            <a:extLst xmlns:a="http://schemas.openxmlformats.org/drawingml/2006/main">
              <a:ext uri="{FF2B5EF4-FFF2-40B4-BE49-F238E27FC236}">
                <a16:creationId xmlns:a16="http://schemas.microsoft.com/office/drawing/2014/main" id="{0D363F6F-028B-4AA3-AEEC-C5321E5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C22</a:t>
            </a:r>
          </a:p>
        </p:txBody>
      </p:sp>
      <p:sp>
        <p:nvSpPr>
          <p:cNvPr id="53" name="Cell-23">
            <a:extLst xmlns:a="http://schemas.openxmlformats.org/drawingml/2006/main">
              <a:ext uri="{FF2B5EF4-FFF2-40B4-BE49-F238E27FC236}">
                <a16:creationId xmlns:a16="http://schemas.microsoft.com/office/drawing/2014/main" id="{D20D0BE3-0451-4967-860B-BB22610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4" name="Cell-label-23">
            <a:extLst xmlns:a="http://schemas.openxmlformats.org/drawingml/2006/main">
              <a:ext uri="{FF2B5EF4-FFF2-40B4-BE49-F238E27FC236}">
                <a16:creationId xmlns:a16="http://schemas.microsoft.com/office/drawing/2014/main" id="{91F5700A-89EE-4733-AF40-F6023F2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C23</a:t>
            </a:r>
          </a:p>
        </p:txBody>
      </p:sp>
      <p:sp>
        <p:nvSpPr>
          <p:cNvPr id="55" name="Cell-24">
            <a:extLst xmlns:a="http://schemas.openxmlformats.org/drawingml/2006/main">
              <a:ext uri="{FF2B5EF4-FFF2-40B4-BE49-F238E27FC236}">
                <a16:creationId xmlns:a16="http://schemas.microsoft.com/office/drawing/2014/main" id="{34E2CE1E-4BA2-465C-9D8F-36B27CEE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56" name="Cell-label-24">
            <a:extLst xmlns:a="http://schemas.openxmlformats.org/drawingml/2006/main">
              <a:ext uri="{FF2B5EF4-FFF2-40B4-BE49-F238E27FC236}">
                <a16:creationId xmlns:a16="http://schemas.microsoft.com/office/drawing/2014/main" id="{E2D35C2E-590F-4575-81E5-A7369486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C24</a:t>
            </a:r>
          </a:p>
        </p:txBody>
      </p:sp>
      <p:sp>
        <p:nvSpPr>
          <p:cNvPr id="57" name="Cell-25">
            <a:extLst xmlns:a="http://schemas.openxmlformats.org/drawingml/2006/main">
              <a:ext uri="{FF2B5EF4-FFF2-40B4-BE49-F238E27FC236}">
                <a16:creationId xmlns:a16="http://schemas.microsoft.com/office/drawing/2014/main" id="{CA60331B-47C1-46B7-AFA5-C8D2E73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58" name="Point-H7-Cell-25">
            <a:extLst xmlns:a="http://schemas.openxmlformats.org/drawingml/2006/main">
              <a:ext uri="{FF2B5EF4-FFF2-40B4-BE49-F238E27FC236}">
                <a16:creationId xmlns:a16="http://schemas.microsoft.com/office/drawing/2014/main" id="{E09CA0B7-D8A7-4796-87E9-4BB23EDE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9" name="Cell-label-25">
            <a:extLst xmlns:a="http://schemas.openxmlformats.org/drawingml/2006/main">
              <a:ext uri="{FF2B5EF4-FFF2-40B4-BE49-F238E27FC236}">
                <a16:creationId xmlns:a16="http://schemas.microsoft.com/office/drawing/2014/main" id="{7CE8D63D-F15C-42EF-961B-F08E4009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C25</a:t>
            </a:r>
          </a:p>
        </p:txBody>
      </p:sp>
      <p:sp>
        <p:nvSpPr>
          <p:cNvPr id="60" name="Cell-26">
            <a:extLst xmlns:a="http://schemas.openxmlformats.org/drawingml/2006/main">
              <a:ext uri="{FF2B5EF4-FFF2-40B4-BE49-F238E27FC236}">
                <a16:creationId xmlns:a16="http://schemas.microsoft.com/office/drawing/2014/main" id="{94C566E3-B12A-4ACA-872D-ECF4916B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1" name="Cell-label-26">
            <a:extLst xmlns:a="http://schemas.openxmlformats.org/drawingml/2006/main">
              <a:ext uri="{FF2B5EF4-FFF2-40B4-BE49-F238E27FC236}">
                <a16:creationId xmlns:a16="http://schemas.microsoft.com/office/drawing/2014/main" id="{D63BF599-769F-4D0A-A6A4-2CE9012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C26</a:t>
            </a:r>
          </a:p>
        </p:txBody>
      </p:sp>
      <p:sp>
        <p:nvSpPr>
          <p:cNvPr id="62" name="Cell-27">
            <a:extLst xmlns:a="http://schemas.openxmlformats.org/drawingml/2006/main">
              <a:ext uri="{FF2B5EF4-FFF2-40B4-BE49-F238E27FC236}">
                <a16:creationId xmlns:a16="http://schemas.microsoft.com/office/drawing/2014/main" id="{B67978F0-3EAA-4284-9ACE-DA793DA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3855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3" name="Cell-label-27">
            <a:extLst xmlns:a="http://schemas.openxmlformats.org/drawingml/2006/main">
              <a:ext uri="{FF2B5EF4-FFF2-40B4-BE49-F238E27FC236}">
                <a16:creationId xmlns:a16="http://schemas.microsoft.com/office/drawing/2014/main" id="{C2684023-63D9-4CA3-B932-9650AFF3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9572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C27</a:t>
            </a:r>
          </a:p>
        </p:txBody>
      </p:sp>
      <p:sp>
        <p:nvSpPr>
          <p:cNvPr id="64" name="Cell-28">
            <a:extLst xmlns:a="http://schemas.openxmlformats.org/drawingml/2006/main">
              <a:ext uri="{FF2B5EF4-FFF2-40B4-BE49-F238E27FC236}">
                <a16:creationId xmlns:a16="http://schemas.microsoft.com/office/drawing/2014/main" id="{6A0E4E89-D45D-41DA-B1FD-AA9A3C96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5" name="Cell-label-28">
            <a:extLst xmlns:a="http://schemas.openxmlformats.org/drawingml/2006/main">
              <a:ext uri="{FF2B5EF4-FFF2-40B4-BE49-F238E27FC236}">
                <a16:creationId xmlns:a16="http://schemas.microsoft.com/office/drawing/2014/main" id="{F7DA3D56-6F9C-4C4E-A4CD-F4ACBA9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C28</a:t>
            </a:r>
          </a:p>
        </p:txBody>
      </p:sp>
      <p:sp>
        <p:nvSpPr>
          <p:cNvPr id="66" name="Cell-29">
            <a:extLst xmlns:a="http://schemas.openxmlformats.org/drawingml/2006/main">
              <a:ext uri="{FF2B5EF4-FFF2-40B4-BE49-F238E27FC236}">
                <a16:creationId xmlns:a16="http://schemas.microsoft.com/office/drawing/2014/main" id="{82E671FA-5197-422D-A7A1-2131B6C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7" name="Cell-label-29">
            <a:extLst xmlns:a="http://schemas.openxmlformats.org/drawingml/2006/main">
              <a:ext uri="{FF2B5EF4-FFF2-40B4-BE49-F238E27FC236}">
                <a16:creationId xmlns:a16="http://schemas.microsoft.com/office/drawing/2014/main" id="{09E7213F-7ADC-487B-B085-A7BD64D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C29</a:t>
            </a:r>
          </a:p>
        </p:txBody>
      </p:sp>
      <p:sp>
        <p:nvSpPr>
          <p:cNvPr id="68" name="Cell-30">
            <a:extLst xmlns:a="http://schemas.openxmlformats.org/drawingml/2006/main">
              <a:ext uri="{FF2B5EF4-FFF2-40B4-BE49-F238E27FC236}">
                <a16:creationId xmlns:a16="http://schemas.microsoft.com/office/drawing/2014/main" id="{ACB01F9C-FB58-45FD-9237-A2097EA4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69" name="Cell-label-30">
            <a:extLst xmlns:a="http://schemas.openxmlformats.org/drawingml/2006/main">
              <a:ext uri="{FF2B5EF4-FFF2-40B4-BE49-F238E27FC236}">
                <a16:creationId xmlns:a16="http://schemas.microsoft.com/office/drawing/2014/main" id="{24701E7D-D2CE-4F4F-8AD0-1C0AAD2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C30</a:t>
            </a:r>
          </a:p>
        </p:txBody>
      </p:sp>
      <p:sp>
        <p:nvSpPr>
          <p:cNvPr id="70" name="Cell-31">
            <a:extLst xmlns:a="http://schemas.openxmlformats.org/drawingml/2006/main">
              <a:ext uri="{FF2B5EF4-FFF2-40B4-BE49-F238E27FC236}">
                <a16:creationId xmlns:a16="http://schemas.microsoft.com/office/drawing/2014/main" id="{6BE0E221-9F42-4982-8782-C47E0C65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71" name="Point-H4-Cell-31">
            <a:extLst xmlns:a="http://schemas.openxmlformats.org/drawingml/2006/main">
              <a:ext uri="{FF2B5EF4-FFF2-40B4-BE49-F238E27FC236}">
                <a16:creationId xmlns:a16="http://schemas.microsoft.com/office/drawing/2014/main" id="{5E4E0711-F9DF-44DA-A551-E9656B7D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576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72" name="Cell-label-31">
            <a:extLst xmlns:a="http://schemas.openxmlformats.org/drawingml/2006/main">
              <a:ext uri="{FF2B5EF4-FFF2-40B4-BE49-F238E27FC236}">
                <a16:creationId xmlns:a16="http://schemas.microsoft.com/office/drawing/2014/main" id="{F99DE16A-9A3A-4920-9477-D1760CD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C31</a:t>
            </a:r>
          </a:p>
        </p:txBody>
      </p:sp>
      <p:sp>
        <p:nvSpPr>
          <p:cNvPr id="73" name="Cell-32">
            <a:extLst xmlns:a="http://schemas.openxmlformats.org/drawingml/2006/main">
              <a:ext uri="{FF2B5EF4-FFF2-40B4-BE49-F238E27FC236}">
                <a16:creationId xmlns:a16="http://schemas.microsoft.com/office/drawing/2014/main" id="{FBA83879-F901-4BB8-8CE2-2518ABF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74" name="Cell-label-32">
            <a:extLst xmlns:a="http://schemas.openxmlformats.org/drawingml/2006/main">
              <a:ext uri="{FF2B5EF4-FFF2-40B4-BE49-F238E27FC236}">
                <a16:creationId xmlns:a16="http://schemas.microsoft.com/office/drawing/2014/main" id="{A8BC5BC0-8B47-4484-BD02-B6A8BA5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C32</a:t>
            </a:r>
          </a:p>
        </p:txBody>
      </p:sp>
      <p:sp>
        <p:nvSpPr>
          <p:cNvPr id="75" name="Cell-33">
            <a:extLst xmlns:a="http://schemas.openxmlformats.org/drawingml/2006/main">
              <a:ext uri="{FF2B5EF4-FFF2-40B4-BE49-F238E27FC236}">
                <a16:creationId xmlns:a16="http://schemas.microsoft.com/office/drawing/2014/main" id="{13A65ECF-1F88-40D1-980A-E6AC111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76" name="Cell-label-33">
            <a:extLst xmlns:a="http://schemas.openxmlformats.org/drawingml/2006/main">
              <a:ext uri="{FF2B5EF4-FFF2-40B4-BE49-F238E27FC236}">
                <a16:creationId xmlns:a16="http://schemas.microsoft.com/office/drawing/2014/main" id="{8EBA46E8-7EBE-4111-B746-09D390CF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C33</a:t>
            </a:r>
          </a:p>
        </p:txBody>
      </p:sp>
      <p:sp>
        <p:nvSpPr>
          <p:cNvPr id="77" name="Cell-34">
            <a:extLst xmlns:a="http://schemas.openxmlformats.org/drawingml/2006/main">
              <a:ext uri="{FF2B5EF4-FFF2-40B4-BE49-F238E27FC236}">
                <a16:creationId xmlns:a16="http://schemas.microsoft.com/office/drawing/2014/main" id="{56C7A6B4-11D6-4EB0-AC87-5B1F1D82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78" name="Cell-label-34">
            <a:extLst xmlns:a="http://schemas.openxmlformats.org/drawingml/2006/main">
              <a:ext uri="{FF2B5EF4-FFF2-40B4-BE49-F238E27FC236}">
                <a16:creationId xmlns:a16="http://schemas.microsoft.com/office/drawing/2014/main" id="{4997D992-3B3F-4957-92BC-434922A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C34</a:t>
            </a:r>
          </a:p>
        </p:txBody>
      </p:sp>
      <p:sp>
        <p:nvSpPr>
          <p:cNvPr id="79" name="Cell-35">
            <a:extLst xmlns:a="http://schemas.openxmlformats.org/drawingml/2006/main">
              <a:ext uri="{FF2B5EF4-FFF2-40B4-BE49-F238E27FC236}">
                <a16:creationId xmlns:a16="http://schemas.microsoft.com/office/drawing/2014/main" id="{F47F030D-4B43-454E-8D8E-20498B9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EB"/>
          </a:solidFill>
          <a:ln xmlns:a="http://schemas.openxmlformats.org/drawingml/2006/main" w="9525">
            <a:solidFill>
              <a:srgbClr val="157957"/>
            </a:solidFill>
          </a:ln>
        </p:spPr>
      </p:sp>
      <p:sp>
        <p:nvSpPr>
          <p:cNvPr id="80" name="Point-H8-Cell-35">
            <a:extLst xmlns:a="http://schemas.openxmlformats.org/drawingml/2006/main">
              <a:ext uri="{FF2B5EF4-FFF2-40B4-BE49-F238E27FC236}">
                <a16:creationId xmlns:a16="http://schemas.microsoft.com/office/drawing/2014/main" id="{8A95323F-7ADE-44B9-BBB4-CE7C372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576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957"/>
          </a:solidFill>
          <a:ln xmlns:a="http://schemas.openxmlformats.org/drawingml/2006/main" w="9525">
            <a:solidFill>
              <a:srgbClr val="1579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81" name="Cell-label-35">
            <a:extLst xmlns:a="http://schemas.openxmlformats.org/drawingml/2006/main">
              <a:ext uri="{FF2B5EF4-FFF2-40B4-BE49-F238E27FC236}">
                <a16:creationId xmlns:a16="http://schemas.microsoft.com/office/drawing/2014/main" id="{BD31B2B1-81BA-4D93-AAAB-4B79F85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C35</a:t>
            </a:r>
          </a:p>
        </p:txBody>
      </p:sp>
      <p:sp>
        <p:nvSpPr>
          <p:cNvPr id="82" name="Cell-36">
            <a:extLst xmlns:a="http://schemas.openxmlformats.org/drawingml/2006/main">
              <a:ext uri="{FF2B5EF4-FFF2-40B4-BE49-F238E27FC236}">
                <a16:creationId xmlns:a16="http://schemas.microsoft.com/office/drawing/2014/main" id="{E962CF54-968C-43F2-9AA9-60339AF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38625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83" name="Cell-label-36">
            <a:extLst xmlns:a="http://schemas.openxmlformats.org/drawingml/2006/main">
              <a:ext uri="{FF2B5EF4-FFF2-40B4-BE49-F238E27FC236}">
                <a16:creationId xmlns:a16="http://schemas.microsoft.com/office/drawing/2014/main" id="{DB332557-3505-4D84-B0D0-0C97B49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95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C36</a:t>
            </a:r>
          </a:p>
        </p:txBody>
      </p:sp>
      <p:sp>
        <p:nvSpPr>
          <p:cNvPr id="84" name="Cell-37">
            <a:extLst xmlns:a="http://schemas.openxmlformats.org/drawingml/2006/main">
              <a:ext uri="{FF2B5EF4-FFF2-40B4-BE49-F238E27FC236}">
                <a16:creationId xmlns:a16="http://schemas.microsoft.com/office/drawing/2014/main" id="{494B2E5D-F04B-44F0-9805-5259CC1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85" name="Cell-label-37">
            <a:extLst xmlns:a="http://schemas.openxmlformats.org/drawingml/2006/main">
              <a:ext uri="{FF2B5EF4-FFF2-40B4-BE49-F238E27FC236}">
                <a16:creationId xmlns:a16="http://schemas.microsoft.com/office/drawing/2014/main" id="{BAA3CBE5-1E12-43ED-91DD-2C180F43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C37</a:t>
            </a:r>
          </a:p>
        </p:txBody>
      </p:sp>
      <p:sp>
        <p:nvSpPr>
          <p:cNvPr id="86" name="Cell-38">
            <a:extLst xmlns:a="http://schemas.openxmlformats.org/drawingml/2006/main">
              <a:ext uri="{FF2B5EF4-FFF2-40B4-BE49-F238E27FC236}">
                <a16:creationId xmlns:a16="http://schemas.microsoft.com/office/drawing/2014/main" id="{A3484999-6086-427C-B6D4-F404DE4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87" name="Cell-label-38">
            <a:extLst xmlns:a="http://schemas.openxmlformats.org/drawingml/2006/main">
              <a:ext uri="{FF2B5EF4-FFF2-40B4-BE49-F238E27FC236}">
                <a16:creationId xmlns:a16="http://schemas.microsoft.com/office/drawing/2014/main" id="{D0435F53-F19C-47FD-A56D-96B91F28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C38</a:t>
            </a:r>
          </a:p>
        </p:txBody>
      </p:sp>
      <p:sp>
        <p:nvSpPr>
          <p:cNvPr id="88" name="Cell-39">
            <a:extLst xmlns:a="http://schemas.openxmlformats.org/drawingml/2006/main">
              <a:ext uri="{FF2B5EF4-FFF2-40B4-BE49-F238E27FC236}">
                <a16:creationId xmlns:a16="http://schemas.microsoft.com/office/drawing/2014/main" id="{C9582414-47DE-44F4-B488-0C7D17C7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89" name="Cell-label-39">
            <a:extLst xmlns:a="http://schemas.openxmlformats.org/drawingml/2006/main">
              <a:ext uri="{FF2B5EF4-FFF2-40B4-BE49-F238E27FC236}">
                <a16:creationId xmlns:a16="http://schemas.microsoft.com/office/drawing/2014/main" id="{B2444F9C-1B47-4B83-A864-7D0D3CE7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C39</a:t>
            </a:r>
          </a:p>
        </p:txBody>
      </p:sp>
      <p:sp>
        <p:nvSpPr>
          <p:cNvPr id="90" name="Cell-40">
            <a:extLst xmlns:a="http://schemas.openxmlformats.org/drawingml/2006/main">
              <a:ext uri="{FF2B5EF4-FFF2-40B4-BE49-F238E27FC236}">
                <a16:creationId xmlns:a16="http://schemas.microsoft.com/office/drawing/2014/main" id="{072BC02F-A088-4D38-A612-21C3A476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91" name="Cell-label-40">
            <a:extLst xmlns:a="http://schemas.openxmlformats.org/drawingml/2006/main">
              <a:ext uri="{FF2B5EF4-FFF2-40B4-BE49-F238E27FC236}">
                <a16:creationId xmlns:a16="http://schemas.microsoft.com/office/drawing/2014/main" id="{09EEE6DB-1298-4457-84BA-E83273C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C40</a:t>
            </a:r>
          </a:p>
        </p:txBody>
      </p:sp>
      <p:sp>
        <p:nvSpPr>
          <p:cNvPr id="92" name="Cell-41">
            <a:extLst xmlns:a="http://schemas.openxmlformats.org/drawingml/2006/main">
              <a:ext uri="{FF2B5EF4-FFF2-40B4-BE49-F238E27FC236}">
                <a16:creationId xmlns:a16="http://schemas.microsoft.com/office/drawing/2014/main" id="{C2F5169F-A84C-4DF9-93BE-272B6B1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93" name="Cell-label-41">
            <a:extLst xmlns:a="http://schemas.openxmlformats.org/drawingml/2006/main">
              <a:ext uri="{FF2B5EF4-FFF2-40B4-BE49-F238E27FC236}">
                <a16:creationId xmlns:a16="http://schemas.microsoft.com/office/drawing/2014/main" id="{960AB556-7BB9-4358-94EC-C19CAE5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C41</a:t>
            </a:r>
          </a:p>
        </p:txBody>
      </p:sp>
      <p:sp>
        <p:nvSpPr>
          <p:cNvPr id="94" name="Cell-42">
            <a:extLst xmlns:a="http://schemas.openxmlformats.org/drawingml/2006/main">
              <a:ext uri="{FF2B5EF4-FFF2-40B4-BE49-F238E27FC236}">
                <a16:creationId xmlns:a16="http://schemas.microsoft.com/office/drawing/2014/main" id="{BC9A8409-4978-4D60-8873-CACF547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95" name="Cell-label-42">
            <a:extLst xmlns:a="http://schemas.openxmlformats.org/drawingml/2006/main">
              <a:ext uri="{FF2B5EF4-FFF2-40B4-BE49-F238E27FC236}">
                <a16:creationId xmlns:a16="http://schemas.microsoft.com/office/drawing/2014/main" id="{1AE3D92B-9793-4A7B-A4AC-883E78BE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C42</a:t>
            </a:r>
          </a:p>
        </p:txBody>
      </p:sp>
      <p:sp>
        <p:nvSpPr>
          <p:cNvPr id="96" name="Cell-43">
            <a:extLst xmlns:a="http://schemas.openxmlformats.org/drawingml/2006/main">
              <a:ext uri="{FF2B5EF4-FFF2-40B4-BE49-F238E27FC236}">
                <a16:creationId xmlns:a16="http://schemas.microsoft.com/office/drawing/2014/main" id="{B515B928-A434-40B0-BFD7-79CCD6F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97" name="Cell-label-43">
            <a:extLst xmlns:a="http://schemas.openxmlformats.org/drawingml/2006/main">
              <a:ext uri="{FF2B5EF4-FFF2-40B4-BE49-F238E27FC236}">
                <a16:creationId xmlns:a16="http://schemas.microsoft.com/office/drawing/2014/main" id="{C3866799-56F7-418F-B9E2-3274D62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C43</a:t>
            </a:r>
          </a:p>
        </p:txBody>
      </p:sp>
      <p:sp>
        <p:nvSpPr>
          <p:cNvPr id="98" name="Cell-44">
            <a:extLst xmlns:a="http://schemas.openxmlformats.org/drawingml/2006/main">
              <a:ext uri="{FF2B5EF4-FFF2-40B4-BE49-F238E27FC236}">
                <a16:creationId xmlns:a16="http://schemas.microsoft.com/office/drawing/2014/main" id="{4C860696-86C8-4958-AD21-BED102B6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99" name="Cell-label-44">
            <a:extLst xmlns:a="http://schemas.openxmlformats.org/drawingml/2006/main">
              <a:ext uri="{FF2B5EF4-FFF2-40B4-BE49-F238E27FC236}">
                <a16:creationId xmlns:a16="http://schemas.microsoft.com/office/drawing/2014/main" id="{8148B4AE-ACD7-4B15-A999-13831D67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C44</a:t>
            </a:r>
          </a:p>
        </p:txBody>
      </p:sp>
      <p:sp>
        <p:nvSpPr>
          <p:cNvPr id="100" name="Cell-45">
            <a:extLst xmlns:a="http://schemas.openxmlformats.org/drawingml/2006/main">
              <a:ext uri="{FF2B5EF4-FFF2-40B4-BE49-F238E27FC236}">
                <a16:creationId xmlns:a16="http://schemas.microsoft.com/office/drawing/2014/main" id="{AA9F4F9A-4D43-4860-A3E7-86203BF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38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DD0DB"/>
            </a:solidFill>
          </a:ln>
        </p:spPr>
      </p:sp>
      <p:sp>
        <p:nvSpPr>
          <p:cNvPr id="101" name="Cell-label-45">
            <a:extLst xmlns:a="http://schemas.openxmlformats.org/drawingml/2006/main">
              <a:ext uri="{FF2B5EF4-FFF2-40B4-BE49-F238E27FC236}">
                <a16:creationId xmlns:a16="http://schemas.microsoft.com/office/drawing/2014/main" id="{1692F29C-9ED1-4B16-B25F-803F12C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958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C45</a:t>
            </a:r>
          </a:p>
        </p:txBody>
      </p:sp>
      <p:sp>
        <p:nvSpPr>
          <p:cNvPr id="102" name="diagram-key">
            <a:extLst xmlns:a="http://schemas.openxmlformats.org/drawingml/2006/main">
              <a:ext uri="{FF2B5EF4-FFF2-40B4-BE49-F238E27FC236}">
                <a16:creationId xmlns:a16="http://schemas.microsoft.com/office/drawing/2014/main" id="{B4F3F076-CE9A-40F6-B428-2E8A260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원은 Scanner 번호입니다. 한 Cell에 대표점 1개만 선정합니다.</a:t>
            </a:r>
          </a:p>
          <a:p xmlns:a="http://schemas.openxmlformats.org/drawingml/2006/main">
            <a:pPr algn="l">
              <a:def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Cell 위치 관계만 표시한 도식이며 거리 축척은 생략했습니다.</a:t>
            </a:r>
          </a:p>
        </p:txBody>
      </p:sp>
      <p:sp>
        <p:nvSpPr>
          <p:cNvPr id="103" name="cycle-label">
            <a:extLst xmlns:a="http://schemas.openxmlformats.org/drawingml/2006/main">
              <a:ext uri="{FF2B5EF4-FFF2-40B4-BE49-F238E27FC236}">
                <a16:creationId xmlns:a16="http://schemas.microsoft.com/office/drawing/2014/main" id="{4DA5C542-3FF1-47F8-A520-E2F05DB4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5610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2점·4점 두 운영을 비교</a:t>
            </a:r>
          </a:p>
        </p:txBody>
      </p:sp>
      <p:graphicFrame>
        <p:nvGraphicFramePr>
          <p:cNvPr id="211" name="glass-sequence"/>
          <p:cNvGraphicFramePr/>
          <p:nvPr/>
        </p:nvGraphicFramePr>
        <p:xfrm>
          <a:off xmlns:a="http://schemas.openxmlformats.org/drawingml/2006/main" x="6048375" y="2457450"/>
          <a:ext xmlns:a="http://schemas.openxmlformats.org/drawingml/2006/main" cx="5610225" cy="1724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38225"/>
                <a:gridCol w="1143000"/>
                <a:gridCol w="1143000"/>
                <a:gridCol w="1143000"/>
                <a:gridCol w="1143000"/>
              </a:tblGrid>
              <a:tr h="574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G1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G2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G3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G4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2점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H1·2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H3·4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H5·6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H7·8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4점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H1~4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H5~8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coverage">
            <a:extLst xmlns:a="http://schemas.openxmlformats.org/drawingml/2006/main">
              <a:ext uri="{FF2B5EF4-FFF2-40B4-BE49-F238E27FC236}">
                <a16:creationId xmlns:a16="http://schemas.microsoft.com/office/drawing/2014/main" id="{69CABF60-D28B-4097-9EA8-7E7D586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95800"/>
            <a:ext cx="5610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2점/기판은 4 Glass</a:t>
            </a:r>
          </a:p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4점/기판은 2 Glass로 8 Scanner 커버</a:t>
            </a:r>
          </a:p>
        </p:txBody>
      </p:sp>
      <p:sp>
        <p:nvSpPr>
          <p:cNvPr id="106" name="ledger">
            <a:extLst xmlns:a="http://schemas.openxmlformats.org/drawingml/2006/main">
              <a:ext uri="{FF2B5EF4-FFF2-40B4-BE49-F238E27FC236}">
                <a16:creationId xmlns:a16="http://schemas.microsoft.com/office/drawing/2014/main" id="{06B6C319-D8F2-4D3B-810B-5285F1BF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5610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완료 점은 사이클 끝까지 유지합니다.</a:t>
            </a:r>
          </a:p>
          <a:p xmlns:a="http://schemas.openxmlformats.org/drawingml/2006/main">
            <a:pPr algn="l">
              <a:def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다음 사이클 시작 때 표시를 초기화합니다.</a:t>
            </a:r>
          </a:p>
        </p:txBody>
      </p:sp>
      <p:sp>
        <p:nvSpPr>
          <p:cNvPr id="107" name="scope">
            <a:extLst xmlns:a="http://schemas.openxmlformats.org/drawingml/2006/main">
              <a:ext uri="{FF2B5EF4-FFF2-40B4-BE49-F238E27FC236}">
                <a16:creationId xmlns:a16="http://schemas.microsoft.com/office/drawing/2014/main" id="{399306E5-44D3-4A86-9A04-2D0E61F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전체 가공점 전수검사가 아니라, 동일 Recipe의 8개 Scanner 대표점 순환 취득입니다.</a:t>
            </a:r>
          </a:p>
        </p:txBody>
      </p:sp>
    </p:spTree>
    <p:extLst>
      <p:ext uri="{BB962C8B-B14F-4D97-AF65-F5344CB8AC3E}">
        <p14:creationId xmlns:p14="http://schemas.microsoft.com/office/powerpoint/2010/main" val="632736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FC3260A2-5FF9-4EC8-AB32-80F34B4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움직임 Blur는 노출시간으로 결정합니다</a:t>
            </a:r>
          </a:p>
        </p:txBody>
      </p:sp>
      <p:sp>
        <p:nvSpPr>
          <p:cNvPr id="2" name="spec">
            <a:extLst xmlns:a="http://schemas.openxmlformats.org/drawingml/2006/main">
              <a:ext uri="{FF2B5EF4-FFF2-40B4-BE49-F238E27FC236}">
                <a16:creationId xmlns:a16="http://schemas.microsoft.com/office/drawing/2014/main" id="{39C007F5-C8F6-4F0D-A867-C382854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Basler a2A2600-20gcBAS + Mitutoyo 378-810-3 SL20X</a:t>
            </a:r>
          </a:p>
        </p:txBody>
      </p:sp>
      <p:sp>
        <p:nvSpPr>
          <p:cNvPr id="3" name="sampling">
            <a:extLst xmlns:a="http://schemas.openxmlformats.org/drawingml/2006/main">
              <a:ext uri="{FF2B5EF4-FFF2-40B4-BE49-F238E27FC236}">
                <a16:creationId xmlns:a16="http://schemas.microsoft.com/office/drawing/2014/main" id="{99ACA020-DC95-460D-9515-E520B25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물체면 1 pixel</a:t>
            </a:r>
          </a:p>
        </p:txBody>
      </p:sp>
      <p:sp>
        <p:nvSpPr>
          <p:cNvPr id="4" name="sampling-formula">
            <a:extLst xmlns:a="http://schemas.openxmlformats.org/drawingml/2006/main">
              <a:ext uri="{FF2B5EF4-FFF2-40B4-BE49-F238E27FC236}">
                <a16:creationId xmlns:a16="http://schemas.microsoft.com/office/drawing/2014/main" id="{E4AE7975-7108-4535-AE49-EBF6A6AF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2.5 µm ÷ 20배 = 0.125 µm</a:t>
            </a:r>
          </a:p>
        </p:txBody>
      </p:sp>
      <p:sp>
        <p:nvSpPr>
          <p:cNvPr id="5" name="blur-formula">
            <a:extLst xmlns:a="http://schemas.openxmlformats.org/drawingml/2006/main">
              <a:ext uri="{FF2B5EF4-FFF2-40B4-BE49-F238E27FC236}">
                <a16:creationId xmlns:a16="http://schemas.microsoft.com/office/drawing/2014/main" id="{28D2A712-8E19-4954-ADA3-BEA5094E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Blur(px) = Y속도 × 노출 ÷ 125</a:t>
            </a:r>
          </a:p>
        </p:txBody>
      </p:sp>
      <p:sp>
        <p:nvSpPr>
          <p:cNvPr id="6" name="example">
            <a:extLst xmlns:a="http://schemas.openxmlformats.org/drawingml/2006/main">
              <a:ext uri="{FF2B5EF4-FFF2-40B4-BE49-F238E27FC236}">
                <a16:creationId xmlns:a16="http://schemas.microsoft.com/office/drawing/2014/main" id="{556A631D-5B53-4F74-8D46-A48FB096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5143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100 mm/s × 2 µs ÷ 125</a:t>
            </a:r>
          </a:p>
          <a:p xmlns:a="http://schemas.openxmlformats.org/drawingml/2006/main">
            <a:pPr algn="l">
              <a:defRPr sz="225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= 1.6 pixel 이동 Blur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4673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7fc8d96174b08"/>
          </a:graphicData>
        </a:graphic>
      </p:graphicFrame>
      <p:graphicFrame>
        <p:nvGraphicFramePr>
          <p:cNvPr id="17" name="blur-conditions"/>
          <p:cNvGraphicFramePr/>
          <p:nvPr/>
        </p:nvGraphicFramePr>
        <p:xfrm>
          <a:off xmlns:a="http://schemas.openxmlformats.org/drawingml/2006/main" x="533400" y="4724400"/>
          <a:ext xmlns:a="http://schemas.openxmlformats.org/drawingml/2006/main" cx="111252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191000"/>
                <a:gridCol w="4933950"/>
              </a:tblGrid>
              <a:tr h="381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허용 Blur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속도 / 필요 노출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 px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 mm/s / 노출 ≤2.5 µs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2 µs는 충족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px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 mm/s / 노출 ≤1.25 µs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2 µs보다 짧아 불가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px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≤62.5 mm/s / 노출 2 µs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감속 후 재검토 가능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</a:tr>
            </a:tbl>
          </a:graphicData>
        </a:graphic>
      </p:graphicFrame>
      <p:sp>
        <p:nvSpPr>
          <p:cNvPr id="9" name="optic-caveat">
            <a:extLst xmlns:a="http://schemas.openxmlformats.org/drawingml/2006/main">
              <a:ext uri="{FF2B5EF4-FFF2-40B4-BE49-F238E27FC236}">
                <a16:creationId xmlns:a16="http://schemas.microsoft.com/office/drawing/2014/main" id="{A0EF78BC-6B33-48A0-8E62-19A4E45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Global Shutter도 노출 중 이동 Blur는 남습니다. 실효20배와 실효 노출을 가정한 계산이며, 조명·초점·영상 판정은 실측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02127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03128FE-4A34-465F-AE20-C8207437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기본 조건에서 2점·4점 모두 계산상 가능</a:t>
            </a:r>
          </a:p>
        </p:txBody>
      </p:sp>
      <p:sp>
        <p:nvSpPr>
          <p:cNvPr id="2" name="time-rule">
            <a:extLst xmlns:a="http://schemas.openxmlformats.org/drawingml/2006/main">
              <a:ext uri="{FF2B5EF4-FFF2-40B4-BE49-F238E27FC236}">
                <a16:creationId xmlns:a16="http://schemas.microsoft.com/office/drawing/2014/main" id="{23D6A45F-DD90-4B76-BE88-15247D3A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다음 점은 2초 뒤 도착하고, X 준비는 최대 약 0.824초입니다</a:t>
            </a:r>
          </a:p>
        </p:txBody>
      </p:sp>
      <p:sp>
        <p:nvSpPr>
          <p:cNvPr id="3" name="motion-conditions">
            <a:extLst xmlns:a="http://schemas.openxmlformats.org/drawingml/2006/main">
              <a:ext uri="{FF2B5EF4-FFF2-40B4-BE49-F238E27FC236}">
                <a16:creationId xmlns:a16="http://schemas.microsoft.com/office/drawing/2014/main" id="{EFC054BA-CC79-4D57-9B1E-C6CCC40B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49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기본: Y100 / X200 mm/s, 가감속 Y500 / X1000 mm/s², 노출2 µs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5648325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a326975dbd448e"/>
          </a:graphicData>
        </a:graphic>
      </p:graphicFrame>
      <p:sp>
        <p:nvSpPr>
          <p:cNvPr id="5" name="prepare-details">
            <a:extLst xmlns:a="http://schemas.openxmlformats.org/drawingml/2006/main">
              <a:ext uri="{FF2B5EF4-FFF2-40B4-BE49-F238E27FC236}">
                <a16:creationId xmlns:a16="http://schemas.microsoft.com/office/drawing/2014/main" id="{C4FFEEFC-0037-40A2-8F9F-CD4765F0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66925"/>
            <a:ext cx="49911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ΔY 200 mm ÷ Y100 mm/s = 2 s</a:t>
            </a:r>
          </a:p>
          <a:p xmlns:a="http://schemas.openxmlformats.org/drawingml/2006/main">
            <a:pPr algn="l">
              <a:def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X 최장110.8 mm 이동 = 0.754 s</a:t>
            </a:r>
          </a:p>
          <a:p xmlns:a="http://schemas.openxmlformats.org/drawingml/2006/main">
            <a:pPr algn="l">
              <a:def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3449"/>
                </a:solidFill>
                <a:latin typeface="Noto Sans KR"/>
                <a:ea typeface="Noto Sans KR"/>
                <a:cs typeface="Noto Sans KR"/>
              </a:rPr>
              <a:t>정착·선도착·촬영 준비 ≈0.070 s</a:t>
            </a:r>
          </a:p>
        </p:txBody>
      </p:sp>
      <p:sp>
        <p:nvSpPr>
          <p:cNvPr id="6" name="available-margin">
            <a:extLst xmlns:a="http://schemas.openxmlformats.org/drawingml/2006/main">
              <a:ext uri="{FF2B5EF4-FFF2-40B4-BE49-F238E27FC236}">
                <a16:creationId xmlns:a16="http://schemas.microsoft.com/office/drawing/2014/main" id="{5ED2D4C7-DEEB-43C4-AC36-0B8EAD5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7957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57957"/>
                </a:solidFill>
                <a:latin typeface="Noto Sans KR"/>
                <a:ea typeface="Noto Sans KR"/>
                <a:cs typeface="Noto Sans KR"/>
              </a:rPr>
              <a:t>약 1.176초 먼저 도착해 대기</a:t>
            </a:r>
          </a:p>
        </p:txBody>
      </p:sp>
      <p:graphicFrame>
        <p:nvGraphicFramePr>
          <p:cNvPr id="16" name="operating-evidence"/>
          <p:cNvGraphicFramePr/>
          <p:nvPr/>
        </p:nvGraphicFramePr>
        <p:xfrm>
          <a:off xmlns:a="http://schemas.openxmlformats.org/drawingml/2006/main" x="533400" y="4581525"/>
          <a:ext xmlns:a="http://schemas.openxmlformats.org/drawingml/2006/main" cx="111252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4343400"/>
                <a:gridCol w="4724400"/>
              </a:tblGrid>
              <a:tr h="4071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계산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맞지 않으면</a:t>
                      </a:r>
                    </a:p>
                  </a:txBody>
                  <a:tcPr marL="95250" marR="95250" marT="38100" marB="38100" anchor="ctr">
                    <a:solidFill>
                      <a:srgbClr val="173449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영상 Blur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노출2 µs / 1.6 px (허용2 px)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노출 단축 또는 Y 감속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등속·가공·Tact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등속 취득 / 12.23 s / 100.50 s*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가감속·Tact 재계산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대표점 커버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2점은4Glass / 4점은2Glass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44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2점 분할 또는 Y 간격 확대</a:t>
                      </a:r>
                    </a:p>
                  </a:txBody>
                  <a:tcPr marL="95250" marR="95250" marT="38100" marB="38100" anchor="ctr">
                    <a:solidFill>
                      <a:srgbClr val="EDF4F7"/>
                    </a:solidFill>
                  </a:tcPr>
                </a:tc>
              </a:tr>
            </a:tbl>
          </a:graphicData>
        </a:graphic>
      </p:graphicFrame>
      <p:sp>
        <p:nvSpPr>
          <p:cNvPr id="8" name="strict-example">
            <a:extLst xmlns:a="http://schemas.openxmlformats.org/drawingml/2006/main">
              <a:ext uri="{FF2B5EF4-FFF2-40B4-BE49-F238E27FC236}">
                <a16:creationId xmlns:a16="http://schemas.microsoft.com/office/drawing/2014/main" id="{C58EE101-C4E1-437F-855B-89D65A5F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87F8C"/>
                </a:solidFill>
                <a:latin typeface="Noto Sans KR"/>
                <a:ea typeface="Noto Sans KR"/>
                <a:cs typeface="Noto Sans KR"/>
              </a:rPr>
              <a:t>1 px가 필요하면 Y62.5 mm/s 예시: Blur1 px, 가공19.57초, Tact124.01초*</a:t>
            </a:r>
          </a:p>
        </p:txBody>
      </p:sp>
      <p:sp>
        <p:nvSpPr>
          <p:cNvPr id="9" name="conditional">
            <a:extLst xmlns:a="http://schemas.openxmlformats.org/drawingml/2006/main">
              <a:ext uri="{FF2B5EF4-FFF2-40B4-BE49-F238E27FC236}">
                <a16:creationId xmlns:a16="http://schemas.microsoft.com/office/drawing/2014/main" id="{3DC861E2-3148-45DE-B2E5-7529418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48450"/>
            <a:ext cx="11125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585"/>
                </a:solidFill>
                <a:latin typeface="Noto Sans KR"/>
                <a:ea typeface="Noto Sans KR"/>
                <a:cs typeface="Noto Sans KR"/>
              </a:rPr>
              <a:t>* 기타60초·후처리1초 가정. 실효 노출·배율, 조명·Trigger·정착 및 영상판정 확인 후 운영 수를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212345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2026-10-06T06:05:03.8150000Z</dcterms:created>
  <dcterms:modified xsi:type="dcterms:W3CDTF">2026-10-06T06:05:03.8150000Z</dcterms:modified>
</coreProperties>
</file>