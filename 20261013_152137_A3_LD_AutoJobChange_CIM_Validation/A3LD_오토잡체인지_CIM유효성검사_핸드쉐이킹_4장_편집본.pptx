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66eb9a9b7f4e28" /><Relationship Type="http://schemas.openxmlformats.org/officeDocument/2006/relationships/extended-properties" Target="/docProps/app.xml" Id="R5d38e2cc6bbe4294" /><Relationship Type="http://schemas.openxmlformats.org/officeDocument/2006/relationships/officeDocument" Target="/ppt/presentation.xml" Id="R81ce406f45ff435b" /></Relationships>
</file>

<file path=ppt/presentation.xml><?xml version="1.0" encoding="utf-8"?>
<p:presentation xmlns:p="http://schemas.openxmlformats.org/presentationml/2006/main">
  <p:sldMasterIdLst>
    <p:sldMasterId xmlns:r="http://schemas.openxmlformats.org/officeDocument/2006/relationships" id="2147483648" r:id="R47cd35ffef6e4488"/>
  </p:sldMasterIdLst>
  <p:notesMasterIdLst>
    <p:notesMasterId xmlns:r="http://schemas.openxmlformats.org/officeDocument/2006/relationships" r:id="Re772f6ebca504da0"/>
  </p:notesMasterIdLst>
  <p:sldIdLst>
    <p:sldId xmlns:r="http://schemas.openxmlformats.org/officeDocument/2006/relationships" id="256" r:id="Rfacf46dcc0e0439f"/>
    <p:sldId xmlns:r="http://schemas.openxmlformats.org/officeDocument/2006/relationships" id="257" r:id="Ra219130110064a60"/>
    <p:sldId xmlns:r="http://schemas.openxmlformats.org/officeDocument/2006/relationships" id="258" r:id="R40bb88b3257e442d"/>
    <p:sldId xmlns:r="http://schemas.openxmlformats.org/officeDocument/2006/relationships" id="259" r:id="R62a109b5fbf44a1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6f8c829c4f456c" /><Relationship Type="http://schemas.openxmlformats.org/officeDocument/2006/relationships/slideMaster" Target="/ppt/slideMasters/slideMaster1.xml" Id="R47cd35ffef6e4488" /><Relationship Type="http://schemas.openxmlformats.org/officeDocument/2006/relationships/notesMaster" Target="/ppt/notesMasters/notesMaster1.xml" Id="Re772f6ebca504da0" /><Relationship Type="http://schemas.openxmlformats.org/officeDocument/2006/relationships/presProps" Target="/ppt/presProps.xml" Id="Re8ac5e9037bc4be0" /><Relationship Type="http://schemas.openxmlformats.org/officeDocument/2006/relationships/tableStyles" Target="/ppt/tableStyles.xml" Id="Rb528050d92b74939" /><Relationship Type="http://schemas.openxmlformats.org/officeDocument/2006/relationships/slide" Target="/ppt/slides/slide1.xml" Id="Rfacf46dcc0e0439f" /><Relationship Type="http://schemas.openxmlformats.org/officeDocument/2006/relationships/slide" Target="/ppt/slides/slide2.xml" Id="Ra219130110064a60" /><Relationship Type="http://schemas.openxmlformats.org/officeDocument/2006/relationships/slide" Target="/ppt/slides/slide3.xml" Id="R40bb88b3257e442d" /><Relationship Type="http://schemas.openxmlformats.org/officeDocument/2006/relationships/slide" Target="/ppt/slides/slide4.xml" Id="R62a109b5fbf44a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fe54ea5a8943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ab9199f5ca477a" /><Relationship Type="http://schemas.openxmlformats.org/officeDocument/2006/relationships/notesMaster" Target="/ppt/notesMasters/notesMaster1.xml" Id="Re6a60f5b12934e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55732b189c4e63" /><Relationship Type="http://schemas.openxmlformats.org/officeDocument/2006/relationships/notesMaster" Target="/ppt/notesMasters/notesMaster1.xml" Id="Rc725a3565e4f47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c4e7fda3424ca5" /><Relationship Type="http://schemas.openxmlformats.org/officeDocument/2006/relationships/notesMaster" Target="/ppt/notesMasters/notesMaster1.xml" Id="R84dae4abff484b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6cf8d3ea3845dc" /><Relationship Type="http://schemas.openxmlformats.org/officeDocument/2006/relationships/notesMaster" Target="/ppt/notesMasters/notesMaster1.xml" Id="R7c2c43bbceb64d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운영 근거: 사용자 2026-10-12 미팅 정리, A3LD 제어미팅 261008_133709.m4a, 2026-10-13 유효성 핸드쉐이킹 추가 요청. 이전 오토 잡체인지 제안은 사용하지 않는다. 이 자료는 SW 코드 구현 확인이 아니라 운영 시나리오 설계안이다.</a:t>
            </a:r>
          </a:p>
          <a:p xmlns:a="http://schemas.openxmlformats.org/drawingml/2006/main">
            <a:r>
              <a:t/>
            </a:r>
          </a:p>
          <a:p xmlns:a="http://schemas.openxmlformats.org/drawingml/2006/main">
            <a:r>
              <a:t>운영 기준: A3 엔지니어 2명이 7~9대 장비를 대응하므로 자동 전환이 필요하다. 증착기 PPID는 재료군이라 LD 모델을 단독 식별하지 못한다. 패시지/룩챔버/TR7의 앞단 Glass Melsec Data에서 Model Code를 확보하고 상위 요청과 비교한다. 매 변경마다 레시피 바디를 실시간 전송하는 구조는 없으며, 가공 SW가 전체 바디와 모델 매칭 DB를, PLC가 모델별 핀 DB를 보유한다. 모델 변경만으로 보호윈도우를 교체하지 않는다.</a:t>
            </a:r>
          </a:p>
          <a:p xmlns:a="http://schemas.openxmlformats.org/drawingml/2006/main">
            <a:r>
              <a:t/>
            </a:r>
          </a:p>
          <a:p xmlns:a="http://schemas.openxmlformats.org/drawingml/2006/main">
            <a:r>
              <a:t>01: 요청ID 및 Model Code와 요청 대상 레시피를 묶어 보관한다. 같은 모델이라도 버전 변경을 비교한다. 중복·역순·진행 중 추가 요청의 처리 방식은 협의한다.</a:t>
            </a:r>
          </a:p>
          <a:p xmlns:a="http://schemas.openxmlformats.org/drawingml/2006/main">
            <a:r>
              <a:t>02: 검증용 후보 바디를 읽기 전용으로 준비한다. 형식, 필수값, Head, Cell, 좌표, Mask, Pitch/DOE, 회전, 장치 범위와 핀 DB를 검사한다. 이 단계는 실제 Active Recipe 변경이나 DOE Z/핀 이동/레이저 출력 변경이 아니다.</a:t>
            </a:r>
          </a:p>
          <a:p xmlns:a="http://schemas.openxmlformats.org/drawingml/2006/main">
            <a:r>
              <a:t>03: CIM을 통해 RMS 검증을 요청하고 업무상 승인 PASS를 기다린다. 로컬 검사 정상, 승인 PASS, 같은 요청ID와 Model Code, LD RecipeID 및 Version/Checksum 등 합의된 식별자 일치가 모두 필요하다. 승인 회신만 늦게 도착했거나 후보 바디가 변경되었으면 이전 승인을 재사용하지 않는다. RMS가 이미 승인한 요청을 전달하는 방식이라면 이 왕복은 통합할 수 있으나 동일 대상의 검증 증거가 있어야 한다.</a:t>
            </a:r>
          </a:p>
          <a:p xmlns:a="http://schemas.openxmlformats.org/drawingml/2006/main">
            <a:r>
              <a:t>04: 승인 완료 후에도 기존 기판 처리·배출, Busy, 모션/레이저 안전 인터락을 확인한다. 승인 대기 중 기존 Job은 기존 검증 조건으로 진행 가능하며 새 모델 기판 유입은 전환 정책에 따라 보류한다. 새로운 조건의 실제 활성화 및 기구 변경은 승인·안전 조건을 충족한 후 시작한다.</a:t>
            </a:r>
          </a:p>
          <a:p xmlns:a="http://schemas.openxmlformats.org/drawingml/2006/main">
            <a:r>
              <a:t>05~06: 레시피와 DOE Z, 필요한 파워보정/윈도우 처리 및 확인이 정상일 때 가공 SW 내부 준비 완료(t1). 이 시점은 전체 최종 완료가 아니다.</a:t>
            </a:r>
          </a:p>
          <a:p xmlns:a="http://schemas.openxmlformats.org/drawingml/2006/main">
            <a:r>
              <a:t>07~09: 같은 변경 대상으로 각 Section에 통보하고 PLC 핀 Ready 및 비전 새 조건 Ready를 확인한다. 새 기판 수신 전에 핀 도착을 확인한다. 병행 가능 여부와 실제 통신 경로는 협의한다.</a:t>
            </a:r>
          </a:p>
          <a:p xmlns:a="http://schemas.openxmlformats.org/drawingml/2006/main">
            <a:r>
              <a:t>10: 새 비전 조건과 검사 대상이 준비된 후 모든 Cell의 지정 검사점을 검사한다. 전셀은 모든 Hole/Pixel 전수 검사와 다르며 대상 기판과 측정점은 미확정이다. 누락·중복·NG·허용오차를 확인한다.</a:t>
            </a:r>
          </a:p>
          <a:p xmlns:a="http://schemas.openxmlformats.org/drawingml/2006/main">
            <a:r>
              <a:t>11: 전셀 결과로 위치보정테이블을 갱신하는 연결은 설계 제안이다. Head/Cell/Point, 좌표계·단위·부호·범위를 확인하고 새 모델·버전으로 저장·재조회한다. 실패/미측정을 유효한 0으로 처리하지 않는다. 파워보정 결과와 위치 보정테이블은 구분하고 이중 적용을 막는다.</a:t>
            </a:r>
          </a:p>
          <a:p xmlns:a="http://schemas.openxmlformats.org/drawingml/2006/main">
            <a:r>
              <a:t>12: 승인 대상과 실제 적용 레시피 일치, 광학·핀·비전·전셀검사·보정테이블 및 직전 파워가 정상일 때 최종 완료(t3)를 보고한다. 이는 동작 후 결과 확인이며 사전 유효성 승인을 대체하지 않는다.</a:t>
            </a:r>
          </a:p>
          <a:p xmlns:a="http://schemas.openxmlformats.org/drawingml/2006/main">
            <a:r>
              <a:t/>
            </a:r>
          </a:p>
          <a:p xmlns:a="http://schemas.openxmlformats.org/drawingml/2006/main">
            <a:r>
              <a:t>사전 검증 FAIL/통신 Timeout/일치 실패는 변경 동작을 금지한다. 이미 동작 중이면 실패 종류에 맞는 안전 상태로 전환하고 최종 완료와 양산 허용을 보류한다. 재시도/복귀를 자동으로 허용한다고 가정하지 않는다.</a:t>
            </a:r>
          </a:p>
          <a:p xmlns:a="http://schemas.openxmlformats.org/drawingml/2006/main">
            <a:r>
              <a:t>음성 참고 구간: 17~20분 사전 핀 준비, 24~28분 모델/레시피 매칭, 29~31분 기존 기판 처리, 39:45~44:38 광학·검사·보정, 49:43~51:48 핀 DB.</a:t>
            </a:r>
          </a:p>
          <a:p xmlns:a="http://schemas.openxmlformats.org/drawingml/2006/main">
            <a:r>
              <a:t/>
            </a:r>
          </a:p>
          <a:p xmlns:a="http://schemas.openxmlformats.org/drawingml/2006/main">
            <a:r>
              <a:t>확인 자료(2026-10-13):</a:t>
            </a:r>
          </a:p>
          <a:p xmlns:a="http://schemas.openxmlformats.org/drawingml/2006/main">
            <a:r>
              <a:t>1. PDF Solutions / Cimetrix, SECS/GEM Series: Recipe Management, https://www.pdf.com/secs-gem-series-recipe-management/ . 장비가 레시피 수신 후 내용을 검증하고 검증 실패 레시피를 사용하지 않는 원칙과 PPVerificationFailed/PPError 설명.</a:t>
            </a:r>
          </a:p>
          <a:p xmlns:a="http://schemas.openxmlformats.org/drawingml/2006/main">
            <a:r>
              <a:t>2. SEMI E170 공개 초록, https://store-us.semi.org/products/e17000-semi-e170-specification-for-secured-foundation-of-recipe-management-system-sforms . 실행 직전 Host RMS와 장비 레시피의 일치 확인(Pre-Execution Check)을 선택적 메커니즘으로 설명. E170 채택 또는 본 A3 구현 여부는 확인되지 않았다.</a:t>
            </a:r>
          </a:p>
          <a:p xmlns:a="http://schemas.openxmlformats.org/drawingml/2006/main">
            <a:r>
              <a:t>3. ErgoTech, HCACK API, https://ergotech.com/docs/api/com/ergotech/secs/HCACK.html . HCACK=4는 접수 후 나중에 실행하고 완료를 이벤트로 알리는 비동기 응답.</a:t>
            </a:r>
          </a:p>
          <a:p xmlns:a="http://schemas.openxmlformats.org/drawingml/2006/main">
            <a:r>
              <a:t>4. Hume Integration Software, SECS-II Message Types, https://www.hume.com/secs/msgs.html . S7F27은 Process Program Verification Send, S7F28은 Process Program Verification Acknowledge. S7F28을 별도의 업무상 실행 승인으로 동일시하지 않는다.</a:t>
            </a:r>
          </a:p>
          <a:p xmlns:a="http://schemas.openxmlformats.org/drawingml/2006/main">
            <a:r>
              <a:t>표준 원문 유료 조항 전체나 A3 고객별 CIM 전문을 확보한 것은 아니며 공개 표준 설명과 공급사 문서를 참조했다. RMS PASS를 실제 잡체인지 시작 전 게이트로 두는 순서는 사용자 요구에 맞춘 A3 설계 제안이다. 모든 장비가 동일한 메시지/CEID를 의무 사용한다는 주장이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답변: 일반적인 레시피 관리에서는 레시피를 사용하기 전에 검증한다. 모든 잡체인지 동작을 완료한 뒤 처음 유효성을 검사하는 구조로 해석하지 않는다. 동작 이후에는 승인했던 대상과 실제 적용 레시피/조건이 맞는지, 위치·파워·검사·보정이 정상인지 별도로 확인한다.</a:t>
            </a:r>
          </a:p>
          <a:p xmlns:a="http://schemas.openxmlformats.org/drawingml/2006/main">
            <a:r>
              <a:t/>
            </a:r>
          </a:p>
          <a:p xmlns:a="http://schemas.openxmlformats.org/drawingml/2006/main">
            <a:r>
              <a:t>그림은 이번 A3 운영 기준을 실행하기 위한 업무상 핸드쉐이킹 제안이다. Host와 RMS를 한 구역으로 단순화하고 CIM을 중계 역할로 표시했다. 실제 통신이 PLC 경유인지 직접 SECS/TCP인지, RMS 확인을 누가 요청하는지, Host가 미리 승인한 요청을 보내는지는 아직 고객 전문으로 확인되지 않았다. 위 방향을 확정 표준이라고 표현하지 않는다.</a:t>
            </a:r>
          </a:p>
          <a:p xmlns:a="http://schemas.openxmlformats.org/drawingml/2006/main">
            <a:r>
              <a:t/>
            </a:r>
          </a:p>
          <a:p xmlns:a="http://schemas.openxmlformats.org/drawingml/2006/main">
            <a:r>
              <a:t>1. 변경 요청: RequestID, ModelCode, 요청된 LD RecipeID/Version을 전달 또는 로컬 매칭한다. 증착기 PPID와 LD RecipeID를 구분한다. 요청 수신 ACK와 실제 유효성 승인 결과를 별개의 의미로 처리한다. 긴 RMS 판정 시간을 일반 통신 응답시간 하나에 억지로 묶지 않고 접수/비동기 결과로 나누는 방식은 협의한다.</a:t>
            </a:r>
          </a:p>
          <a:p xmlns:a="http://schemas.openxmlformats.org/drawingml/2006/main">
            <a:r>
              <a:t>2. 로컬 검사: 전체 바디는 가공 SW에 있다. 검사하려고 후보를 읽는 것과 Active Recipe를 바꾸거나 기구를 이동하는 것은 다르다. 타입·형식·필수값·범위와 모델-레시피-핀 DB 관계를 확인한다. 실패 시 RMS/Host에 실패 사유를 알려 새 조건 적용을 금지한다.</a:t>
            </a:r>
          </a:p>
          <a:p xmlns:a="http://schemas.openxmlformats.org/drawingml/2006/main">
            <a:r>
              <a:t>3. RMS 검증: 최소 식별정보는 RequestID, ModelCode, LD RecipeID, 합의된 Version 또는 Checksum, 검사 결과이다. RMS가 바디 전체 비교를 요구한다면 바디 업로드/조회 기능을 별도 정의해야 한다. 이미 확보된 인터페이스가 있다고 가정하지 않는다. 현재 실시간 바디 다운로드가 없는 운영 기준은 유지한다.</a:t>
            </a:r>
          </a:p>
          <a:p xmlns:a="http://schemas.openxmlformats.org/drawingml/2006/main">
            <a:r>
              <a:t>4. 승인 결과: 업무상 PASS를 동일 RequestID 및 승인 대상과 매칭한다. 단순 전문 수신 ACK, 알림 수신 ACK 또는 지난 요청의 PASS를 실행 승인으로 사용하지 않는다. 응답시간 초과, 통신단절, FAIL, ID/버전 불일치, 승인 후 후보 변경, 승인 유효기간 만료 시에는 새 변경을 시작하지 않는다. 승인 대기 동안 현행 레시피/기존 기판의 처리 정책은 합의하고 새 모델의 처리는 보류한다. 승인이 기존 기판 배출보다 먼저 오면 안전 조건이 충족될 때까지 기다린다.</a:t>
            </a:r>
          </a:p>
          <a:p xmlns:a="http://schemas.openxmlformats.org/drawingml/2006/main">
            <a:r>
              <a:t>5. 실행: 로컬 검사 정상 AND 업무상 승인 PASS AND 동일 대상 AND 전환 안전 상태를 만족한 뒤 잡체인지 동작을 시작한다. 가공 SW 내부 준비 후 PLC/비전 Section에 인계하는 이전 사용자 순서를 유지한다.</a:t>
            </a:r>
          </a:p>
          <a:p xmlns:a="http://schemas.openxmlformats.org/drawingml/2006/main">
            <a:r>
              <a:t>6. 최종 완료: DOE Z, 광학계, 파워보정, 필요 윈도우 처리, 핀/비전 Ready, 모든 Cell 지정 검사, 위치보정테이블 저장/재조회와 좌표 갱신이 정상인 결과를 보고한다. 시험/검사 기판 수신과 최종 양산 가공 허용을 구분한다.</a:t>
            </a:r>
          </a:p>
          <a:p xmlns:a="http://schemas.openxmlformats.org/drawingml/2006/main">
            <a:r>
              <a:t/>
            </a:r>
          </a:p>
          <a:p xmlns:a="http://schemas.openxmlformats.org/drawingml/2006/main">
            <a:r>
              <a:t>일반 SECS/GEM 대응을 이해하는 참고: 레시피 내용 검증 실패는 PPVerificationFailed와 오류 정보를 보고하고 사용하지 않는다. Formatted Program의 S7F27은 장비 검증 결과 보고, S7F28은 그 보고의 확인 응답이다. 따라서 S7F28 그 자체를 RMS가 레시피 바디의 업무상 유효성을 승인하거나 핀/레이저 동작을 허가했다는 의미로 사용하지 않는다. 비동기 원격명령에서는 S2F42의 HCACK=4와 이후 완료 이벤트를 구분하는 방식이 있다. 동기 HCACK=0의 명령 완료 의미를 무시하지 않되, 해당 명령의 범위가 전체 A3 Job Change인지 먼저 정의해야 한다. 본 슬라이드는 특정 HCACK나 SECS 메시지를 A3 승인 신호로 강제 매핑하지 않는다.</a:t>
            </a:r>
          </a:p>
          <a:p xmlns:a="http://schemas.openxmlformats.org/drawingml/2006/main">
            <a:r>
              <a:t/>
            </a:r>
          </a:p>
          <a:p xmlns:a="http://schemas.openxmlformats.org/drawingml/2006/main">
            <a:r>
              <a:t>확정 필요 항목: RMS 업무상 승인 전문, 요청ID와 모델/레시피 식별자, PASS/FAIL/사유 코드, 승인 결과 유효기간 및 무효화 조건, 접수 응답·검증 결과·최종 완료 신호, 별도 Timeout, 재전송/중복/역순 요청, 통신 복구 후 상태 조회, 양산 Ready 및 완료보고 수신 ACK 의존 관계. CIM 고객 사양 없이 임의 주소/CEID/Timeout 수치를 만들지 않는다.</a:t>
            </a:r>
          </a:p>
          <a:p xmlns:a="http://schemas.openxmlformats.org/drawingml/2006/main">
            <a:r>
              <a:t/>
            </a:r>
          </a:p>
          <a:p xmlns:a="http://schemas.openxmlformats.org/drawingml/2006/main">
            <a:r>
              <a:t>확인 자료(2026-10-13):</a:t>
            </a:r>
          </a:p>
          <a:p xmlns:a="http://schemas.openxmlformats.org/drawingml/2006/main">
            <a:r>
              <a:t>1. PDF Solutions / Cimetrix, SECS/GEM Series: Recipe Management, https://www.pdf.com/secs-gem-series-recipe-management/ . 장비가 레시피 수신 후 내용을 검증하고 검증 실패 레시피를 사용하지 않는 원칙과 PPVerificationFailed/PPError 설명.</a:t>
            </a:r>
          </a:p>
          <a:p xmlns:a="http://schemas.openxmlformats.org/drawingml/2006/main">
            <a:r>
              <a:t>2. SEMI E170 공개 초록, https://store-us.semi.org/products/e17000-semi-e170-specification-for-secured-foundation-of-recipe-management-system-sforms . 실행 직전 Host RMS와 장비 레시피의 일치 확인(Pre-Execution Check)을 선택적 메커니즘으로 설명. E170 채택 또는 본 A3 구현 여부는 확인되지 않았다.</a:t>
            </a:r>
          </a:p>
          <a:p xmlns:a="http://schemas.openxmlformats.org/drawingml/2006/main">
            <a:r>
              <a:t>3. ErgoTech, HCACK API, https://ergotech.com/docs/api/com/ergotech/secs/HCACK.html . HCACK=4는 접수 후 나중에 실행하고 완료를 이벤트로 알리는 비동기 응답.</a:t>
            </a:r>
          </a:p>
          <a:p xmlns:a="http://schemas.openxmlformats.org/drawingml/2006/main">
            <a:r>
              <a:t>4. Hume Integration Software, SECS-II Message Types, https://www.hume.com/secs/msgs.html . S7F27은 Process Program Verification Send, S7F28은 Process Program Verification Acknowledge. S7F28을 별도의 업무상 실행 승인으로 동일시하지 않는다.</a:t>
            </a:r>
          </a:p>
          <a:p xmlns:a="http://schemas.openxmlformats.org/drawingml/2006/main">
            <a:r>
              <a:t>표준 원문 유료 조항 전체나 A3 고객별 CIM 전문을 확보한 것은 아니며 공개 표준 설명과 공급사 문서를 참조했다. RMS PASS를 실제 잡체인지 시작 전 게이트로 두는 순서는 사용자 요구에 맞춘 A3 설계 제안이다. 모든 장비가 동일한 메시지/CEID를 의무 사용한다는 주장이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기준: 사용자 최신 미팅 정리와 첨부 음성. DOE Z 위치 업데이트, 보정테이블 업데이트, 전셀검사, 레시피 파워 변경 시 파워보정, 파워보정 및 보호윈도우 처리를 필수 흐름으로 포함했다. 오른쪽 표의 상세 체크항목은 실행 가능한 시나리오를 만들기 위한 설계 제안이다.</a:t>
            </a:r>
          </a:p>
          <a:p xmlns:a="http://schemas.openxmlformats.org/drawingml/2006/main">
            <a:r>
              <a:t/>
            </a:r>
          </a:p>
          <a:p xmlns:a="http://schemas.openxmlformats.org/drawingml/2006/main">
            <a:r>
              <a:t>DOE Z: 적용할 새 레시피의 목표값, 현재 장치 상태, 이동 가능 범위, 이동 완료, 실제 위치의 허용오차를 확인한다. Servo·원점·Alarm 상태와 이동 Timeout을 확인하며 구체 수치는 장치 규격 및 현장 승인값으로 정의한다. 여러 Head를 사용하면 적용 대상 Head가 빠지지 않았는지 확인한다.</a:t>
            </a:r>
          </a:p>
          <a:p xmlns:a="http://schemas.openxmlformats.org/drawingml/2006/main">
            <a:r>
              <a:t/>
            </a:r>
          </a:p>
          <a:p xmlns:a="http://schemas.openxmlformats.org/drawingml/2006/main">
            <a:r>
              <a:t>보호윈도우: 사용자 기준에 따라 모델별 자동 교체는 하지 않으며 A6 운영 개념을 반영한다. 가공 매수 등 사용량, 오염 상태, 파워 저하 조건을 확인한 경우 유효 영역으로 점진적 이동하고 필요한 경우 교체한다. 사용량/오염의 정확한 기준, 이동 거리·잔여 영역, 교체 가능 신호 및 교체 완료 확인, 횟수·시간 한계는 협의 대상이다. 파워 저하의 원인이 확인되지 않았는데 무조건 윈도우를 반복 교체하는 흐름으로 확정하지 않는다.</a:t>
            </a:r>
          </a:p>
          <a:p xmlns:a="http://schemas.openxmlformats.org/drawingml/2006/main">
            <a:r>
              <a:t/>
            </a:r>
          </a:p>
          <a:p xmlns:a="http://schemas.openxmlformats.org/drawingml/2006/main">
            <a:r>
              <a:t>파워 조건이 기존 레시피와 다르면 측정·판정·필요한 ATT 조정·재측정으로 구성한 파워보정 절차를 반드시 수행하는 기준이다. 측정값이 이미 허용오차 안이면 불필요한 ATT 조정을 강제하지 않는다. 파워 조건이 같아도 윈도우 이동·교체, 기존 측정 결과 무효 또는 측정값 이탈이면 재확인한다. 보정 결과에는 모델/레시피/Head, 목표 출력, 측정 출력, ATT 값, 윈도우 상태, 시각 및 정상 여부를 기록하는 항목을 제안한다. 파워미터 연결·측정 유효성, 레이저 상태 및 안전 조건, ATT 이동 도착과 상하한, 보정량·시도횟수, 안정화 조건을 확인한다. 실제 장치 명령이나 임계값은 임의로 작성하지 않았다. NG·보정 한계·반복 한계 초과 시 완료를 보류하고 원인 및 재시도/복구 정책에 따른다.</a:t>
            </a:r>
          </a:p>
          <a:p xmlns:a="http://schemas.openxmlformats.org/drawingml/2006/main">
            <a:r>
              <a:t/>
            </a:r>
          </a:p>
          <a:p xmlns:a="http://schemas.openxmlformats.org/drawingml/2006/main">
            <a:r>
              <a:t>전셀검사: 새 비전 Recipe와 파라미터 적용 확인 및 검사 대상 준비 후 수행한다. 모든 Cell에 지정된 검사점이 포함되어야 하며 Cell마다 예정/실제 측정 개수, 중복, 측정 실패, 누락, 유효값 및 판정 허용오차를 확인한다. 모든 Cell 검사와 모든 Hole/Pixel 전수 검사는 다르다. 검사용 기판인지 새 모델 첫 기판인지, 기준 마크 또는 가공 Hole인지, Cell당 측정점 수와 재검사 방식은 미확정으로 명시한다. 검사 대상이 없으면 측정 완료로 처리하지 않는다.</a:t>
            </a:r>
          </a:p>
          <a:p xmlns:a="http://schemas.openxmlformats.org/drawingml/2006/main">
            <a:r>
              <a:t/>
            </a:r>
          </a:p>
          <a:p xmlns:a="http://schemas.openxmlformats.org/drawingml/2006/main">
            <a:r>
              <a:t>보정테이블: 전셀 측정 결과에서 위치보정을 계산해 갱신하는 연결은 이번 구체화 제안이며 정확한 테이블 종류·파일 포맷·계산법은 개발 정의에서 확정한다. Head/Cell/Point 식별과 좌표계, 단위, 부호, 보정량 범위, NG/미측정 처리 정책을 확인한다. 미측정·실패를 유효한 0 값으로 평균하거나 보간하는 동작을 금지하는 체크를 제안한다. 새 모델과 레시피 버전, 유효 범위 및 생성 시각을 묶어 저장하고 재조회 내용 일치 후 활성화한다. 이전 테이블은 복구 가능한 방식으로 보관하며 새 테이블의 보정이 좌표/Script에 이중 적용되지 않았는지 확인한다. 위치보정테이블과 파워보정 결과는 별도로 관리한다.</a:t>
            </a:r>
          </a:p>
          <a:p xmlns:a="http://schemas.openxmlformats.org/drawingml/2006/main">
            <a:r>
              <a:t/>
            </a:r>
          </a:p>
          <a:p xmlns:a="http://schemas.openxmlformats.org/drawingml/2006/main">
            <a:r>
              <a:t>하이브리드: 음성 40:14~41:04의 설명에 따라 동일 DOE·동일 Pitch 내 Cell 크기/회전 차이를 검토하는 범위다. 서로 다른 DOE를 자동 교환하며 혼합 운전하는 구조는 확정하지 않는다.</a:t>
            </a:r>
          </a:p>
          <a:p xmlns:a="http://schemas.openxmlformats.org/drawingml/2006/main">
            <a:r>
              <a:t/>
            </a:r>
          </a:p>
          <a:p xmlns:a="http://schemas.openxmlformats.org/drawingml/2006/main">
            <a:r>
              <a:t>사용자 정리의 운영 원칙은 이번 기준으로 채택했다. 허용오차·오염 임계값·Timeout·재시도 횟수와 구체 복구는 제안의 체크포인트이며 회의에서 숫자까지 확정되었다거나 현재 SW에 구현되었다는 뜻이 아니다. 근거 음성 39:45~44:38, 46:01~46:35, 관련 프로젝트 리뷰보정 자료의 실패값/미측정 구분과 이중 보정 방지 설명을 참고했다.</a:t>
            </a:r>
          </a:p>
          <a:p xmlns:a="http://schemas.openxmlformats.org/drawingml/2006/main">
            <a:r>
              <a:t/>
            </a:r>
          </a:p>
          <a:p xmlns:a="http://schemas.openxmlformats.org/drawingml/2006/main">
            <a:r>
              <a:t>2026-10-13 수정: 앞선 2장의 사전 유효성 승인 게이트를 통과한 뒤 본 장의 실제 DOE Z·광학계 동작을 시작한다. 승인 대상 바디를 유지하고 최종 결과 확인에서 동일 대상/적용 버전을 다시 확인한다. 이 확인은 사전 유효성 검증을 동작 후로 미룬다는 뜻이 아니다. 기존의 보호윈도우·파워보정·전셀검사·보정테이블 상세 체크항목은 유지한다.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차트는 순서와 선행 조건을 나타내며 가로 폭을 실제 초·분으로 해석하지 않는다.</a:t>
            </a:r>
          </a:p>
          <a:p xmlns:a="http://schemas.openxmlformats.org/drawingml/2006/main">
            <a:r>
              <a:t/>
            </a:r>
          </a:p>
          <a:p xmlns:a="http://schemas.openxmlformats.org/drawingml/2006/main">
            <a:r>
              <a:t>t0: 상위 변경요청 및 앞단 Glass Data의 Model Code 수신. 같은 변경 대상으로 식별하고 검증용 로컬 바디를 준비한다. 현행 Active Recipe와 장치 실제 조건을 바꾸지 않는다. 통신 접수 ACK는 RMS 업무상 승인과 분리한다.</a:t>
            </a:r>
          </a:p>
          <a:p xmlns:a="http://schemas.openxmlformats.org/drawingml/2006/main">
            <a:r>
              <a:t>tV: 로컬 검사 정상, 업무상 RMS 승인 PASS, 같은 RequestID·ModelCode·LD RecipeID 및 Version/Checksum 등 합의된 식별자 일치를 확인한 상태이다. RMS 왕복은 현장 전문에 따라 통합 가능하나 승인 증거는 반드시 동일 대상과 결합해야 한다. 승인 후 바디 변경이나 승인 유효기간 만료는 재검증 사유다. 이 상태 이전에 실제 레시피 활성화/DOE Z·핀 이동/파워 변경을 시작하지 않는다. 후보를 읽어 검사하는 동작은 허용한다.</a:t>
            </a:r>
          </a:p>
          <a:p xmlns:a="http://schemas.openxmlformats.org/drawingml/2006/main">
            <a:r>
              <a:t>전환 안전 조건: 기존 기판 처리와 배출, Busy, 모션/레이저 안전 조건을 확인한다. tV가 먼저 성립해도 기존 Job이 남으면 실제 변경은 기다린다. 차트는 정상 진행 순서를 단순화해 이 대기를 수치로 표시하지 않았다.</a:t>
            </a:r>
          </a:p>
          <a:p xmlns:a="http://schemas.openxmlformats.org/drawingml/2006/main">
            <a:r>
              <a:t>t1: 승인된 바디 적용, 모델 보정기준, DOE Z 도착, 필요한 파워·윈도우 처리가 정상인 가공 SW 내부 준비 완료이다. 이후 같은 대상의 PLC/비전 조건 적용을 요청한다. 전체 최종 완료를 t1에서 보고하지 않는다.</a:t>
            </a:r>
          </a:p>
          <a:p xmlns:a="http://schemas.openxmlformats.org/drawingml/2006/main">
            <a:r>
              <a:t>PLC/비전: 핀은 새 기판 수신 전에 목표/실제 도착과 Ready를 확인한다. 비전은 새 Recipe/조건 적용과 Ready를 확인한다. 구역 병행은 장치 간섭/Busy 조건과 통신 경로를 합의해야 하며 누가 먼저 끝나는지 배치는 예시다.</a:t>
            </a:r>
          </a:p>
          <a:p xmlns:a="http://schemas.openxmlformats.org/drawingml/2006/main">
            <a:r>
              <a:t>t2: 핀 Ready, 검사 대상 기판/기준물 준비, 비전 새 조건 Ready가 모두 충족된 검사 가능 시점. 전셀은 모든 Cell의 지정 측정점 검사이며 모든 Hole/Pixel 전수 측정과는 구별한다. 대상 첫 기판의 시험/검사 수신과 전체 양산 가공 허용을 구분한다.</a:t>
            </a:r>
          </a:p>
          <a:p xmlns:a="http://schemas.openxmlformats.org/drawingml/2006/main">
            <a:r>
              <a:t>t3: 전셀 검사 결과 정상, 위치보정 계산 및 테이블 저장/재조회, 좌표·Script 갱신, 직전 파워 정상 및 승인 대상과 실제 적용 대상/버전 일치가 모두 확인된 최종 완료. Host에 결과를 보고하고 양산 허용 조건을 성립시킨다. 이 확인은 동작 후 실제 결과를 보는 단계이며 사전 승인 대신 수행하는 유효성검사가 아니다. 최종 보고 수신 ACK가 양산 Ready의 필수 조건인지도 고객 CIM 전문으로 결정한다.</a:t>
            </a:r>
          </a:p>
          <a:p xmlns:a="http://schemas.openxmlformats.org/drawingml/2006/main">
            <a:r>
              <a:t/>
            </a:r>
          </a:p>
          <a:p xmlns:a="http://schemas.openxmlformats.org/drawingml/2006/main">
            <a:r>
              <a:t>시간 목표는 사용자 미팅 정리의 최대 3분 이내, 보호윈도우 미교체 시 1~2분이다. 확정 실측이나 SLA/Timeout이 아니다. RMS 응답 대기, 기존 Job 종료/기판 배출, 검사 대상 기판 대기, 전셀 검사 개수/방식의 소요시간을 어느 구간부터 포함할지 합의해야 한다. 음성 86:07~87:28의 약 3분 Worst Case 추정과 사용자 정리를 참고한다.</a:t>
            </a:r>
          </a:p>
          <a:p xmlns:a="http://schemas.openxmlformats.org/drawingml/2006/main">
            <a:r>
              <a:t/>
            </a:r>
          </a:p>
          <a:p xmlns:a="http://schemas.openxmlformats.org/drawingml/2006/main">
            <a:r>
              <a:t>FAIL/응답 Timeout/통신단절/승인 대상 불일치 시 tV는 성립하지 않는다. 늦은 PASS와 중복·역순 요청은 승인 대상으로 매칭하지 못하면 무시/실패 처리 정책에 따른다. 동작 중 NG이면 안전 상태를 유지하고 t3와 양산 Ready를 성립시키지 않는다. 승인회신 Timeout과 장치/전셀검사/전체 동작 Timeout을 분리하고 정확한 시간·재시도·복구 정책은 협의한다. 가공 전에 레시피/RMS 승인의 유효성 및 파워 측정 조건을 다시 확인하는 게이트는 만료/변경 감지용이며 필요 시 재검증한다.</a:t>
            </a:r>
          </a:p>
          <a:p xmlns:a="http://schemas.openxmlformats.org/drawingml/2006/main">
            <a:r>
              <a:t/>
            </a:r>
          </a:p>
          <a:p xmlns:a="http://schemas.openxmlformats.org/drawingml/2006/main">
            <a:r>
              <a:t>확인 자료(2026-10-13):</a:t>
            </a:r>
          </a:p>
          <a:p xmlns:a="http://schemas.openxmlformats.org/drawingml/2006/main">
            <a:r>
              <a:t>1. PDF Solutions / Cimetrix, SECS/GEM Series: Recipe Management, https://www.pdf.com/secs-gem-series-recipe-management/ . 장비가 레시피 수신 후 내용을 검증하고 검증 실패 레시피를 사용하지 않는 원칙과 PPVerificationFailed/PPError 설명.</a:t>
            </a:r>
          </a:p>
          <a:p xmlns:a="http://schemas.openxmlformats.org/drawingml/2006/main">
            <a:r>
              <a:t>2. SEMI E170 공개 초록, https://store-us.semi.org/products/e17000-semi-e170-specification-for-secured-foundation-of-recipe-management-system-sforms . 실행 직전 Host RMS와 장비 레시피의 일치 확인(Pre-Execution Check)을 선택적 메커니즘으로 설명. E170 채택 또는 본 A3 구현 여부는 확인되지 않았다.</a:t>
            </a:r>
          </a:p>
          <a:p xmlns:a="http://schemas.openxmlformats.org/drawingml/2006/main">
            <a:r>
              <a:t>3. ErgoTech, HCACK API, https://ergotech.com/docs/api/com/ergotech/secs/HCACK.html . HCACK=4는 접수 후 나중에 실행하고 완료를 이벤트로 알리는 비동기 응답.</a:t>
            </a:r>
          </a:p>
          <a:p xmlns:a="http://schemas.openxmlformats.org/drawingml/2006/main">
            <a:r>
              <a:t>4. Hume Integration Software, SECS-II Message Types, https://www.hume.com/secs/msgs.html . S7F27은 Process Program Verification Send, S7F28은 Process Program Verification Acknowledge. S7F28을 별도의 업무상 실행 승인으로 동일시하지 않는다.</a:t>
            </a:r>
          </a:p>
          <a:p xmlns:a="http://schemas.openxmlformats.org/drawingml/2006/main">
            <a:r>
              <a:t>표준 원문 유료 조항 전체나 A3 고객별 CIM 전문을 확보한 것은 아니며 공개 표준 설명과 공급사 문서를 참조했다. RMS PASS를 실제 잡체인지 시작 전 게이트로 두는 순서는 사용자 요구에 맞춘 A3 설계 제안이다. 모든 장비가 동일한 메시지/CEID를 의무 사용한다는 주장이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6e76fc983b4d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1143fd94a1414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b8fdb5f2e74f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d66031b3402490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fd67b4b6e5346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77538c8431342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1733FA-36C3-487E-AC5C-1261CB11CD39}"/>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0A3DFE3-7EC7-4810-BE68-AB71C45A027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BF90A7A-000F-4CA9-936A-91DCD5AFDEA6}"/>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6FA274-57CE-4C3E-876B-CE7C194CB47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60FC60-C0AF-4258-BB4B-FE35B08D8388}"/>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2746A43-12B2-49D3-8466-44401ACD276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FF17C5-5A2E-4508-8E23-95FF184AD96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42E53BA-17C1-4E3C-96DF-DEE2057CDDF3}"/>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B44137-F401-49C3-862E-B74CC26D7D8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B02F54-2390-4AFA-92F4-9B48344BC8B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3555effa8b4bae" /><Relationship Type="http://schemas.openxmlformats.org/officeDocument/2006/relationships/slideLayout" Target="/ppt/slideLayouts/slideLayout1.xml" Id="Rb72b8f83f29d4254" /><Relationship Type="http://schemas.openxmlformats.org/officeDocument/2006/relationships/slideLayout" Target="/ppt/slideLayouts/slideLayout2.xml" Id="R18ac29ef72e3413c" /><Relationship Type="http://schemas.openxmlformats.org/officeDocument/2006/relationships/slideLayout" Target="/ppt/slideLayouts/slideLayout3.xml" Id="R461d8939aea341b8" /><Relationship Type="http://schemas.openxmlformats.org/officeDocument/2006/relationships/slideLayout" Target="/ppt/slideLayouts/slideLayout4.xml" Id="R874ebfc833a94887" /><Relationship Type="http://schemas.openxmlformats.org/officeDocument/2006/relationships/slideLayout" Target="/ppt/slideLayouts/slideLayout5.xml" Id="R7fa63dd142d74ba9" /><Relationship Type="http://schemas.openxmlformats.org/officeDocument/2006/relationships/slideLayout" Target="/ppt/slideLayouts/slideLayout6.xml" Id="R2d4116abdcfd49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2b8f83f29d4254"/>
    <p:sldLayoutId xmlns:r="http://schemas.openxmlformats.org/officeDocument/2006/relationships" id="2147483650" r:id="R18ac29ef72e3413c"/>
    <p:sldLayoutId xmlns:r="http://schemas.openxmlformats.org/officeDocument/2006/relationships" id="2147483651" r:id="R461d8939aea341b8"/>
    <p:sldLayoutId xmlns:r="http://schemas.openxmlformats.org/officeDocument/2006/relationships" id="2147483652" r:id="R874ebfc833a94887"/>
    <p:sldLayoutId xmlns:r="http://schemas.openxmlformats.org/officeDocument/2006/relationships" id="2147483653" r:id="R7fa63dd142d74ba9"/>
    <p:sldLayoutId xmlns:r="http://schemas.openxmlformats.org/officeDocument/2006/relationships" id="2147483654" r:id="R2d4116abdcfd49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e3f1e8734e74452" /><Relationship Type="http://schemas.openxmlformats.org/officeDocument/2006/relationships/notesSlide" Target="/ppt/notesSlides/notesSlide1.xml" Id="R92bfeb77c20948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349e83361e341a6" /><Relationship Type="http://schemas.openxmlformats.org/officeDocument/2006/relationships/notesSlide" Target="/ppt/notesSlides/notesSlide2.xml" Id="R408c0d3291114a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e0214b85f7d4d4a" /><Relationship Type="http://schemas.openxmlformats.org/officeDocument/2006/relationships/notesSlide" Target="/ppt/notesSlides/notesSlide3.xml" Id="R54fbeec1dc8541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4971842848419d" /><Relationship Type="http://schemas.openxmlformats.org/officeDocument/2006/relationships/notesSlide" Target="/ppt/notesSlides/notesSlide4.xml" Id="R4f45b2c3cf6b466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0" name="">
            <a:extLst xmlns:a="http://schemas.openxmlformats.org/drawingml/2006/main">
              <a:ext uri="{FF2B5EF4-FFF2-40B4-BE49-F238E27FC236}">
                <a16:creationId xmlns:a16="http://schemas.microsoft.com/office/drawing/2014/main" id="{203693DC-A90C-4F0D-8639-91D404AD14AA}"/>
              </a:ext>
            </a:extLst>
          </p:cNvPr>
          <p:cNvCxnSpPr>
            <a:stCxn xmlns:a="http://schemas.openxmlformats.org/drawingml/2006/main" id="20" idx="3"/>
            <a:endCxn xmlns:a="http://schemas.openxmlformats.org/drawingml/2006/main" id="21" idx="1"/>
          </p:cNvCxnSpPr>
          <p:nvPr/>
        </p:nvCxnSpPr>
        <p:spPr>
          <a:xfrm xmlns:a="http://schemas.openxmlformats.org/drawingml/2006/main">
            <a:off x="10858500" y="681037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11A9B2D7-2C13-4036-B2D0-989F02501FA0}"/>
              </a:ext>
            </a:extLst>
          </p:cNvPr>
          <p:cNvCxnSpPr>
            <a:stCxn xmlns:a="http://schemas.openxmlformats.org/drawingml/2006/main" id="19" idx="3"/>
            <a:endCxn xmlns:a="http://schemas.openxmlformats.org/drawingml/2006/main" id="20" idx="1"/>
          </p:cNvCxnSpPr>
          <p:nvPr/>
        </p:nvCxnSpPr>
        <p:spPr>
          <a:xfrm xmlns:a="http://schemas.openxmlformats.org/drawingml/2006/main">
            <a:off x="7239000" y="681037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8" name="">
            <a:extLst xmlns:a="http://schemas.openxmlformats.org/drawingml/2006/main">
              <a:ext uri="{FF2B5EF4-FFF2-40B4-BE49-F238E27FC236}">
                <a16:creationId xmlns:a16="http://schemas.microsoft.com/office/drawing/2014/main" id="{1FA55640-995D-4EF3-A362-0C0D701030D2}"/>
              </a:ext>
            </a:extLst>
          </p:cNvPr>
          <p:cNvCxnSpPr>
            <a:stCxn xmlns:a="http://schemas.openxmlformats.org/drawingml/2006/main" id="18" idx="3"/>
            <a:endCxn xmlns:a="http://schemas.openxmlformats.org/drawingml/2006/main" id="19" idx="1"/>
          </p:cNvCxnSpPr>
          <p:nvPr/>
        </p:nvCxnSpPr>
        <p:spPr>
          <a:xfrm xmlns:a="http://schemas.openxmlformats.org/drawingml/2006/main">
            <a:off x="3619500" y="681037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7" name="">
            <a:extLst xmlns:a="http://schemas.openxmlformats.org/drawingml/2006/main">
              <a:ext uri="{FF2B5EF4-FFF2-40B4-BE49-F238E27FC236}">
                <a16:creationId xmlns:a16="http://schemas.microsoft.com/office/drawing/2014/main" id="{CBEC90CE-A57C-48B7-9BE3-39D5768ADE33}"/>
              </a:ext>
            </a:extLst>
          </p:cNvPr>
          <p:cNvCxnSpPr>
            <a:stCxn xmlns:a="http://schemas.openxmlformats.org/drawingml/2006/main" id="15" idx="3"/>
            <a:endCxn xmlns:a="http://schemas.openxmlformats.org/drawingml/2006/main" id="16" idx="1"/>
          </p:cNvCxnSpPr>
          <p:nvPr/>
        </p:nvCxnSpPr>
        <p:spPr>
          <a:xfrm xmlns:a="http://schemas.openxmlformats.org/drawingml/2006/main">
            <a:off x="10858500" y="496252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12C4ADCE-BD99-4E03-89AE-2D63A363072B}"/>
              </a:ext>
            </a:extLst>
          </p:cNvPr>
          <p:cNvCxnSpPr>
            <a:stCxn xmlns:a="http://schemas.openxmlformats.org/drawingml/2006/main" id="14" idx="3"/>
            <a:endCxn xmlns:a="http://schemas.openxmlformats.org/drawingml/2006/main" id="15" idx="1"/>
          </p:cNvCxnSpPr>
          <p:nvPr/>
        </p:nvCxnSpPr>
        <p:spPr>
          <a:xfrm xmlns:a="http://schemas.openxmlformats.org/drawingml/2006/main">
            <a:off x="7239000" y="496252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539BDCAF-8287-4B4A-9E4A-FAA0A3BC610A}"/>
              </a:ext>
            </a:extLst>
          </p:cNvPr>
          <p:cNvCxnSpPr>
            <a:stCxn xmlns:a="http://schemas.openxmlformats.org/drawingml/2006/main" id="13" idx="3"/>
            <a:endCxn xmlns:a="http://schemas.openxmlformats.org/drawingml/2006/main" id="14" idx="1"/>
          </p:cNvCxnSpPr>
          <p:nvPr/>
        </p:nvCxnSpPr>
        <p:spPr>
          <a:xfrm xmlns:a="http://schemas.openxmlformats.org/drawingml/2006/main">
            <a:off x="3619500" y="496252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8F5BEE13-D5E2-48BA-9F65-0B21CF6B575C}"/>
              </a:ext>
            </a:extLst>
          </p:cNvPr>
          <p:cNvCxnSpPr>
            <a:stCxn xmlns:a="http://schemas.openxmlformats.org/drawingml/2006/main" id="10" idx="3"/>
            <a:endCxn xmlns:a="http://schemas.openxmlformats.org/drawingml/2006/main" id="11" idx="1"/>
          </p:cNvCxnSpPr>
          <p:nvPr/>
        </p:nvCxnSpPr>
        <p:spPr>
          <a:xfrm xmlns:a="http://schemas.openxmlformats.org/drawingml/2006/main">
            <a:off x="10858500" y="311467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04B65398-A671-4BC6-90BA-BB97327C8F8E}"/>
              </a:ext>
            </a:extLst>
          </p:cNvPr>
          <p:cNvCxnSpPr>
            <a:stCxn xmlns:a="http://schemas.openxmlformats.org/drawingml/2006/main" id="9" idx="3"/>
            <a:endCxn xmlns:a="http://schemas.openxmlformats.org/drawingml/2006/main" id="10" idx="1"/>
          </p:cNvCxnSpPr>
          <p:nvPr/>
        </p:nvCxnSpPr>
        <p:spPr>
          <a:xfrm xmlns:a="http://schemas.openxmlformats.org/drawingml/2006/main">
            <a:off x="7239000" y="311467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8E905E2F-F119-4ABE-8598-FE81FD4EBDAA}"/>
              </a:ext>
            </a:extLst>
          </p:cNvPr>
          <p:cNvCxnSpPr>
            <a:stCxn xmlns:a="http://schemas.openxmlformats.org/drawingml/2006/main" id="8" idx="3"/>
            <a:endCxn xmlns:a="http://schemas.openxmlformats.org/drawingml/2006/main" id="9" idx="1"/>
          </p:cNvCxnSpPr>
          <p:nvPr/>
        </p:nvCxnSpPr>
        <p:spPr>
          <a:xfrm xmlns:a="http://schemas.openxmlformats.org/drawingml/2006/main">
            <a:off x="3619500" y="3114675"/>
            <a:ext cx="571500"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sp>
        <p:nvSpPr>
          <p:cNvPr id="41" name="title">
            <a:extLst xmlns:a="http://schemas.openxmlformats.org/drawingml/2006/main">
              <a:ext uri="{FF2B5EF4-FFF2-40B4-BE49-F238E27FC236}">
                <a16:creationId xmlns:a16="http://schemas.microsoft.com/office/drawing/2014/main" id="{BD7128A4-457F-4882-AEFE-8CF5E2B88F76}"/>
              </a:ext>
            </a:extLst>
          </p:cNvPr>
          <p:cNvSpPr>
            <a:spLocks xmlns:a="http://schemas.openxmlformats.org/drawingml/2006/main" noGrp="1"/>
          </p:cNvSpPr>
          <p:nvPr/>
        </p:nvSpPr>
        <p:spPr>
          <a:xfrm xmlns:a="http://schemas.openxmlformats.org/drawingml/2006/main">
            <a:off x="571500" y="2667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2F46"/>
                </a:solidFill>
                <a:latin typeface="Malgun Gothic"/>
                <a:ea typeface="Malgun Gothic"/>
                <a:cs typeface="Malgun Gothic"/>
              </a:defRPr>
            </a:defPPr>
          </a:lstStyle>
          <a:p xmlns:a="http://schemas.openxmlformats.org/drawingml/2006/main">
            <a:pPr algn="l">
              <a:buNone/>
              <a:defRPr sz="3300" b="1">
                <a:solidFill>
                  <a:srgbClr val="172F46"/>
                </a:solidFill>
                <a:latin typeface="Malgun Gothic"/>
                <a:ea typeface="Malgun Gothic"/>
                <a:cs typeface="Malgun Gothic"/>
              </a:defRPr>
            </a:pPr>
            <a:r>
              <a:rPr sz="3300" b="1">
                <a:solidFill>
                  <a:srgbClr val="172F46"/>
                </a:solidFill>
                <a:latin typeface="Malgun Gothic"/>
                <a:ea typeface="Malgun Gothic"/>
                <a:cs typeface="Malgun Gothic"/>
              </a:rPr>
              <a:t>오토 잡체인지 전체 시퀀스</a:t>
            </a:r>
          </a:p>
        </p:txBody>
      </p:sp>
      <p:sp>
        <p:nvSpPr>
          <p:cNvPr id="2" name="subtitle">
            <a:extLst xmlns:a="http://schemas.openxmlformats.org/drawingml/2006/main">
              <a:ext uri="{FF2B5EF4-FFF2-40B4-BE49-F238E27FC236}">
                <a16:creationId xmlns:a16="http://schemas.microsoft.com/office/drawing/2014/main" id="{320661FF-B769-4765-BB8F-B04763A16080}"/>
              </a:ext>
            </a:extLst>
          </p:cNvPr>
          <p:cNvSpPr>
            <a:spLocks xmlns:a="http://schemas.openxmlformats.org/drawingml/2006/main" noGrp="1"/>
          </p:cNvSpPr>
          <p:nvPr/>
        </p:nvSpPr>
        <p:spPr>
          <a:xfrm xmlns:a="http://schemas.openxmlformats.org/drawingml/2006/main">
            <a:off x="571500" y="9048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C6C7C"/>
                </a:solidFill>
                <a:latin typeface="Malgun Gothic"/>
                <a:ea typeface="Malgun Gothic"/>
                <a:cs typeface="Malgun Gothic"/>
              </a:defRPr>
            </a:defPPr>
          </a:lstStyle>
          <a:p xmlns:a="http://schemas.openxmlformats.org/drawingml/2006/main">
            <a:pPr algn="l">
              <a:buNone/>
              <a:defRPr sz="1800" b="0">
                <a:solidFill>
                  <a:srgbClr val="5C6C7C"/>
                </a:solidFill>
                <a:latin typeface="Malgun Gothic"/>
                <a:ea typeface="Malgun Gothic"/>
                <a:cs typeface="Malgun Gothic"/>
              </a:defRPr>
            </a:pPr>
            <a:r>
              <a:rPr sz="1800" b="0">
                <a:solidFill>
                  <a:srgbClr val="5C6C7C"/>
                </a:solidFill>
                <a:latin typeface="Malgun Gothic"/>
                <a:ea typeface="Malgun Gothic"/>
                <a:cs typeface="Malgun Gothic"/>
              </a:rPr>
              <a:t>레시피 유효성 승인 확인 후 잡체인지 시작, 가공 SW 준비와 Section 적용 후 검사·보정 확정</a:t>
            </a:r>
          </a:p>
        </p:txBody>
      </p:sp>
      <p:cxnSp>
        <p:nvCxnSpPr>
          <p:cNvPr id="3" name="header-rule">
            <a:extLst xmlns:a="http://schemas.openxmlformats.org/drawingml/2006/main">
              <a:ext uri="{FF2B5EF4-FFF2-40B4-BE49-F238E27FC236}">
                <a16:creationId xmlns:a16="http://schemas.microsoft.com/office/drawing/2014/main" id="{906B0294-4D48-4E38-83B4-9023CA145244}"/>
              </a:ext>
            </a:extLst>
          </p:cNvPr>
          <p:cNvCxnSpPr/>
          <p:nvPr/>
        </p:nvCxnSpPr>
        <p:spPr>
          <a:xfrm xmlns:a="http://schemas.openxmlformats.org/drawingml/2006/main" flipH="0" flipV="0">
            <a:off x="571500" y="1457325"/>
            <a:ext cx="1409700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sp>
        <p:nvSpPr>
          <p:cNvPr id="4" name="page-number">
            <a:extLst xmlns:a="http://schemas.openxmlformats.org/drawingml/2006/main">
              <a:ext uri="{FF2B5EF4-FFF2-40B4-BE49-F238E27FC236}">
                <a16:creationId xmlns:a16="http://schemas.microsoft.com/office/drawing/2014/main" id="{51AA49B6-AC4A-45A0-BF10-4BE3FCBF70B6}"/>
              </a:ext>
            </a:extLst>
          </p:cNvPr>
          <p:cNvSpPr>
            <a:spLocks xmlns:a="http://schemas.openxmlformats.org/drawingml/2006/main" noGrp="1"/>
          </p:cNvSpPr>
          <p:nvPr/>
        </p:nvSpPr>
        <p:spPr>
          <a:xfrm xmlns:a="http://schemas.openxmlformats.org/drawingml/2006/main">
            <a:off x="13906500" y="815340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5C6C7C"/>
                </a:solidFill>
                <a:latin typeface="Malgun Gothic"/>
                <a:ea typeface="Malgun Gothic"/>
                <a:cs typeface="Malgun Gothic"/>
              </a:defRPr>
            </a:defPPr>
          </a:lstStyle>
          <a:p xmlns:a="http://schemas.openxmlformats.org/drawingml/2006/main">
            <a:pPr algn="r">
              <a:buNone/>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1 / 4</a:t>
            </a:r>
          </a:p>
        </p:txBody>
      </p:sp>
      <p:sp>
        <p:nvSpPr>
          <p:cNvPr id="5" name="ownership">
            <a:extLst xmlns:a="http://schemas.openxmlformats.org/drawingml/2006/main">
              <a:ext uri="{FF2B5EF4-FFF2-40B4-BE49-F238E27FC236}">
                <a16:creationId xmlns:a16="http://schemas.microsoft.com/office/drawing/2014/main" id="{CF9DF15F-43AC-42EA-BBF5-C0A856D3E7C6}"/>
              </a:ext>
            </a:extLst>
          </p:cNvPr>
          <p:cNvSpPr>
            <a:spLocks xmlns:a="http://schemas.openxmlformats.org/drawingml/2006/main" noGrp="1"/>
          </p:cNvSpPr>
          <p:nvPr/>
        </p:nvSpPr>
        <p:spPr>
          <a:xfrm xmlns:a="http://schemas.openxmlformats.org/drawingml/2006/main">
            <a:off x="571500" y="1562100"/>
            <a:ext cx="1409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C6C7C"/>
                </a:solidFill>
                <a:latin typeface="Malgun Gothic"/>
                <a:ea typeface="Malgun Gothic"/>
                <a:cs typeface="Malgun Gothic"/>
              </a:defRPr>
            </a:defPPr>
          </a:lstStyle>
          <a:p xmlns:a="http://schemas.openxmlformats.org/drawingml/2006/main">
            <a:pPr algn="l">
              <a:buNone/>
              <a:defRPr sz="1575" b="0">
                <a:solidFill>
                  <a:srgbClr val="5C6C7C"/>
                </a:solidFill>
                <a:latin typeface="Malgun Gothic"/>
                <a:ea typeface="Malgun Gothic"/>
                <a:cs typeface="Malgun Gothic"/>
              </a:defRPr>
            </a:pPr>
            <a:r>
              <a:rPr sz="1575" b="0">
                <a:solidFill>
                  <a:srgbClr val="5C6C7C"/>
                </a:solidFill>
                <a:latin typeface="Malgun Gothic"/>
                <a:ea typeface="Malgun Gothic"/>
                <a:cs typeface="Malgun Gothic"/>
              </a:rPr>
              <a:t>상위: Model Code·RMS 검증    가공 SW: 전체 레시피 바디·매칭 DB·보정테이블    PLC: 모델별 핀 DB</a:t>
            </a:r>
          </a:p>
        </p:txBody>
      </p:sp>
      <p:sp>
        <p:nvSpPr>
          <p:cNvPr id="6" name="background">
            <a:extLst xmlns:a="http://schemas.openxmlformats.org/drawingml/2006/main">
              <a:ext uri="{FF2B5EF4-FFF2-40B4-BE49-F238E27FC236}">
                <a16:creationId xmlns:a16="http://schemas.microsoft.com/office/drawing/2014/main" id="{4F3FA0C9-C980-4D65-A968-6B0835584594}"/>
              </a:ext>
            </a:extLst>
          </p:cNvPr>
          <p:cNvSpPr>
            <a:spLocks xmlns:a="http://schemas.openxmlformats.org/drawingml/2006/main" noGrp="1"/>
          </p:cNvSpPr>
          <p:nvPr/>
        </p:nvSpPr>
        <p:spPr>
          <a:xfrm xmlns:a="http://schemas.openxmlformats.org/drawingml/2006/main">
            <a:off x="571500" y="1905000"/>
            <a:ext cx="1409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5C6C7C"/>
                </a:solidFill>
                <a:latin typeface="Malgun Gothic"/>
                <a:ea typeface="Malgun Gothic"/>
                <a:cs typeface="Malgun Gothic"/>
              </a:defRPr>
            </a:defPPr>
          </a:lstStyle>
          <a:p xmlns:a="http://schemas.openxmlformats.org/drawingml/2006/main">
            <a:pPr algn="l">
              <a:buNone/>
              <a:defRPr sz="1500" b="0">
                <a:solidFill>
                  <a:srgbClr val="5C6C7C"/>
                </a:solidFill>
                <a:latin typeface="Malgun Gothic"/>
                <a:ea typeface="Malgun Gothic"/>
                <a:cs typeface="Malgun Gothic"/>
              </a:defRPr>
            </a:pPr>
            <a:r>
              <a:rPr sz="1500" b="0">
                <a:solidFill>
                  <a:srgbClr val="5C6C7C"/>
                </a:solidFill>
                <a:latin typeface="Malgun Gothic"/>
                <a:ea typeface="Malgun Gothic"/>
                <a:cs typeface="Malgun Gothic"/>
              </a:rPr>
              <a:t>시작 조건: 로컬 검사 정상 + RMS 승인 PASS + 요청·모델·레시피 버전 일치 + 설비 안전 상태</a:t>
            </a:r>
          </a:p>
        </p:txBody>
      </p:sp>
      <p:sp>
        <p:nvSpPr>
          <p:cNvPr id="7" name="phase-1">
            <a:extLst xmlns:a="http://schemas.openxmlformats.org/drawingml/2006/main">
              <a:ext uri="{FF2B5EF4-FFF2-40B4-BE49-F238E27FC236}">
                <a16:creationId xmlns:a16="http://schemas.microsoft.com/office/drawing/2014/main" id="{A6FA0288-3F08-472B-8205-CDA1218ED154}"/>
              </a:ext>
            </a:extLst>
          </p:cNvPr>
          <p:cNvSpPr>
            <a:spLocks xmlns:a="http://schemas.openxmlformats.org/drawingml/2006/main" noGrp="1"/>
          </p:cNvSpPr>
          <p:nvPr/>
        </p:nvSpPr>
        <p:spPr>
          <a:xfrm xmlns:a="http://schemas.openxmlformats.org/drawingml/2006/main">
            <a:off x="571500" y="2228850"/>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667B2"/>
                </a:solidFill>
                <a:latin typeface="Malgun Gothic"/>
                <a:ea typeface="Malgun Gothic"/>
                <a:cs typeface="Malgun Gothic"/>
              </a:defRPr>
            </a:defPPr>
          </a:lstStyle>
          <a:p xmlns:a="http://schemas.openxmlformats.org/drawingml/2006/main">
            <a:pPr algn="l">
              <a:buNone/>
              <a:defRPr sz="1875" b="1">
                <a:solidFill>
                  <a:srgbClr val="1667B2"/>
                </a:solidFill>
                <a:latin typeface="Malgun Gothic"/>
                <a:ea typeface="Malgun Gothic"/>
                <a:cs typeface="Malgun Gothic"/>
              </a:defRPr>
            </a:pPr>
            <a:r>
              <a:rPr sz="1875" b="1">
                <a:solidFill>
                  <a:srgbClr val="1667B2"/>
                </a:solidFill>
                <a:latin typeface="Malgun Gothic"/>
                <a:ea typeface="Malgun Gothic"/>
                <a:cs typeface="Malgun Gothic"/>
              </a:rPr>
              <a:t>1  모델 판단·유효성 핸드쉐이킹·동작 시작</a:t>
            </a:r>
          </a:p>
        </p:txBody>
      </p:sp>
      <p:sp>
        <p:nvSpPr>
          <p:cNvPr id="8" name="step-1">
            <a:extLst xmlns:a="http://schemas.openxmlformats.org/drawingml/2006/main">
              <a:ext uri="{FF2B5EF4-FFF2-40B4-BE49-F238E27FC236}">
                <a16:creationId xmlns:a16="http://schemas.microsoft.com/office/drawing/2014/main" id="{D701F87D-FA89-4010-A7BD-CF18D3DA806D}"/>
              </a:ext>
            </a:extLst>
          </p:cNvPr>
          <p:cNvSpPr>
            <a:spLocks xmlns:a="http://schemas.openxmlformats.org/drawingml/2006/main" noGrp="1"/>
          </p:cNvSpPr>
          <p:nvPr/>
        </p:nvSpPr>
        <p:spPr>
          <a:xfrm xmlns:a="http://schemas.openxmlformats.org/drawingml/2006/main">
            <a:off x="571500" y="2552700"/>
            <a:ext cx="3048000" cy="1123950"/>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01 변경 요청·모델 확인</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Glass Data 모델코드 비교</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요청ID·변경 대상 보관</a:t>
            </a:r>
          </a:p>
        </p:txBody>
      </p:sp>
      <p:sp>
        <p:nvSpPr>
          <p:cNvPr id="9" name="step-2">
            <a:extLst xmlns:a="http://schemas.openxmlformats.org/drawingml/2006/main">
              <a:ext uri="{FF2B5EF4-FFF2-40B4-BE49-F238E27FC236}">
                <a16:creationId xmlns:a16="http://schemas.microsoft.com/office/drawing/2014/main" id="{259E691B-7CAB-4D89-A1A4-BBFB277DB60A}"/>
              </a:ext>
            </a:extLst>
          </p:cNvPr>
          <p:cNvSpPr>
            <a:spLocks xmlns:a="http://schemas.openxmlformats.org/drawingml/2006/main" noGrp="1"/>
          </p:cNvSpPr>
          <p:nvPr/>
        </p:nvSpPr>
        <p:spPr>
          <a:xfrm xmlns:a="http://schemas.openxmlformats.org/drawingml/2006/main">
            <a:off x="4191000" y="2552700"/>
            <a:ext cx="3048000" cy="1123950"/>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02 LD 레시피 사전 검사</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로컬 바디·좌표·범위 확인</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모델·핀 DB 존재 확인</a:t>
            </a:r>
          </a:p>
        </p:txBody>
      </p:sp>
      <p:sp>
        <p:nvSpPr>
          <p:cNvPr id="10" name="step-3">
            <a:extLst xmlns:a="http://schemas.openxmlformats.org/drawingml/2006/main">
              <a:ext uri="{FF2B5EF4-FFF2-40B4-BE49-F238E27FC236}">
                <a16:creationId xmlns:a16="http://schemas.microsoft.com/office/drawing/2014/main" id="{4F1A1130-7279-41C4-A8B6-27BDBD2388F5}"/>
              </a:ext>
            </a:extLst>
          </p:cNvPr>
          <p:cNvSpPr>
            <a:spLocks xmlns:a="http://schemas.openxmlformats.org/drawingml/2006/main" noGrp="1"/>
          </p:cNvSpPr>
          <p:nvPr/>
        </p:nvSpPr>
        <p:spPr>
          <a:xfrm xmlns:a="http://schemas.openxmlformats.org/drawingml/2006/main">
            <a:off x="7810500" y="2552700"/>
            <a:ext cx="3048000" cy="1123950"/>
          </a:xfrm>
          <a:prstGeom xmlns:a="http://schemas.openxmlformats.org/drawingml/2006/main" prst="rect">
            <a:avLst/>
          </a:prstGeom>
          <a:solidFill xmlns:a="http://schemas.openxmlformats.org/drawingml/2006/main">
            <a:srgbClr val="FFF4E3"/>
          </a:solidFill>
          <a:ln xmlns:a="http://schemas.openxmlformats.org/drawingml/2006/main" w="19050">
            <a:solidFill>
              <a:srgbClr val="9B611B"/>
            </a:solidFill>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03 RMS 승인 확인</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검증요청·PASS 회신 대기</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요청·대상 일치 확인(2장)</a:t>
            </a:r>
          </a:p>
        </p:txBody>
      </p:sp>
      <p:sp>
        <p:nvSpPr>
          <p:cNvPr id="11" name="step-4">
            <a:extLst xmlns:a="http://schemas.openxmlformats.org/drawingml/2006/main">
              <a:ext uri="{FF2B5EF4-FFF2-40B4-BE49-F238E27FC236}">
                <a16:creationId xmlns:a16="http://schemas.microsoft.com/office/drawing/2014/main" id="{4ADAFC68-C8B4-47FA-81C6-E87EB0469F8A}"/>
              </a:ext>
            </a:extLst>
          </p:cNvPr>
          <p:cNvSpPr>
            <a:spLocks xmlns:a="http://schemas.openxmlformats.org/drawingml/2006/main" noGrp="1"/>
          </p:cNvSpPr>
          <p:nvPr/>
        </p:nvSpPr>
        <p:spPr>
          <a:xfrm xmlns:a="http://schemas.openxmlformats.org/drawingml/2006/main">
            <a:off x="11430000" y="2552700"/>
            <a:ext cx="3048000" cy="1123950"/>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04 잡체인지 동작 시작</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기존 기판 배출·안전 확인</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승인된 레시피 바디 적용</a:t>
            </a:r>
          </a:p>
        </p:txBody>
      </p:sp>
      <p:sp>
        <p:nvSpPr>
          <p:cNvPr id="12" name="phase-2">
            <a:extLst xmlns:a="http://schemas.openxmlformats.org/drawingml/2006/main">
              <a:ext uri="{FF2B5EF4-FFF2-40B4-BE49-F238E27FC236}">
                <a16:creationId xmlns:a16="http://schemas.microsoft.com/office/drawing/2014/main" id="{2DE39139-00E9-4C84-9389-BFB83DDBDBFA}"/>
              </a:ext>
            </a:extLst>
          </p:cNvPr>
          <p:cNvSpPr>
            <a:spLocks xmlns:a="http://schemas.openxmlformats.org/drawingml/2006/main" noGrp="1"/>
          </p:cNvSpPr>
          <p:nvPr/>
        </p:nvSpPr>
        <p:spPr>
          <a:xfrm xmlns:a="http://schemas.openxmlformats.org/drawingml/2006/main">
            <a:off x="571500" y="4076700"/>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667B2"/>
                </a:solidFill>
                <a:latin typeface="Malgun Gothic"/>
                <a:ea typeface="Malgun Gothic"/>
                <a:cs typeface="Malgun Gothic"/>
              </a:defRPr>
            </a:defPPr>
          </a:lstStyle>
          <a:p xmlns:a="http://schemas.openxmlformats.org/drawingml/2006/main">
            <a:pPr algn="l">
              <a:buNone/>
              <a:defRPr sz="1875" b="1">
                <a:solidFill>
                  <a:srgbClr val="1667B2"/>
                </a:solidFill>
                <a:latin typeface="Malgun Gothic"/>
                <a:ea typeface="Malgun Gothic"/>
                <a:cs typeface="Malgun Gothic"/>
              </a:defRPr>
            </a:pPr>
            <a:r>
              <a:rPr sz="1875" b="1">
                <a:solidFill>
                  <a:srgbClr val="1667B2"/>
                </a:solidFill>
                <a:latin typeface="Malgun Gothic"/>
                <a:ea typeface="Malgun Gothic"/>
                <a:cs typeface="Malgun Gothic"/>
              </a:rPr>
              <a:t>2  광학계 확인과 Section 인계</a:t>
            </a:r>
          </a:p>
        </p:txBody>
      </p:sp>
      <p:sp>
        <p:nvSpPr>
          <p:cNvPr id="13" name="step-5">
            <a:extLst xmlns:a="http://schemas.openxmlformats.org/drawingml/2006/main">
              <a:ext uri="{FF2B5EF4-FFF2-40B4-BE49-F238E27FC236}">
                <a16:creationId xmlns:a16="http://schemas.microsoft.com/office/drawing/2014/main" id="{B1894BC7-6085-4CF8-B55C-F8600BFE4A84}"/>
              </a:ext>
            </a:extLst>
          </p:cNvPr>
          <p:cNvSpPr>
            <a:spLocks xmlns:a="http://schemas.openxmlformats.org/drawingml/2006/main" noGrp="1"/>
          </p:cNvSpPr>
          <p:nvPr/>
        </p:nvSpPr>
        <p:spPr>
          <a:xfrm xmlns:a="http://schemas.openxmlformats.org/drawingml/2006/main">
            <a:off x="571500" y="4400550"/>
            <a:ext cx="3048000" cy="1123950"/>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05 광학계 준비</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DOE Z 실제 도착 확인</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파워·윈도우 처리(3장)</a:t>
            </a:r>
          </a:p>
        </p:txBody>
      </p:sp>
      <p:sp>
        <p:nvSpPr>
          <p:cNvPr id="14" name="step-6">
            <a:extLst xmlns:a="http://schemas.openxmlformats.org/drawingml/2006/main">
              <a:ext uri="{FF2B5EF4-FFF2-40B4-BE49-F238E27FC236}">
                <a16:creationId xmlns:a16="http://schemas.microsoft.com/office/drawing/2014/main" id="{A3FEE814-D6E5-451E-AA08-DE989BE778AA}"/>
              </a:ext>
            </a:extLst>
          </p:cNvPr>
          <p:cNvSpPr>
            <a:spLocks xmlns:a="http://schemas.openxmlformats.org/drawingml/2006/main" noGrp="1"/>
          </p:cNvSpPr>
          <p:nvPr/>
        </p:nvSpPr>
        <p:spPr>
          <a:xfrm xmlns:a="http://schemas.openxmlformats.org/drawingml/2006/main">
            <a:off x="4191000" y="4400550"/>
            <a:ext cx="3048000" cy="1123950"/>
          </a:xfrm>
          <a:prstGeom xmlns:a="http://schemas.openxmlformats.org/drawingml/2006/main" prst="rect">
            <a:avLst/>
          </a:prstGeom>
          <a:solidFill xmlns:a="http://schemas.openxmlformats.org/drawingml/2006/main">
            <a:srgbClr val="1667B2"/>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FFFFFF"/>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b="1">
                <a:solidFill>
                  <a:srgbClr val="FFFFFF"/>
                </a:solidFill>
                <a:latin typeface="Malgun Gothic"/>
                <a:ea typeface="Malgun Gothic"/>
                <a:cs typeface="Malgun Gothic"/>
              </a:rPr>
              <a:t>06 가공 SW 준비 완료</a:t>
            </a:r>
          </a:p>
          <a:p xmlns:a="http://schemas.openxmlformats.org/drawingml/2006/main">
            <a:pPr algn="ctr">
              <a:buNone/>
              <a:defRPr sz="1725">
                <a:solidFill>
                  <a:srgbClr val="172F46"/>
                </a:solidFill>
                <a:latin typeface="Malgun Gothic"/>
                <a:ea typeface="Malgun Gothic"/>
                <a:cs typeface="Malgun Gothic"/>
              </a:defRPr>
            </a:pPr>
            <a:r>
              <a:rPr sz="1725">
                <a:solidFill>
                  <a:srgbClr val="FFFFFF"/>
                </a:solidFill>
                <a:latin typeface="Malgun Gothic"/>
                <a:ea typeface="Malgun Gothic"/>
                <a:cs typeface="Malgun Gothic"/>
              </a:rPr>
              <a:t>적용 조건·확인 결과 정상</a:t>
            </a:r>
          </a:p>
          <a:p xmlns:a="http://schemas.openxmlformats.org/drawingml/2006/main">
            <a:pPr algn="ctr">
              <a:buNone/>
              <a:defRPr sz="1725">
                <a:solidFill>
                  <a:srgbClr val="172F46"/>
                </a:solidFill>
                <a:latin typeface="Malgun Gothic"/>
                <a:ea typeface="Malgun Gothic"/>
                <a:cs typeface="Malgun Gothic"/>
              </a:defRPr>
            </a:pPr>
            <a:r>
              <a:rPr sz="1725">
                <a:solidFill>
                  <a:srgbClr val="FFFFFF"/>
                </a:solidFill>
                <a:latin typeface="Malgun Gothic"/>
                <a:ea typeface="Malgun Gothic"/>
                <a:cs typeface="Malgun Gothic"/>
              </a:rPr>
              <a:t>최종 Job 완료와 구분</a:t>
            </a:r>
          </a:p>
        </p:txBody>
      </p:sp>
      <p:sp>
        <p:nvSpPr>
          <p:cNvPr id="15" name="step-7">
            <a:extLst xmlns:a="http://schemas.openxmlformats.org/drawingml/2006/main">
              <a:ext uri="{FF2B5EF4-FFF2-40B4-BE49-F238E27FC236}">
                <a16:creationId xmlns:a16="http://schemas.microsoft.com/office/drawing/2014/main" id="{F54A2652-EC5B-4EC6-84F5-ECD39813CD09}"/>
              </a:ext>
            </a:extLst>
          </p:cNvPr>
          <p:cNvSpPr>
            <a:spLocks xmlns:a="http://schemas.openxmlformats.org/drawingml/2006/main" noGrp="1"/>
          </p:cNvSpPr>
          <p:nvPr/>
        </p:nvSpPr>
        <p:spPr>
          <a:xfrm xmlns:a="http://schemas.openxmlformats.org/drawingml/2006/main">
            <a:off x="7810500" y="4400550"/>
            <a:ext cx="3048000" cy="1123950"/>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07 각 Section 변경 통보</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모델·레시피 버전 전달</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수신 응답·Timeout 확인</a:t>
            </a:r>
          </a:p>
        </p:txBody>
      </p:sp>
      <p:sp>
        <p:nvSpPr>
          <p:cNvPr id="16" name="step-8">
            <a:extLst xmlns:a="http://schemas.openxmlformats.org/drawingml/2006/main">
              <a:ext uri="{FF2B5EF4-FFF2-40B4-BE49-F238E27FC236}">
                <a16:creationId xmlns:a16="http://schemas.microsoft.com/office/drawing/2014/main" id="{199EAE45-D8D6-40A0-856A-A338D8CFE8AF}"/>
              </a:ext>
            </a:extLst>
          </p:cNvPr>
          <p:cNvSpPr>
            <a:spLocks xmlns:a="http://schemas.openxmlformats.org/drawingml/2006/main" noGrp="1"/>
          </p:cNvSpPr>
          <p:nvPr/>
        </p:nvSpPr>
        <p:spPr>
          <a:xfrm xmlns:a="http://schemas.openxmlformats.org/drawingml/2006/main">
            <a:off x="11430000" y="4400550"/>
            <a:ext cx="3048000" cy="1123950"/>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08 PLC·비전 조건 적용</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센터 핀 목표·도착 확인</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비전 Recipe·조건 확인</a:t>
            </a:r>
          </a:p>
        </p:txBody>
      </p:sp>
      <p:sp>
        <p:nvSpPr>
          <p:cNvPr id="17" name="phase-3">
            <a:extLst xmlns:a="http://schemas.openxmlformats.org/drawingml/2006/main">
              <a:ext uri="{FF2B5EF4-FFF2-40B4-BE49-F238E27FC236}">
                <a16:creationId xmlns:a16="http://schemas.microsoft.com/office/drawing/2014/main" id="{EDC9040A-2D44-4E99-8FC0-EBA61BAE601C}"/>
              </a:ext>
            </a:extLst>
          </p:cNvPr>
          <p:cNvSpPr>
            <a:spLocks xmlns:a="http://schemas.openxmlformats.org/drawingml/2006/main" noGrp="1"/>
          </p:cNvSpPr>
          <p:nvPr/>
        </p:nvSpPr>
        <p:spPr>
          <a:xfrm xmlns:a="http://schemas.openxmlformats.org/drawingml/2006/main">
            <a:off x="571500" y="5924550"/>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97966"/>
                </a:solidFill>
                <a:latin typeface="Malgun Gothic"/>
                <a:ea typeface="Malgun Gothic"/>
                <a:cs typeface="Malgun Gothic"/>
              </a:defRPr>
            </a:defPPr>
          </a:lstStyle>
          <a:p xmlns:a="http://schemas.openxmlformats.org/drawingml/2006/main">
            <a:pPr algn="l">
              <a:buNone/>
              <a:defRPr sz="1875" b="1">
                <a:solidFill>
                  <a:srgbClr val="197966"/>
                </a:solidFill>
                <a:latin typeface="Malgun Gothic"/>
                <a:ea typeface="Malgun Gothic"/>
                <a:cs typeface="Malgun Gothic"/>
              </a:defRPr>
            </a:pPr>
            <a:r>
              <a:rPr sz="1875" b="1">
                <a:solidFill>
                  <a:srgbClr val="197966"/>
                </a:solidFill>
                <a:latin typeface="Malgun Gothic"/>
                <a:ea typeface="Malgun Gothic"/>
                <a:cs typeface="Malgun Gothic"/>
              </a:rPr>
              <a:t>3  전셀검사와 보정 확정</a:t>
            </a:r>
          </a:p>
        </p:txBody>
      </p:sp>
      <p:sp>
        <p:nvSpPr>
          <p:cNvPr id="18" name="step-9">
            <a:extLst xmlns:a="http://schemas.openxmlformats.org/drawingml/2006/main">
              <a:ext uri="{FF2B5EF4-FFF2-40B4-BE49-F238E27FC236}">
                <a16:creationId xmlns:a16="http://schemas.microsoft.com/office/drawing/2014/main" id="{8B1F4081-D273-4665-9366-F1BD512F132B}"/>
              </a:ext>
            </a:extLst>
          </p:cNvPr>
          <p:cNvSpPr>
            <a:spLocks xmlns:a="http://schemas.openxmlformats.org/drawingml/2006/main" noGrp="1"/>
          </p:cNvSpPr>
          <p:nvPr/>
        </p:nvSpPr>
        <p:spPr>
          <a:xfrm xmlns:a="http://schemas.openxmlformats.org/drawingml/2006/main">
            <a:off x="571500" y="6248400"/>
            <a:ext cx="3048000" cy="1123950"/>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09 Section 준비 확인</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모델·버전 일치 확인</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검사 대상 준비 확인</a:t>
            </a:r>
          </a:p>
        </p:txBody>
      </p:sp>
      <p:sp>
        <p:nvSpPr>
          <p:cNvPr id="19" name="step-10">
            <a:extLst xmlns:a="http://schemas.openxmlformats.org/drawingml/2006/main">
              <a:ext uri="{FF2B5EF4-FFF2-40B4-BE49-F238E27FC236}">
                <a16:creationId xmlns:a16="http://schemas.microsoft.com/office/drawing/2014/main" id="{E83503E9-AD34-468C-B67E-07CD1A08BFDF}"/>
              </a:ext>
            </a:extLst>
          </p:cNvPr>
          <p:cNvSpPr>
            <a:spLocks xmlns:a="http://schemas.openxmlformats.org/drawingml/2006/main" noGrp="1"/>
          </p:cNvSpPr>
          <p:nvPr/>
        </p:nvSpPr>
        <p:spPr>
          <a:xfrm xmlns:a="http://schemas.openxmlformats.org/drawingml/2006/main">
            <a:off x="4191000" y="6248400"/>
            <a:ext cx="3048000" cy="1123950"/>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10 전셀검사</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모든 Cell 측정 완료 확인</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누락·NG·허용오차 확인</a:t>
            </a:r>
          </a:p>
        </p:txBody>
      </p:sp>
      <p:sp>
        <p:nvSpPr>
          <p:cNvPr id="20" name="step-11">
            <a:extLst xmlns:a="http://schemas.openxmlformats.org/drawingml/2006/main">
              <a:ext uri="{FF2B5EF4-FFF2-40B4-BE49-F238E27FC236}">
                <a16:creationId xmlns:a16="http://schemas.microsoft.com/office/drawing/2014/main" id="{C6210FD9-0835-4D1D-AAA6-5F8D9B5D2EFD}"/>
              </a:ext>
            </a:extLst>
          </p:cNvPr>
          <p:cNvSpPr>
            <a:spLocks xmlns:a="http://schemas.openxmlformats.org/drawingml/2006/main" noGrp="1"/>
          </p:cNvSpPr>
          <p:nvPr/>
        </p:nvSpPr>
        <p:spPr>
          <a:xfrm xmlns:a="http://schemas.openxmlformats.org/drawingml/2006/main">
            <a:off x="7810500" y="6248400"/>
            <a:ext cx="3048000" cy="1123950"/>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11 보정테이블 업데이트</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Head·Cell·좌표별 반영</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저장·재조회·좌표 갱신</a:t>
            </a:r>
          </a:p>
        </p:txBody>
      </p:sp>
      <p:sp>
        <p:nvSpPr>
          <p:cNvPr id="21" name="step-12">
            <a:extLst xmlns:a="http://schemas.openxmlformats.org/drawingml/2006/main">
              <a:ext uri="{FF2B5EF4-FFF2-40B4-BE49-F238E27FC236}">
                <a16:creationId xmlns:a16="http://schemas.microsoft.com/office/drawing/2014/main" id="{EAA9D8A1-3EE3-4962-9D64-6FD9395796DE}"/>
              </a:ext>
            </a:extLst>
          </p:cNvPr>
          <p:cNvSpPr>
            <a:spLocks xmlns:a="http://schemas.openxmlformats.org/drawingml/2006/main" noGrp="1"/>
          </p:cNvSpPr>
          <p:nvPr/>
        </p:nvSpPr>
        <p:spPr>
          <a:xfrm xmlns:a="http://schemas.openxmlformats.org/drawingml/2006/main">
            <a:off x="11430000" y="6248400"/>
            <a:ext cx="3048000" cy="1123950"/>
          </a:xfrm>
          <a:prstGeom xmlns:a="http://schemas.openxmlformats.org/drawingml/2006/main" prst="rect">
            <a:avLst/>
          </a:prstGeom>
          <a:solidFill xmlns:a="http://schemas.openxmlformats.org/drawingml/2006/main">
            <a:srgbClr val="197966"/>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FFFFFF"/>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b="1">
                <a:solidFill>
                  <a:srgbClr val="FFFFFF"/>
                </a:solidFill>
                <a:latin typeface="Malgun Gothic"/>
                <a:ea typeface="Malgun Gothic"/>
                <a:cs typeface="Malgun Gothic"/>
              </a:rPr>
              <a:t>12 최종 Job Change 완료</a:t>
            </a:r>
          </a:p>
          <a:p xmlns:a="http://schemas.openxmlformats.org/drawingml/2006/main">
            <a:pPr algn="ctr">
              <a:buNone/>
              <a:defRPr sz="1725">
                <a:solidFill>
                  <a:srgbClr val="172F46"/>
                </a:solidFill>
                <a:latin typeface="Malgun Gothic"/>
                <a:ea typeface="Malgun Gothic"/>
                <a:cs typeface="Malgun Gothic"/>
              </a:defRPr>
            </a:pPr>
            <a:r>
              <a:rPr sz="1725">
                <a:solidFill>
                  <a:srgbClr val="FFFFFF"/>
                </a:solidFill>
                <a:latin typeface="Malgun Gothic"/>
                <a:ea typeface="Malgun Gothic"/>
                <a:cs typeface="Malgun Gothic"/>
              </a:rPr>
              <a:t>직전 파워·모든 조건 확인</a:t>
            </a:r>
          </a:p>
          <a:p xmlns:a="http://schemas.openxmlformats.org/drawingml/2006/main">
            <a:pPr algn="ctr">
              <a:buNone/>
              <a:defRPr sz="1725">
                <a:solidFill>
                  <a:srgbClr val="172F46"/>
                </a:solidFill>
                <a:latin typeface="Malgun Gothic"/>
                <a:ea typeface="Malgun Gothic"/>
                <a:cs typeface="Malgun Gothic"/>
              </a:defRPr>
            </a:pPr>
            <a:r>
              <a:rPr sz="1725">
                <a:solidFill>
                  <a:srgbClr val="FFFFFF"/>
                </a:solidFill>
                <a:latin typeface="Malgun Gothic"/>
                <a:ea typeface="Malgun Gothic"/>
                <a:cs typeface="Malgun Gothic"/>
              </a:rPr>
              <a:t>Host 회신·양산 가공 허용</a:t>
            </a:r>
          </a:p>
        </p:txBody>
      </p:sp>
      <p:cxnSp>
        <p:nvCxnSpPr>
          <p:cNvPr id="31" name="wrap-3-1">
            <a:extLst xmlns:a="http://schemas.openxmlformats.org/drawingml/2006/main">
              <a:ext uri="{FF2B5EF4-FFF2-40B4-BE49-F238E27FC236}">
                <a16:creationId xmlns:a16="http://schemas.microsoft.com/office/drawing/2014/main" id="{0A40B07F-A00F-410D-A3D2-31DA173AD203}"/>
              </a:ext>
            </a:extLst>
          </p:cNvPr>
          <p:cNvCxnSpPr/>
          <p:nvPr/>
        </p:nvCxnSpPr>
        <p:spPr>
          <a:xfrm xmlns:a="http://schemas.openxmlformats.org/drawingml/2006/main" flipH="0" flipV="0">
            <a:off x="12954000" y="3676650"/>
            <a:ext cx="0" cy="24765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32" name="wrap-3-2">
            <a:extLst xmlns:a="http://schemas.openxmlformats.org/drawingml/2006/main">
              <a:ext uri="{FF2B5EF4-FFF2-40B4-BE49-F238E27FC236}">
                <a16:creationId xmlns:a16="http://schemas.microsoft.com/office/drawing/2014/main" id="{3CAD1FA4-1CC7-468E-94AE-5210C27CC2A2}"/>
              </a:ext>
            </a:extLst>
          </p:cNvPr>
          <p:cNvCxnSpPr/>
          <p:nvPr/>
        </p:nvCxnSpPr>
        <p:spPr>
          <a:xfrm xmlns:a="http://schemas.openxmlformats.org/drawingml/2006/main" flipH="1" flipV="0">
            <a:off x="400050" y="3924300"/>
            <a:ext cx="12553950" cy="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33" name="wrap-3-3">
            <a:extLst xmlns:a="http://schemas.openxmlformats.org/drawingml/2006/main">
              <a:ext uri="{FF2B5EF4-FFF2-40B4-BE49-F238E27FC236}">
                <a16:creationId xmlns:a16="http://schemas.microsoft.com/office/drawing/2014/main" id="{69A399CA-EA19-46EC-9ED1-8B4CF3D37531}"/>
              </a:ext>
            </a:extLst>
          </p:cNvPr>
          <p:cNvCxnSpPr/>
          <p:nvPr/>
        </p:nvCxnSpPr>
        <p:spPr>
          <a:xfrm xmlns:a="http://schemas.openxmlformats.org/drawingml/2006/main" flipH="0" flipV="0">
            <a:off x="400050" y="3924300"/>
            <a:ext cx="0" cy="1038225"/>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34" name="wrap-3-4">
            <a:extLst xmlns:a="http://schemas.openxmlformats.org/drawingml/2006/main">
              <a:ext uri="{FF2B5EF4-FFF2-40B4-BE49-F238E27FC236}">
                <a16:creationId xmlns:a16="http://schemas.microsoft.com/office/drawing/2014/main" id="{73A9EE95-848B-414B-B24C-086237903F55}"/>
              </a:ext>
            </a:extLst>
          </p:cNvPr>
          <p:cNvCxnSpPr/>
          <p:nvPr/>
        </p:nvCxnSpPr>
        <p:spPr>
          <a:xfrm xmlns:a="http://schemas.openxmlformats.org/drawingml/2006/main" flipH="0" flipV="0">
            <a:off x="400050" y="4962525"/>
            <a:ext cx="171450" cy="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cxnSp>
        <p:nvCxnSpPr>
          <p:cNvPr id="35" name="wrap-7-1">
            <a:extLst xmlns:a="http://schemas.openxmlformats.org/drawingml/2006/main">
              <a:ext uri="{FF2B5EF4-FFF2-40B4-BE49-F238E27FC236}">
                <a16:creationId xmlns:a16="http://schemas.microsoft.com/office/drawing/2014/main" id="{16090157-838F-497C-BF7D-CAAD172CFF91}"/>
              </a:ext>
            </a:extLst>
          </p:cNvPr>
          <p:cNvCxnSpPr/>
          <p:nvPr/>
        </p:nvCxnSpPr>
        <p:spPr>
          <a:xfrm xmlns:a="http://schemas.openxmlformats.org/drawingml/2006/main" flipH="0" flipV="0">
            <a:off x="12954000" y="5524500"/>
            <a:ext cx="0" cy="24765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36" name="wrap-7-2">
            <a:extLst xmlns:a="http://schemas.openxmlformats.org/drawingml/2006/main">
              <a:ext uri="{FF2B5EF4-FFF2-40B4-BE49-F238E27FC236}">
                <a16:creationId xmlns:a16="http://schemas.microsoft.com/office/drawing/2014/main" id="{F71E2B6A-5090-48A2-9A2B-481579F81786}"/>
              </a:ext>
            </a:extLst>
          </p:cNvPr>
          <p:cNvCxnSpPr/>
          <p:nvPr/>
        </p:nvCxnSpPr>
        <p:spPr>
          <a:xfrm xmlns:a="http://schemas.openxmlformats.org/drawingml/2006/main" flipH="1" flipV="0">
            <a:off x="400050" y="5772150"/>
            <a:ext cx="12553950" cy="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37" name="wrap-7-3">
            <a:extLst xmlns:a="http://schemas.openxmlformats.org/drawingml/2006/main">
              <a:ext uri="{FF2B5EF4-FFF2-40B4-BE49-F238E27FC236}">
                <a16:creationId xmlns:a16="http://schemas.microsoft.com/office/drawing/2014/main" id="{0FB4B7D9-3294-44A1-B5D1-C5C8FA915511}"/>
              </a:ext>
            </a:extLst>
          </p:cNvPr>
          <p:cNvCxnSpPr/>
          <p:nvPr/>
        </p:nvCxnSpPr>
        <p:spPr>
          <a:xfrm xmlns:a="http://schemas.openxmlformats.org/drawingml/2006/main" flipH="0" flipV="0">
            <a:off x="400050" y="5772150"/>
            <a:ext cx="0" cy="1038225"/>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38" name="wrap-7-4">
            <a:extLst xmlns:a="http://schemas.openxmlformats.org/drawingml/2006/main">
              <a:ext uri="{FF2B5EF4-FFF2-40B4-BE49-F238E27FC236}">
                <a16:creationId xmlns:a16="http://schemas.microsoft.com/office/drawing/2014/main" id="{53641802-8194-4D23-A1BD-3F78C69F69CB}"/>
              </a:ext>
            </a:extLst>
          </p:cNvPr>
          <p:cNvCxnSpPr/>
          <p:nvPr/>
        </p:nvCxnSpPr>
        <p:spPr>
          <a:xfrm xmlns:a="http://schemas.openxmlformats.org/drawingml/2006/main" flipH="0" flipV="0">
            <a:off x="400050" y="6810375"/>
            <a:ext cx="171450" cy="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sp>
        <p:nvSpPr>
          <p:cNvPr id="39" name="common-failure">
            <a:extLst xmlns:a="http://schemas.openxmlformats.org/drawingml/2006/main">
              <a:ext uri="{FF2B5EF4-FFF2-40B4-BE49-F238E27FC236}">
                <a16:creationId xmlns:a16="http://schemas.microsoft.com/office/drawing/2014/main" id="{2B2E1DC7-941B-47EB-80C2-87D3732C29B4}"/>
              </a:ext>
            </a:extLst>
          </p:cNvPr>
          <p:cNvSpPr>
            <a:spLocks xmlns:a="http://schemas.openxmlformats.org/drawingml/2006/main" noGrp="1"/>
          </p:cNvSpPr>
          <p:nvPr/>
        </p:nvSpPr>
        <p:spPr>
          <a:xfrm xmlns:a="http://schemas.openxmlformats.org/drawingml/2006/main">
            <a:off x="571500" y="7667625"/>
            <a:ext cx="14097000" cy="400050"/>
          </a:xfrm>
          <a:prstGeom xmlns:a="http://schemas.openxmlformats.org/drawingml/2006/main" prst="rect">
            <a:avLst/>
          </a:prstGeom>
          <a:solidFill xmlns:a="http://schemas.openxmlformats.org/drawingml/2006/main">
            <a:srgbClr val="FBEFEB"/>
          </a:solidFill>
          <a:ln xmlns:a="http://schemas.openxmlformats.org/drawingml/2006/main" w="15240">
            <a:solidFill>
              <a:srgbClr val="A64743"/>
            </a:solidFill>
            <a:prstDash val="solid"/>
          </a:ln>
        </p:spPr>
        <p:txBody>
          <a:bodyPr xmlns:a="http://schemas.openxmlformats.org/drawingml/2006/main" wrap="square" lIns="95250" tIns="95250" rIns="95250" bIns="95250" anchor="ctr">
            <a:noAutofit/>
          </a:bodyPr>
          <a:lstStyle xmlns:a="http://schemas.openxmlformats.org/drawingml/2006/main">
            <a:defPPr algn="ctr">
              <a:defRPr sz="1575">
                <a:solidFill>
                  <a:srgbClr val="172F46"/>
                </a:solidFill>
                <a:latin typeface="Malgun Gothic"/>
                <a:ea typeface="Malgun Gothic"/>
                <a:cs typeface="Malgun Gothic"/>
              </a:defRPr>
            </a:defPPr>
          </a:lstStyle>
          <a:p xmlns:a="http://schemas.openxmlformats.org/drawingml/2006/main">
            <a:pPr algn="ctr">
              <a:buNone/>
              <a:defRPr sz="1575">
                <a:solidFill>
                  <a:srgbClr val="172F46"/>
                </a:solidFill>
                <a:latin typeface="Malgun Gothic"/>
                <a:ea typeface="Malgun Gothic"/>
                <a:cs typeface="Malgun Gothic"/>
              </a:defRPr>
            </a:pPr>
            <a:r>
              <a:rPr sz="1575">
                <a:solidFill>
                  <a:srgbClr val="172F46"/>
                </a:solidFill>
                <a:latin typeface="Malgun Gothic"/>
                <a:ea typeface="Malgun Gothic"/>
                <a:cs typeface="Malgun Gothic"/>
              </a:rPr>
              <a:t>사전 FAIL·Timeout: 변경 시작 금지    동작 중 NG: 최종 완료·양산 허용 보류, 원인·요청ID·버전 기록</a:t>
            </a:r>
          </a:p>
        </p:txBody>
      </p:sp>
      <p:sp>
        <p:nvSpPr>
          <p:cNvPr id="40" name="status-note">
            <a:extLst xmlns:a="http://schemas.openxmlformats.org/drawingml/2006/main">
              <a:ext uri="{FF2B5EF4-FFF2-40B4-BE49-F238E27FC236}">
                <a16:creationId xmlns:a16="http://schemas.microsoft.com/office/drawing/2014/main" id="{D26336D6-6516-458B-ACDA-D9C1107865FD}"/>
              </a:ext>
            </a:extLst>
          </p:cNvPr>
          <p:cNvSpPr>
            <a:spLocks xmlns:a="http://schemas.openxmlformats.org/drawingml/2006/main" noGrp="1"/>
          </p:cNvSpPr>
          <p:nvPr/>
        </p:nvSpPr>
        <p:spPr>
          <a:xfrm xmlns:a="http://schemas.openxmlformats.org/drawingml/2006/main">
            <a:off x="571500" y="8134350"/>
            <a:ext cx="1304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5C6C7C"/>
                </a:solidFill>
                <a:latin typeface="Malgun Gothic"/>
                <a:ea typeface="Malgun Gothic"/>
                <a:cs typeface="Malgun Gothic"/>
              </a:defRPr>
            </a:defPPr>
          </a:lstStyle>
          <a:p xmlns:a="http://schemas.openxmlformats.org/drawingml/2006/main">
            <a:pPr algn="l">
              <a:buNone/>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RMS 핸드쉐이킹과 완료 조건은 설계안. 실제 신호명·허용값·시간·복구 정책은 CIM 협의 필요</a:t>
            </a:r>
          </a:p>
        </p:txBody>
      </p:sp>
    </p:spTree>
    <p:extLst>
      <p:ext uri="{BB962C8B-B14F-4D97-AF65-F5344CB8AC3E}">
        <p14:creationId xmlns:p14="http://schemas.microsoft.com/office/powerpoint/2010/main" val="10563040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title">
            <a:extLst xmlns:a="http://schemas.openxmlformats.org/drawingml/2006/main">
              <a:ext uri="{FF2B5EF4-FFF2-40B4-BE49-F238E27FC236}">
                <a16:creationId xmlns:a16="http://schemas.microsoft.com/office/drawing/2014/main" id="{C3641661-E142-4D8F-923D-11399B7C8146}"/>
              </a:ext>
            </a:extLst>
          </p:cNvPr>
          <p:cNvSpPr>
            <a:spLocks xmlns:a="http://schemas.openxmlformats.org/drawingml/2006/main" noGrp="1"/>
          </p:cNvSpPr>
          <p:nvPr/>
        </p:nvSpPr>
        <p:spPr>
          <a:xfrm xmlns:a="http://schemas.openxmlformats.org/drawingml/2006/main">
            <a:off x="571500" y="2667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2F46"/>
                </a:solidFill>
                <a:latin typeface="Malgun Gothic"/>
                <a:ea typeface="Malgun Gothic"/>
                <a:cs typeface="Malgun Gothic"/>
              </a:defRPr>
            </a:defPPr>
          </a:lstStyle>
          <a:p xmlns:a="http://schemas.openxmlformats.org/drawingml/2006/main">
            <a:pPr algn="l">
              <a:defRPr sz="3300" b="1">
                <a:solidFill>
                  <a:srgbClr val="172F46"/>
                </a:solidFill>
                <a:latin typeface="Malgun Gothic"/>
                <a:ea typeface="Malgun Gothic"/>
                <a:cs typeface="Malgun Gothic"/>
              </a:defRPr>
            </a:pPr>
            <a:r>
              <a:rPr sz="3300" b="1">
                <a:solidFill>
                  <a:srgbClr val="172F46"/>
                </a:solidFill>
                <a:latin typeface="Malgun Gothic"/>
                <a:ea typeface="Malgun Gothic"/>
                <a:cs typeface="Malgun Gothic"/>
              </a:rPr>
              <a:t>레시피 유효성 검사와 CIM 핸드쉐이킹</a:t>
            </a:r>
          </a:p>
        </p:txBody>
      </p:sp>
      <p:sp>
        <p:nvSpPr>
          <p:cNvPr id="2" name="subtitle">
            <a:extLst xmlns:a="http://schemas.openxmlformats.org/drawingml/2006/main">
              <a:ext uri="{FF2B5EF4-FFF2-40B4-BE49-F238E27FC236}">
                <a16:creationId xmlns:a16="http://schemas.microsoft.com/office/drawing/2014/main" id="{3D7A2FFE-9BE9-49AD-99E6-62A4B8D73AB7}"/>
              </a:ext>
            </a:extLst>
          </p:cNvPr>
          <p:cNvSpPr>
            <a:spLocks xmlns:a="http://schemas.openxmlformats.org/drawingml/2006/main" noGrp="1"/>
          </p:cNvSpPr>
          <p:nvPr/>
        </p:nvSpPr>
        <p:spPr>
          <a:xfrm xmlns:a="http://schemas.openxmlformats.org/drawingml/2006/main">
            <a:off x="571500" y="9048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C6C7C"/>
                </a:solidFill>
                <a:latin typeface="Malgun Gothic"/>
                <a:ea typeface="Malgun Gothic"/>
                <a:cs typeface="Malgun Gothic"/>
              </a:defRPr>
            </a:defPPr>
          </a:lstStyle>
          <a:p xmlns:a="http://schemas.openxmlformats.org/drawingml/2006/main">
            <a:pPr algn="l">
              <a:defRPr sz="1800" b="0">
                <a:solidFill>
                  <a:srgbClr val="5C6C7C"/>
                </a:solidFill>
                <a:latin typeface="Malgun Gothic"/>
                <a:ea typeface="Malgun Gothic"/>
                <a:cs typeface="Malgun Gothic"/>
              </a:defRPr>
            </a:pPr>
            <a:r>
              <a:rPr sz="1800" b="0">
                <a:solidFill>
                  <a:srgbClr val="5C6C7C"/>
                </a:solidFill>
                <a:latin typeface="Malgun Gothic"/>
                <a:ea typeface="Malgun Gothic"/>
                <a:cs typeface="Malgun Gothic"/>
              </a:rPr>
              <a:t>사전 검사·RMS 승인으로 실행을 허용하고, 동작 후 적용 결과를 확인해 최종 완료를 보고</a:t>
            </a:r>
          </a:p>
        </p:txBody>
      </p:sp>
      <p:cxnSp>
        <p:nvCxnSpPr>
          <p:cNvPr id="3" name="header-rule">
            <a:extLst xmlns:a="http://schemas.openxmlformats.org/drawingml/2006/main">
              <a:ext uri="{FF2B5EF4-FFF2-40B4-BE49-F238E27FC236}">
                <a16:creationId xmlns:a16="http://schemas.microsoft.com/office/drawing/2014/main" id="{B6FBC0B4-A605-48A6-B26C-E379CD1C21D3}"/>
              </a:ext>
            </a:extLst>
          </p:cNvPr>
          <p:cNvCxnSpPr/>
          <p:nvPr/>
        </p:nvCxnSpPr>
        <p:spPr>
          <a:xfrm xmlns:a="http://schemas.openxmlformats.org/drawingml/2006/main" flipH="0" flipV="0">
            <a:off x="571500" y="1457325"/>
            <a:ext cx="1409700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sp>
        <p:nvSpPr>
          <p:cNvPr id="4" name="example-note">
            <a:extLst xmlns:a="http://schemas.openxmlformats.org/drawingml/2006/main">
              <a:ext uri="{FF2B5EF4-FFF2-40B4-BE49-F238E27FC236}">
                <a16:creationId xmlns:a16="http://schemas.microsoft.com/office/drawing/2014/main" id="{1E933FB7-F982-42DC-BDE3-876966C56C7E}"/>
              </a:ext>
            </a:extLst>
          </p:cNvPr>
          <p:cNvSpPr>
            <a:spLocks xmlns:a="http://schemas.openxmlformats.org/drawingml/2006/main" noGrp="1"/>
          </p:cNvSpPr>
          <p:nvPr/>
        </p:nvSpPr>
        <p:spPr>
          <a:xfrm xmlns:a="http://schemas.openxmlformats.org/drawingml/2006/main">
            <a:off x="571500" y="1562100"/>
            <a:ext cx="1409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9B611B"/>
                </a:solidFill>
                <a:latin typeface="Malgun Gothic"/>
                <a:ea typeface="Malgun Gothic"/>
                <a:cs typeface="Malgun Gothic"/>
              </a:defRPr>
            </a:defPPr>
          </a:lstStyle>
          <a:p xmlns:a="http://schemas.openxmlformats.org/drawingml/2006/main">
            <a:pPr algn="l">
              <a:defRPr sz="1575" b="0">
                <a:solidFill>
                  <a:srgbClr val="9B611B"/>
                </a:solidFill>
                <a:latin typeface="Malgun Gothic"/>
                <a:ea typeface="Malgun Gothic"/>
                <a:cs typeface="Malgun Gothic"/>
              </a:defRPr>
            </a:pPr>
            <a:r>
              <a:rPr sz="1575" b="0">
                <a:solidFill>
                  <a:srgbClr val="9B611B"/>
                </a:solidFill>
                <a:latin typeface="Malgun Gothic"/>
                <a:ea typeface="Malgun Gothic"/>
                <a:cs typeface="Malgun Gothic"/>
              </a:rPr>
              <a:t>메시지 역할을 보여주는 A3 설계안. 실제 전문·PLC 주소·RCMD·CEID는 CIM 협의 후 확정</a:t>
            </a:r>
          </a:p>
        </p:txBody>
      </p:sp>
      <p:sp>
        <p:nvSpPr>
          <p:cNvPr id="5" name="lane-rms">
            <a:extLst xmlns:a="http://schemas.openxmlformats.org/drawingml/2006/main">
              <a:ext uri="{FF2B5EF4-FFF2-40B4-BE49-F238E27FC236}">
                <a16:creationId xmlns:a16="http://schemas.microsoft.com/office/drawing/2014/main" id="{72C5478D-910A-4AE8-B78C-9EA7751FF55D}"/>
              </a:ext>
            </a:extLst>
          </p:cNvPr>
          <p:cNvSpPr>
            <a:spLocks xmlns:a="http://schemas.openxmlformats.org/drawingml/2006/main" noGrp="1"/>
          </p:cNvSpPr>
          <p:nvPr/>
        </p:nvSpPr>
        <p:spPr>
          <a:xfrm xmlns:a="http://schemas.openxmlformats.org/drawingml/2006/main">
            <a:off x="476250" y="19812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667B2"/>
                </a:solidFill>
                <a:latin typeface="Malgun Gothic"/>
                <a:ea typeface="Malgun Gothic"/>
                <a:cs typeface="Malgun Gothic"/>
              </a:defRPr>
            </a:defPPr>
          </a:lstStyle>
          <a:p xmlns:a="http://schemas.openxmlformats.org/drawingml/2006/main">
            <a:pPr algn="ctr">
              <a:defRPr sz="1875" b="1">
                <a:solidFill>
                  <a:srgbClr val="1667B2"/>
                </a:solidFill>
                <a:latin typeface="Malgun Gothic"/>
                <a:ea typeface="Malgun Gothic"/>
                <a:cs typeface="Malgun Gothic"/>
              </a:defRPr>
            </a:pPr>
            <a:r>
              <a:rPr sz="1875" b="1">
                <a:solidFill>
                  <a:srgbClr val="1667B2"/>
                </a:solidFill>
                <a:latin typeface="Malgun Gothic"/>
                <a:ea typeface="Malgun Gothic"/>
                <a:cs typeface="Malgun Gothic"/>
              </a:rPr>
              <a:t>Host·RMS</a:t>
            </a:r>
          </a:p>
        </p:txBody>
      </p:sp>
      <p:cxnSp>
        <p:nvCxnSpPr>
          <p:cNvPr id="6" name="lifeline-rms">
            <a:extLst xmlns:a="http://schemas.openxmlformats.org/drawingml/2006/main">
              <a:ext uri="{FF2B5EF4-FFF2-40B4-BE49-F238E27FC236}">
                <a16:creationId xmlns:a16="http://schemas.microsoft.com/office/drawing/2014/main" id="{FB389C3D-CBC1-439A-A61C-2441C64E110A}"/>
              </a:ext>
            </a:extLst>
          </p:cNvPr>
          <p:cNvCxnSpPr/>
          <p:nvPr/>
        </p:nvCxnSpPr>
        <p:spPr>
          <a:xfrm xmlns:a="http://schemas.openxmlformats.org/drawingml/2006/main" flipH="0" flipV="0">
            <a:off x="1809750" y="2333625"/>
            <a:ext cx="0" cy="4781550"/>
          </a:xfrm>
          <a:prstGeom xmlns:a="http://schemas.openxmlformats.org/drawingml/2006/main" prst="straightConnector1">
            <a:avLst/>
          </a:prstGeom>
          <a:ln xmlns:a="http://schemas.openxmlformats.org/drawingml/2006/main" w="13335">
            <a:solidFill>
              <a:srgbClr val="B8C4CF"/>
            </a:solidFill>
            <a:prstDash val="dash"/>
            <a:tailEnd type="none" w="sm" len="sm"/>
          </a:ln>
        </p:spPr>
      </p:cxnSp>
      <p:sp>
        <p:nvSpPr>
          <p:cNvPr id="7" name="lane-cim">
            <a:extLst xmlns:a="http://schemas.openxmlformats.org/drawingml/2006/main">
              <a:ext uri="{FF2B5EF4-FFF2-40B4-BE49-F238E27FC236}">
                <a16:creationId xmlns:a16="http://schemas.microsoft.com/office/drawing/2014/main" id="{DCC8B05B-C5E2-46F9-8606-CD04BABB21AF}"/>
              </a:ext>
            </a:extLst>
          </p:cNvPr>
          <p:cNvSpPr>
            <a:spLocks xmlns:a="http://schemas.openxmlformats.org/drawingml/2006/main" noGrp="1"/>
          </p:cNvSpPr>
          <p:nvPr/>
        </p:nvSpPr>
        <p:spPr>
          <a:xfrm xmlns:a="http://schemas.openxmlformats.org/drawingml/2006/main">
            <a:off x="3571875" y="19812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667B2"/>
                </a:solidFill>
                <a:latin typeface="Malgun Gothic"/>
                <a:ea typeface="Malgun Gothic"/>
                <a:cs typeface="Malgun Gothic"/>
              </a:defRPr>
            </a:defPPr>
          </a:lstStyle>
          <a:p xmlns:a="http://schemas.openxmlformats.org/drawingml/2006/main">
            <a:pPr algn="ctr">
              <a:defRPr sz="1875" b="1">
                <a:solidFill>
                  <a:srgbClr val="1667B2"/>
                </a:solidFill>
                <a:latin typeface="Malgun Gothic"/>
                <a:ea typeface="Malgun Gothic"/>
                <a:cs typeface="Malgun Gothic"/>
              </a:defRPr>
            </a:pPr>
            <a:r>
              <a:rPr sz="1875" b="1">
                <a:solidFill>
                  <a:srgbClr val="1667B2"/>
                </a:solidFill>
                <a:latin typeface="Malgun Gothic"/>
                <a:ea typeface="Malgun Gothic"/>
                <a:cs typeface="Malgun Gothic"/>
              </a:rPr>
              <a:t>CIM 인터페이스</a:t>
            </a:r>
          </a:p>
        </p:txBody>
      </p:sp>
      <p:cxnSp>
        <p:nvCxnSpPr>
          <p:cNvPr id="8" name="lifeline-cim">
            <a:extLst xmlns:a="http://schemas.openxmlformats.org/drawingml/2006/main">
              <a:ext uri="{FF2B5EF4-FFF2-40B4-BE49-F238E27FC236}">
                <a16:creationId xmlns:a16="http://schemas.microsoft.com/office/drawing/2014/main" id="{40D03AB9-DA85-4DB6-A0BD-A195B6FA0B13}"/>
              </a:ext>
            </a:extLst>
          </p:cNvPr>
          <p:cNvCxnSpPr/>
          <p:nvPr/>
        </p:nvCxnSpPr>
        <p:spPr>
          <a:xfrm xmlns:a="http://schemas.openxmlformats.org/drawingml/2006/main" flipH="0" flipV="0">
            <a:off x="4905375" y="2333625"/>
            <a:ext cx="0" cy="4781550"/>
          </a:xfrm>
          <a:prstGeom xmlns:a="http://schemas.openxmlformats.org/drawingml/2006/main" prst="straightConnector1">
            <a:avLst/>
          </a:prstGeom>
          <a:ln xmlns:a="http://schemas.openxmlformats.org/drawingml/2006/main" w="13335">
            <a:solidFill>
              <a:srgbClr val="B8C4CF"/>
            </a:solidFill>
            <a:prstDash val="dash"/>
            <a:tailEnd type="none" w="sm" len="sm"/>
          </a:ln>
        </p:spPr>
      </p:cxnSp>
      <p:sp>
        <p:nvSpPr>
          <p:cNvPr id="9" name="lane-sw">
            <a:extLst xmlns:a="http://schemas.openxmlformats.org/drawingml/2006/main">
              <a:ext uri="{FF2B5EF4-FFF2-40B4-BE49-F238E27FC236}">
                <a16:creationId xmlns:a16="http://schemas.microsoft.com/office/drawing/2014/main" id="{8FD30A36-C230-4808-AB20-F0D5AE633933}"/>
              </a:ext>
            </a:extLst>
          </p:cNvPr>
          <p:cNvSpPr>
            <a:spLocks xmlns:a="http://schemas.openxmlformats.org/drawingml/2006/main" noGrp="1"/>
          </p:cNvSpPr>
          <p:nvPr/>
        </p:nvSpPr>
        <p:spPr>
          <a:xfrm xmlns:a="http://schemas.openxmlformats.org/drawingml/2006/main">
            <a:off x="7620000" y="19812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667B2"/>
                </a:solidFill>
                <a:latin typeface="Malgun Gothic"/>
                <a:ea typeface="Malgun Gothic"/>
                <a:cs typeface="Malgun Gothic"/>
              </a:defRPr>
            </a:defPPr>
          </a:lstStyle>
          <a:p xmlns:a="http://schemas.openxmlformats.org/drawingml/2006/main">
            <a:pPr algn="ctr">
              <a:defRPr sz="1875" b="1">
                <a:solidFill>
                  <a:srgbClr val="1667B2"/>
                </a:solidFill>
                <a:latin typeface="Malgun Gothic"/>
                <a:ea typeface="Malgun Gothic"/>
                <a:cs typeface="Malgun Gothic"/>
              </a:defRPr>
            </a:pPr>
            <a:r>
              <a:rPr sz="1875" b="1">
                <a:solidFill>
                  <a:srgbClr val="1667B2"/>
                </a:solidFill>
                <a:latin typeface="Malgun Gothic"/>
                <a:ea typeface="Malgun Gothic"/>
                <a:cs typeface="Malgun Gothic"/>
              </a:rPr>
              <a:t>가공 SW</a:t>
            </a:r>
          </a:p>
        </p:txBody>
      </p:sp>
      <p:cxnSp>
        <p:nvCxnSpPr>
          <p:cNvPr id="10" name="lifeline-sw">
            <a:extLst xmlns:a="http://schemas.openxmlformats.org/drawingml/2006/main">
              <a:ext uri="{FF2B5EF4-FFF2-40B4-BE49-F238E27FC236}">
                <a16:creationId xmlns:a16="http://schemas.microsoft.com/office/drawing/2014/main" id="{DE6BF153-1814-4840-9A69-A3FD7DB4E445}"/>
              </a:ext>
            </a:extLst>
          </p:cNvPr>
          <p:cNvCxnSpPr/>
          <p:nvPr/>
        </p:nvCxnSpPr>
        <p:spPr>
          <a:xfrm xmlns:a="http://schemas.openxmlformats.org/drawingml/2006/main" flipH="0" flipV="0">
            <a:off x="8953500" y="2333625"/>
            <a:ext cx="0" cy="4781550"/>
          </a:xfrm>
          <a:prstGeom xmlns:a="http://schemas.openxmlformats.org/drawingml/2006/main" prst="straightConnector1">
            <a:avLst/>
          </a:prstGeom>
          <a:ln xmlns:a="http://schemas.openxmlformats.org/drawingml/2006/main" w="13335">
            <a:solidFill>
              <a:srgbClr val="B8C4CF"/>
            </a:solidFill>
            <a:prstDash val="dash"/>
            <a:tailEnd type="none" w="sm" len="sm"/>
          </a:ln>
        </p:spPr>
      </p:cxnSp>
      <p:sp>
        <p:nvSpPr>
          <p:cNvPr id="11" name="request-host-label">
            <a:extLst xmlns:a="http://schemas.openxmlformats.org/drawingml/2006/main">
              <a:ext uri="{FF2B5EF4-FFF2-40B4-BE49-F238E27FC236}">
                <a16:creationId xmlns:a16="http://schemas.microsoft.com/office/drawing/2014/main" id="{3F1FC309-2A2E-4E32-8DD1-EAD5B8ADB371}"/>
              </a:ext>
            </a:extLst>
          </p:cNvPr>
          <p:cNvSpPr>
            <a:spLocks xmlns:a="http://schemas.openxmlformats.org/drawingml/2006/main" noGrp="1"/>
          </p:cNvSpPr>
          <p:nvPr/>
        </p:nvSpPr>
        <p:spPr>
          <a:xfrm xmlns:a="http://schemas.openxmlformats.org/drawingml/2006/main">
            <a:off x="1924050" y="2390775"/>
            <a:ext cx="2867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1667B2"/>
                </a:solidFill>
                <a:latin typeface="Malgun Gothic"/>
                <a:ea typeface="Malgun Gothic"/>
                <a:cs typeface="Malgun Gothic"/>
              </a:defRPr>
            </a:defPPr>
          </a:lstStyle>
          <a:p xmlns:a="http://schemas.openxmlformats.org/drawingml/2006/main">
            <a:pPr algn="ctr">
              <a:defRPr sz="1650" b="0">
                <a:solidFill>
                  <a:srgbClr val="1667B2"/>
                </a:solidFill>
                <a:latin typeface="Malgun Gothic"/>
                <a:ea typeface="Malgun Gothic"/>
                <a:cs typeface="Malgun Gothic"/>
              </a:defRPr>
            </a:pPr>
            <a:r>
              <a:rPr sz="1650" b="0">
                <a:solidFill>
                  <a:srgbClr val="1667B2"/>
                </a:solidFill>
                <a:latin typeface="Malgun Gothic"/>
                <a:ea typeface="Malgun Gothic"/>
                <a:cs typeface="Malgun Gothic"/>
              </a:rPr>
              <a:t>변경요청·Model Code</a:t>
            </a:r>
          </a:p>
        </p:txBody>
      </p:sp>
      <p:cxnSp>
        <p:nvCxnSpPr>
          <p:cNvPr id="12" name="request-host">
            <a:extLst xmlns:a="http://schemas.openxmlformats.org/drawingml/2006/main">
              <a:ext uri="{FF2B5EF4-FFF2-40B4-BE49-F238E27FC236}">
                <a16:creationId xmlns:a16="http://schemas.microsoft.com/office/drawing/2014/main" id="{E9A5E67B-7742-445F-A881-2FDAD0AD36AA}"/>
              </a:ext>
            </a:extLst>
          </p:cNvPr>
          <p:cNvCxnSpPr/>
          <p:nvPr/>
        </p:nvCxnSpPr>
        <p:spPr>
          <a:xfrm xmlns:a="http://schemas.openxmlformats.org/drawingml/2006/main" flipH="0" flipV="0">
            <a:off x="1809750" y="2714625"/>
            <a:ext cx="3095625" cy="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sp>
        <p:nvSpPr>
          <p:cNvPr id="13" name="request-sw-label">
            <a:extLst xmlns:a="http://schemas.openxmlformats.org/drawingml/2006/main">
              <a:ext uri="{FF2B5EF4-FFF2-40B4-BE49-F238E27FC236}">
                <a16:creationId xmlns:a16="http://schemas.microsoft.com/office/drawing/2014/main" id="{722DE5B9-C7DA-44ED-B085-94E8AED16211}"/>
              </a:ext>
            </a:extLst>
          </p:cNvPr>
          <p:cNvSpPr>
            <a:spLocks xmlns:a="http://schemas.openxmlformats.org/drawingml/2006/main" noGrp="1"/>
          </p:cNvSpPr>
          <p:nvPr/>
        </p:nvSpPr>
        <p:spPr>
          <a:xfrm xmlns:a="http://schemas.openxmlformats.org/drawingml/2006/main">
            <a:off x="5019675" y="2714625"/>
            <a:ext cx="3819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1667B2"/>
                </a:solidFill>
                <a:latin typeface="Malgun Gothic"/>
                <a:ea typeface="Malgun Gothic"/>
                <a:cs typeface="Malgun Gothic"/>
              </a:defRPr>
            </a:defPPr>
          </a:lstStyle>
          <a:p xmlns:a="http://schemas.openxmlformats.org/drawingml/2006/main">
            <a:pPr algn="ctr">
              <a:defRPr sz="1650" b="0">
                <a:solidFill>
                  <a:srgbClr val="1667B2"/>
                </a:solidFill>
                <a:latin typeface="Malgun Gothic"/>
                <a:ea typeface="Malgun Gothic"/>
                <a:cs typeface="Malgun Gothic"/>
              </a:defRPr>
            </a:pPr>
            <a:r>
              <a:rPr sz="1650" b="0">
                <a:solidFill>
                  <a:srgbClr val="1667B2"/>
                </a:solidFill>
                <a:latin typeface="Malgun Gothic"/>
                <a:ea typeface="Malgun Gothic"/>
                <a:cs typeface="Malgun Gothic"/>
              </a:rPr>
              <a:t>요청ID·대상 전달</a:t>
            </a:r>
          </a:p>
        </p:txBody>
      </p:sp>
      <p:cxnSp>
        <p:nvCxnSpPr>
          <p:cNvPr id="14" name="request-sw">
            <a:extLst xmlns:a="http://schemas.openxmlformats.org/drawingml/2006/main">
              <a:ext uri="{FF2B5EF4-FFF2-40B4-BE49-F238E27FC236}">
                <a16:creationId xmlns:a16="http://schemas.microsoft.com/office/drawing/2014/main" id="{59CDD281-1F34-40B8-82F9-D9EA39460967}"/>
              </a:ext>
            </a:extLst>
          </p:cNvPr>
          <p:cNvCxnSpPr/>
          <p:nvPr/>
        </p:nvCxnSpPr>
        <p:spPr>
          <a:xfrm xmlns:a="http://schemas.openxmlformats.org/drawingml/2006/main" flipH="0" flipV="0">
            <a:off x="4905375" y="3038475"/>
            <a:ext cx="4048125" cy="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sp>
        <p:nvSpPr>
          <p:cNvPr id="15" name="local-check">
            <a:extLst xmlns:a="http://schemas.openxmlformats.org/drawingml/2006/main">
              <a:ext uri="{FF2B5EF4-FFF2-40B4-BE49-F238E27FC236}">
                <a16:creationId xmlns:a16="http://schemas.microsoft.com/office/drawing/2014/main" id="{33991307-EB8B-4A49-93DF-0C6CBD7CC43A}"/>
              </a:ext>
            </a:extLst>
          </p:cNvPr>
          <p:cNvSpPr>
            <a:spLocks xmlns:a="http://schemas.openxmlformats.org/drawingml/2006/main" noGrp="1"/>
          </p:cNvSpPr>
          <p:nvPr/>
        </p:nvSpPr>
        <p:spPr>
          <a:xfrm xmlns:a="http://schemas.openxmlformats.org/drawingml/2006/main">
            <a:off x="7219950" y="3181350"/>
            <a:ext cx="3181350" cy="523875"/>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38100" tIns="38100" rIns="38100" bIns="38100" anchor="ctr">
            <a:noAutofit/>
          </a:bodyPr>
          <a:lstStyle xmlns:a="http://schemas.openxmlformats.org/drawingml/2006/main">
            <a:defPPr algn="ctr">
              <a:defRPr sz="1500">
                <a:solidFill>
                  <a:srgbClr val="172F46"/>
                </a:solidFill>
                <a:latin typeface="Malgun Gothic"/>
                <a:ea typeface="Malgun Gothic"/>
                <a:cs typeface="Malgun Gothic"/>
              </a:defRPr>
            </a:defPPr>
          </a:lstStyle>
          <a:p xmlns:a="http://schemas.openxmlformats.org/drawingml/2006/main">
            <a:pPr algn="ctr">
              <a:defRPr sz="1500">
                <a:solidFill>
                  <a:srgbClr val="172F46"/>
                </a:solidFill>
                <a:latin typeface="Malgun Gothic"/>
                <a:ea typeface="Malgun Gothic"/>
                <a:cs typeface="Malgun Gothic"/>
              </a:defRPr>
            </a:pPr>
            <a:r>
              <a:rPr sz="1500">
                <a:solidFill>
                  <a:srgbClr val="172F46"/>
                </a:solidFill>
                <a:latin typeface="Malgun Gothic"/>
                <a:ea typeface="Malgun Gothic"/>
                <a:cs typeface="Malgun Gothic"/>
              </a:rPr>
              <a:t>로컬 바디 사전 검사</a:t>
            </a:r>
          </a:p>
          <a:p xmlns:a="http://schemas.openxmlformats.org/drawingml/2006/main">
            <a:pPr algn="ctr">
              <a:defRPr sz="1500">
                <a:solidFill>
                  <a:srgbClr val="172F46"/>
                </a:solidFill>
                <a:latin typeface="Malgun Gothic"/>
                <a:ea typeface="Malgun Gothic"/>
                <a:cs typeface="Malgun Gothic"/>
              </a:defRPr>
            </a:pPr>
            <a:r>
              <a:rPr sz="1500">
                <a:solidFill>
                  <a:srgbClr val="172F46"/>
                </a:solidFill>
                <a:latin typeface="Malgun Gothic"/>
                <a:ea typeface="Malgun Gothic"/>
                <a:cs typeface="Malgun Gothic"/>
              </a:rPr>
              <a:t>후보만 읽고 실제 변경 대기</a:t>
            </a:r>
          </a:p>
        </p:txBody>
      </p:sp>
      <p:sp>
        <p:nvSpPr>
          <p:cNvPr id="16" name="receipt-ack-label">
            <a:extLst xmlns:a="http://schemas.openxmlformats.org/drawingml/2006/main">
              <a:ext uri="{FF2B5EF4-FFF2-40B4-BE49-F238E27FC236}">
                <a16:creationId xmlns:a16="http://schemas.microsoft.com/office/drawing/2014/main" id="{7FE65268-EF8E-44BD-B803-788A36F320B1}"/>
              </a:ext>
            </a:extLst>
          </p:cNvPr>
          <p:cNvSpPr>
            <a:spLocks xmlns:a="http://schemas.openxmlformats.org/drawingml/2006/main" noGrp="1"/>
          </p:cNvSpPr>
          <p:nvPr/>
        </p:nvSpPr>
        <p:spPr>
          <a:xfrm xmlns:a="http://schemas.openxmlformats.org/drawingml/2006/main">
            <a:off x="5095875" y="3714750"/>
            <a:ext cx="3667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a:solidFill>
                  <a:srgbClr val="5C6C7C"/>
                </a:solidFill>
                <a:latin typeface="Malgun Gothic"/>
                <a:ea typeface="Malgun Gothic"/>
                <a:cs typeface="Malgun Gothic"/>
              </a:defRPr>
            </a:defPPr>
          </a:lstStyle>
          <a:p xmlns:a="http://schemas.openxmlformats.org/drawingml/2006/main">
            <a:pPr algn="ctr">
              <a:defRPr sz="1575" b="0">
                <a:solidFill>
                  <a:srgbClr val="5C6C7C"/>
                </a:solidFill>
                <a:latin typeface="Malgun Gothic"/>
                <a:ea typeface="Malgun Gothic"/>
                <a:cs typeface="Malgun Gothic"/>
              </a:defRPr>
            </a:pPr>
            <a:r>
              <a:rPr sz="1575" b="0">
                <a:solidFill>
                  <a:srgbClr val="5C6C7C"/>
                </a:solidFill>
                <a:latin typeface="Malgun Gothic"/>
                <a:ea typeface="Malgun Gothic"/>
                <a:cs typeface="Malgun Gothic"/>
              </a:rPr>
              <a:t>접수 ACK (검증 대기)</a:t>
            </a:r>
          </a:p>
        </p:txBody>
      </p:sp>
      <p:cxnSp>
        <p:nvCxnSpPr>
          <p:cNvPr id="17" name="receipt-ack">
            <a:extLst xmlns:a="http://schemas.openxmlformats.org/drawingml/2006/main">
              <a:ext uri="{FF2B5EF4-FFF2-40B4-BE49-F238E27FC236}">
                <a16:creationId xmlns:a16="http://schemas.microsoft.com/office/drawing/2014/main" id="{C81D5F85-2697-46D3-A8D5-5768EC2FAC48}"/>
              </a:ext>
            </a:extLst>
          </p:cNvPr>
          <p:cNvCxnSpPr/>
          <p:nvPr/>
        </p:nvCxnSpPr>
        <p:spPr>
          <a:xfrm xmlns:a="http://schemas.openxmlformats.org/drawingml/2006/main" flipH="1" flipV="0">
            <a:off x="4905375" y="4000500"/>
            <a:ext cx="4048125" cy="0"/>
          </a:xfrm>
          <a:prstGeom xmlns:a="http://schemas.openxmlformats.org/drawingml/2006/main" prst="straightConnector1">
            <a:avLst/>
          </a:prstGeom>
          <a:ln xmlns:a="http://schemas.openxmlformats.org/drawingml/2006/main" w="20003">
            <a:solidFill>
              <a:srgbClr val="5C6C7C"/>
            </a:solidFill>
            <a:prstDash val="solid"/>
            <a:tailEnd type="triangle" w="sm" len="sm"/>
          </a:ln>
        </p:spPr>
      </p:cxnSp>
      <p:sp>
        <p:nvSpPr>
          <p:cNvPr id="18" name="validation-request-label">
            <a:extLst xmlns:a="http://schemas.openxmlformats.org/drawingml/2006/main">
              <a:ext uri="{FF2B5EF4-FFF2-40B4-BE49-F238E27FC236}">
                <a16:creationId xmlns:a16="http://schemas.microsoft.com/office/drawing/2014/main" id="{6F445099-93C7-4E75-9B90-B6799565A95A}"/>
              </a:ext>
            </a:extLst>
          </p:cNvPr>
          <p:cNvSpPr>
            <a:spLocks xmlns:a="http://schemas.openxmlformats.org/drawingml/2006/main" noGrp="1"/>
          </p:cNvSpPr>
          <p:nvPr/>
        </p:nvSpPr>
        <p:spPr>
          <a:xfrm xmlns:a="http://schemas.openxmlformats.org/drawingml/2006/main">
            <a:off x="5019675" y="4019550"/>
            <a:ext cx="3819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1667B2"/>
                </a:solidFill>
                <a:latin typeface="Malgun Gothic"/>
                <a:ea typeface="Malgun Gothic"/>
                <a:cs typeface="Malgun Gothic"/>
              </a:defRPr>
            </a:defPPr>
          </a:lstStyle>
          <a:p xmlns:a="http://schemas.openxmlformats.org/drawingml/2006/main">
            <a:pPr algn="ctr">
              <a:defRPr sz="1650" b="0">
                <a:solidFill>
                  <a:srgbClr val="1667B2"/>
                </a:solidFill>
                <a:latin typeface="Malgun Gothic"/>
                <a:ea typeface="Malgun Gothic"/>
                <a:cs typeface="Malgun Gothic"/>
              </a:defRPr>
            </a:pPr>
            <a:r>
              <a:rPr sz="1650" b="0">
                <a:solidFill>
                  <a:srgbClr val="1667B2"/>
                </a:solidFill>
                <a:latin typeface="Malgun Gothic"/>
                <a:ea typeface="Malgun Gothic"/>
                <a:cs typeface="Malgun Gothic"/>
              </a:rPr>
              <a:t>LD RecipeID·버전·검증요청</a:t>
            </a:r>
          </a:p>
        </p:txBody>
      </p:sp>
      <p:cxnSp>
        <p:nvCxnSpPr>
          <p:cNvPr id="19" name="validation-request">
            <a:extLst xmlns:a="http://schemas.openxmlformats.org/drawingml/2006/main">
              <a:ext uri="{FF2B5EF4-FFF2-40B4-BE49-F238E27FC236}">
                <a16:creationId xmlns:a16="http://schemas.microsoft.com/office/drawing/2014/main" id="{37E73609-B1A1-4D23-B292-A57E43D25E5F}"/>
              </a:ext>
            </a:extLst>
          </p:cNvPr>
          <p:cNvCxnSpPr/>
          <p:nvPr/>
        </p:nvCxnSpPr>
        <p:spPr>
          <a:xfrm xmlns:a="http://schemas.openxmlformats.org/drawingml/2006/main" flipH="1" flipV="0">
            <a:off x="4905375" y="4343400"/>
            <a:ext cx="4048125" cy="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sp>
        <p:nvSpPr>
          <p:cNvPr id="20" name="validation-forward-label">
            <a:extLst xmlns:a="http://schemas.openxmlformats.org/drawingml/2006/main">
              <a:ext uri="{FF2B5EF4-FFF2-40B4-BE49-F238E27FC236}">
                <a16:creationId xmlns:a16="http://schemas.microsoft.com/office/drawing/2014/main" id="{9A1E2939-1204-4CE5-8222-D65BC4C4BB07}"/>
              </a:ext>
            </a:extLst>
          </p:cNvPr>
          <p:cNvSpPr>
            <a:spLocks xmlns:a="http://schemas.openxmlformats.org/drawingml/2006/main" noGrp="1"/>
          </p:cNvSpPr>
          <p:nvPr/>
        </p:nvSpPr>
        <p:spPr>
          <a:xfrm xmlns:a="http://schemas.openxmlformats.org/drawingml/2006/main">
            <a:off x="1924050" y="4352925"/>
            <a:ext cx="2867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1667B2"/>
                </a:solidFill>
                <a:latin typeface="Malgun Gothic"/>
                <a:ea typeface="Malgun Gothic"/>
                <a:cs typeface="Malgun Gothic"/>
              </a:defRPr>
            </a:defPPr>
          </a:lstStyle>
          <a:p xmlns:a="http://schemas.openxmlformats.org/drawingml/2006/main">
            <a:pPr algn="ctr">
              <a:defRPr sz="1650" b="0">
                <a:solidFill>
                  <a:srgbClr val="1667B2"/>
                </a:solidFill>
                <a:latin typeface="Malgun Gothic"/>
                <a:ea typeface="Malgun Gothic"/>
                <a:cs typeface="Malgun Gothic"/>
              </a:defRPr>
            </a:pPr>
            <a:r>
              <a:rPr sz="1650" b="0">
                <a:solidFill>
                  <a:srgbClr val="1667B2"/>
                </a:solidFill>
                <a:latin typeface="Malgun Gothic"/>
                <a:ea typeface="Malgun Gothic"/>
                <a:cs typeface="Malgun Gothic"/>
              </a:rPr>
              <a:t>RMS 검증 요청</a:t>
            </a:r>
          </a:p>
        </p:txBody>
      </p:sp>
      <p:cxnSp>
        <p:nvCxnSpPr>
          <p:cNvPr id="21" name="validation-forward">
            <a:extLst xmlns:a="http://schemas.openxmlformats.org/drawingml/2006/main">
              <a:ext uri="{FF2B5EF4-FFF2-40B4-BE49-F238E27FC236}">
                <a16:creationId xmlns:a16="http://schemas.microsoft.com/office/drawing/2014/main" id="{9550FA70-F25F-4589-8121-7D646820AB1A}"/>
              </a:ext>
            </a:extLst>
          </p:cNvPr>
          <p:cNvCxnSpPr/>
          <p:nvPr/>
        </p:nvCxnSpPr>
        <p:spPr>
          <a:xfrm xmlns:a="http://schemas.openxmlformats.org/drawingml/2006/main" flipH="1" flipV="0">
            <a:off x="1809750" y="4676775"/>
            <a:ext cx="3095625" cy="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sp>
        <p:nvSpPr>
          <p:cNvPr id="22" name="validation-result-label">
            <a:extLst xmlns:a="http://schemas.openxmlformats.org/drawingml/2006/main">
              <a:ext uri="{FF2B5EF4-FFF2-40B4-BE49-F238E27FC236}">
                <a16:creationId xmlns:a16="http://schemas.microsoft.com/office/drawing/2014/main" id="{1B88B03F-12A4-4D5F-BC81-84AA770EDCC0}"/>
              </a:ext>
            </a:extLst>
          </p:cNvPr>
          <p:cNvSpPr>
            <a:spLocks xmlns:a="http://schemas.openxmlformats.org/drawingml/2006/main" noGrp="1"/>
          </p:cNvSpPr>
          <p:nvPr/>
        </p:nvSpPr>
        <p:spPr>
          <a:xfrm xmlns:a="http://schemas.openxmlformats.org/drawingml/2006/main">
            <a:off x="1924050" y="4886325"/>
            <a:ext cx="2867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9B611B"/>
                </a:solidFill>
                <a:latin typeface="Malgun Gothic"/>
                <a:ea typeface="Malgun Gothic"/>
                <a:cs typeface="Malgun Gothic"/>
              </a:defRPr>
            </a:defPPr>
          </a:lstStyle>
          <a:p xmlns:a="http://schemas.openxmlformats.org/drawingml/2006/main">
            <a:pPr algn="ctr">
              <a:defRPr sz="1650" b="0">
                <a:solidFill>
                  <a:srgbClr val="9B611B"/>
                </a:solidFill>
                <a:latin typeface="Malgun Gothic"/>
                <a:ea typeface="Malgun Gothic"/>
                <a:cs typeface="Malgun Gothic"/>
              </a:defRPr>
            </a:pPr>
            <a:r>
              <a:rPr sz="1650" b="0">
                <a:solidFill>
                  <a:srgbClr val="9B611B"/>
                </a:solidFill>
                <a:latin typeface="Malgun Gothic"/>
                <a:ea typeface="Malgun Gothic"/>
                <a:cs typeface="Malgun Gothic"/>
              </a:rPr>
              <a:t>업무상 PASS / FAIL</a:t>
            </a:r>
          </a:p>
        </p:txBody>
      </p:sp>
      <p:cxnSp>
        <p:nvCxnSpPr>
          <p:cNvPr id="23" name="validation-result">
            <a:extLst xmlns:a="http://schemas.openxmlformats.org/drawingml/2006/main">
              <a:ext uri="{FF2B5EF4-FFF2-40B4-BE49-F238E27FC236}">
                <a16:creationId xmlns:a16="http://schemas.microsoft.com/office/drawing/2014/main" id="{417A63F5-293E-4DE6-8684-948A09310949}"/>
              </a:ext>
            </a:extLst>
          </p:cNvPr>
          <p:cNvCxnSpPr/>
          <p:nvPr/>
        </p:nvCxnSpPr>
        <p:spPr>
          <a:xfrm xmlns:a="http://schemas.openxmlformats.org/drawingml/2006/main" flipH="0" flipV="0">
            <a:off x="1809750" y="5210175"/>
            <a:ext cx="3095625" cy="0"/>
          </a:xfrm>
          <a:prstGeom xmlns:a="http://schemas.openxmlformats.org/drawingml/2006/main" prst="straightConnector1">
            <a:avLst/>
          </a:prstGeom>
          <a:ln xmlns:a="http://schemas.openxmlformats.org/drawingml/2006/main" w="20003">
            <a:solidFill>
              <a:srgbClr val="9B611B"/>
            </a:solidFill>
            <a:prstDash val="solid"/>
            <a:tailEnd type="triangle" w="sm" len="sm"/>
          </a:ln>
        </p:spPr>
      </p:cxnSp>
      <p:sp>
        <p:nvSpPr>
          <p:cNvPr id="24" name="approval-forward-label">
            <a:extLst xmlns:a="http://schemas.openxmlformats.org/drawingml/2006/main">
              <a:ext uri="{FF2B5EF4-FFF2-40B4-BE49-F238E27FC236}">
                <a16:creationId xmlns:a16="http://schemas.microsoft.com/office/drawing/2014/main" id="{98ACD2F5-16A2-44F9-A9E8-A23B20511C1F}"/>
              </a:ext>
            </a:extLst>
          </p:cNvPr>
          <p:cNvSpPr>
            <a:spLocks xmlns:a="http://schemas.openxmlformats.org/drawingml/2006/main" noGrp="1"/>
          </p:cNvSpPr>
          <p:nvPr/>
        </p:nvSpPr>
        <p:spPr>
          <a:xfrm xmlns:a="http://schemas.openxmlformats.org/drawingml/2006/main">
            <a:off x="5019675" y="5219700"/>
            <a:ext cx="3819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9B611B"/>
                </a:solidFill>
                <a:latin typeface="Malgun Gothic"/>
                <a:ea typeface="Malgun Gothic"/>
                <a:cs typeface="Malgun Gothic"/>
              </a:defRPr>
            </a:defPPr>
          </a:lstStyle>
          <a:p xmlns:a="http://schemas.openxmlformats.org/drawingml/2006/main">
            <a:pPr algn="ctr">
              <a:defRPr sz="1650" b="0">
                <a:solidFill>
                  <a:srgbClr val="9B611B"/>
                </a:solidFill>
                <a:latin typeface="Malgun Gothic"/>
                <a:ea typeface="Malgun Gothic"/>
                <a:cs typeface="Malgun Gothic"/>
              </a:defRPr>
            </a:pPr>
            <a:r>
              <a:rPr sz="1650" b="0">
                <a:solidFill>
                  <a:srgbClr val="9B611B"/>
                </a:solidFill>
                <a:latin typeface="Malgun Gothic"/>
                <a:ea typeface="Malgun Gothic"/>
                <a:cs typeface="Malgun Gothic"/>
              </a:rPr>
              <a:t>승인결과·동일 대상 확인</a:t>
            </a:r>
          </a:p>
        </p:txBody>
      </p:sp>
      <p:cxnSp>
        <p:nvCxnSpPr>
          <p:cNvPr id="25" name="approval-forward">
            <a:extLst xmlns:a="http://schemas.openxmlformats.org/drawingml/2006/main">
              <a:ext uri="{FF2B5EF4-FFF2-40B4-BE49-F238E27FC236}">
                <a16:creationId xmlns:a16="http://schemas.microsoft.com/office/drawing/2014/main" id="{AA474835-3392-4066-8C00-C8F1FC2FE004}"/>
              </a:ext>
            </a:extLst>
          </p:cNvPr>
          <p:cNvCxnSpPr/>
          <p:nvPr/>
        </p:nvCxnSpPr>
        <p:spPr>
          <a:xfrm xmlns:a="http://schemas.openxmlformats.org/drawingml/2006/main" flipH="0" flipV="0">
            <a:off x="4905375" y="5543550"/>
            <a:ext cx="4048125" cy="0"/>
          </a:xfrm>
          <a:prstGeom xmlns:a="http://schemas.openxmlformats.org/drawingml/2006/main" prst="straightConnector1">
            <a:avLst/>
          </a:prstGeom>
          <a:ln xmlns:a="http://schemas.openxmlformats.org/drawingml/2006/main" w="20003">
            <a:solidFill>
              <a:srgbClr val="9B611B"/>
            </a:solidFill>
            <a:prstDash val="solid"/>
            <a:tailEnd type="triangle" w="sm" len="sm"/>
          </a:ln>
        </p:spPr>
      </p:cxnSp>
      <p:sp>
        <p:nvSpPr>
          <p:cNvPr id="26" name="start-gate">
            <a:extLst xmlns:a="http://schemas.openxmlformats.org/drawingml/2006/main">
              <a:ext uri="{FF2B5EF4-FFF2-40B4-BE49-F238E27FC236}">
                <a16:creationId xmlns:a16="http://schemas.microsoft.com/office/drawing/2014/main" id="{F3FFFD35-B0D5-48F1-A1DE-A413F786D193}"/>
              </a:ext>
            </a:extLst>
          </p:cNvPr>
          <p:cNvSpPr>
            <a:spLocks xmlns:a="http://schemas.openxmlformats.org/drawingml/2006/main" noGrp="1"/>
          </p:cNvSpPr>
          <p:nvPr/>
        </p:nvSpPr>
        <p:spPr>
          <a:xfrm xmlns:a="http://schemas.openxmlformats.org/drawingml/2006/main">
            <a:off x="7219950" y="5810250"/>
            <a:ext cx="3181350" cy="638175"/>
          </a:xfrm>
          <a:prstGeom xmlns:a="http://schemas.openxmlformats.org/drawingml/2006/main" prst="rect">
            <a:avLst/>
          </a:prstGeom>
          <a:solidFill xmlns:a="http://schemas.openxmlformats.org/drawingml/2006/main">
            <a:srgbClr val="FFF4E3"/>
          </a:solidFill>
          <a:ln xmlns:a="http://schemas.openxmlformats.org/drawingml/2006/main" w="15240">
            <a:solidFill>
              <a:srgbClr val="9B611B"/>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PASS·대상 일치·안전 정상</a:t>
            </a:r>
          </a:p>
          <a:p xmlns:a="http://schemas.openxmlformats.org/drawingml/2006/main">
            <a:pPr algn="ctr">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잡체인지 동작 시작</a:t>
            </a:r>
          </a:p>
        </p:txBody>
      </p:sp>
      <p:sp>
        <p:nvSpPr>
          <p:cNvPr id="27" name="done-report-label">
            <a:extLst xmlns:a="http://schemas.openxmlformats.org/drawingml/2006/main">
              <a:ext uri="{FF2B5EF4-FFF2-40B4-BE49-F238E27FC236}">
                <a16:creationId xmlns:a16="http://schemas.microsoft.com/office/drawing/2014/main" id="{62B8BEA8-2FC7-42CA-B3F2-1B9242278519}"/>
              </a:ext>
            </a:extLst>
          </p:cNvPr>
          <p:cNvSpPr>
            <a:spLocks xmlns:a="http://schemas.openxmlformats.org/drawingml/2006/main" noGrp="1"/>
          </p:cNvSpPr>
          <p:nvPr/>
        </p:nvSpPr>
        <p:spPr>
          <a:xfrm xmlns:a="http://schemas.openxmlformats.org/drawingml/2006/main">
            <a:off x="5019675" y="6543675"/>
            <a:ext cx="3819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197966"/>
                </a:solidFill>
                <a:latin typeface="Malgun Gothic"/>
                <a:ea typeface="Malgun Gothic"/>
                <a:cs typeface="Malgun Gothic"/>
              </a:defRPr>
            </a:defPPr>
          </a:lstStyle>
          <a:p xmlns:a="http://schemas.openxmlformats.org/drawingml/2006/main">
            <a:pPr algn="ctr">
              <a:defRPr sz="1650" b="0">
                <a:solidFill>
                  <a:srgbClr val="197966"/>
                </a:solidFill>
                <a:latin typeface="Malgun Gothic"/>
                <a:ea typeface="Malgun Gothic"/>
                <a:cs typeface="Malgun Gothic"/>
              </a:defRPr>
            </a:pPr>
            <a:r>
              <a:rPr sz="1650" b="0">
                <a:solidFill>
                  <a:srgbClr val="197966"/>
                </a:solidFill>
                <a:latin typeface="Malgun Gothic"/>
                <a:ea typeface="Malgun Gothic"/>
                <a:cs typeface="Malgun Gothic"/>
              </a:rPr>
              <a:t>모든 적용·검사 후 완료보고</a:t>
            </a:r>
          </a:p>
        </p:txBody>
      </p:sp>
      <p:cxnSp>
        <p:nvCxnSpPr>
          <p:cNvPr id="28" name="done-report">
            <a:extLst xmlns:a="http://schemas.openxmlformats.org/drawingml/2006/main">
              <a:ext uri="{FF2B5EF4-FFF2-40B4-BE49-F238E27FC236}">
                <a16:creationId xmlns:a16="http://schemas.microsoft.com/office/drawing/2014/main" id="{A76149DB-319B-4C99-A54A-0592DECB18AA}"/>
              </a:ext>
            </a:extLst>
          </p:cNvPr>
          <p:cNvCxnSpPr/>
          <p:nvPr/>
        </p:nvCxnSpPr>
        <p:spPr>
          <a:xfrm xmlns:a="http://schemas.openxmlformats.org/drawingml/2006/main" flipH="1" flipV="0">
            <a:off x="4905375" y="6867525"/>
            <a:ext cx="4048125" cy="0"/>
          </a:xfrm>
          <a:prstGeom xmlns:a="http://schemas.openxmlformats.org/drawingml/2006/main" prst="straightConnector1">
            <a:avLst/>
          </a:prstGeom>
          <a:ln xmlns:a="http://schemas.openxmlformats.org/drawingml/2006/main" w="20003">
            <a:solidFill>
              <a:srgbClr val="197966"/>
            </a:solidFill>
            <a:prstDash val="solid"/>
            <a:tailEnd type="triangle" w="sm" len="sm"/>
          </a:ln>
        </p:spPr>
      </p:cxnSp>
      <p:sp>
        <p:nvSpPr>
          <p:cNvPr id="29" name="done-forward-label">
            <a:extLst xmlns:a="http://schemas.openxmlformats.org/drawingml/2006/main">
              <a:ext uri="{FF2B5EF4-FFF2-40B4-BE49-F238E27FC236}">
                <a16:creationId xmlns:a16="http://schemas.microsoft.com/office/drawing/2014/main" id="{005D6092-B43B-4182-A603-69DEC140AF7E}"/>
              </a:ext>
            </a:extLst>
          </p:cNvPr>
          <p:cNvSpPr>
            <a:spLocks xmlns:a="http://schemas.openxmlformats.org/drawingml/2006/main" noGrp="1"/>
          </p:cNvSpPr>
          <p:nvPr/>
        </p:nvSpPr>
        <p:spPr>
          <a:xfrm xmlns:a="http://schemas.openxmlformats.org/drawingml/2006/main">
            <a:off x="1924050" y="6896100"/>
            <a:ext cx="2867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197966"/>
                </a:solidFill>
                <a:latin typeface="Malgun Gothic"/>
                <a:ea typeface="Malgun Gothic"/>
                <a:cs typeface="Malgun Gothic"/>
              </a:defRPr>
            </a:defPPr>
          </a:lstStyle>
          <a:p xmlns:a="http://schemas.openxmlformats.org/drawingml/2006/main">
            <a:pPr algn="ctr">
              <a:defRPr sz="1650" b="0">
                <a:solidFill>
                  <a:srgbClr val="197966"/>
                </a:solidFill>
                <a:latin typeface="Malgun Gothic"/>
                <a:ea typeface="Malgun Gothic"/>
                <a:cs typeface="Malgun Gothic"/>
              </a:defRPr>
            </a:pPr>
            <a:r>
              <a:rPr sz="1650" b="0">
                <a:solidFill>
                  <a:srgbClr val="197966"/>
                </a:solidFill>
                <a:latin typeface="Malgun Gothic"/>
                <a:ea typeface="Malgun Gothic"/>
                <a:cs typeface="Malgun Gothic"/>
              </a:rPr>
              <a:t>최종 결과 전달</a:t>
            </a:r>
          </a:p>
        </p:txBody>
      </p:sp>
      <p:cxnSp>
        <p:nvCxnSpPr>
          <p:cNvPr id="30" name="done-forward">
            <a:extLst xmlns:a="http://schemas.openxmlformats.org/drawingml/2006/main">
              <a:ext uri="{FF2B5EF4-FFF2-40B4-BE49-F238E27FC236}">
                <a16:creationId xmlns:a16="http://schemas.microsoft.com/office/drawing/2014/main" id="{7DFD5D9A-CA0C-46E4-9614-8A2F791A3420}"/>
              </a:ext>
            </a:extLst>
          </p:cNvPr>
          <p:cNvCxnSpPr/>
          <p:nvPr/>
        </p:nvCxnSpPr>
        <p:spPr>
          <a:xfrm xmlns:a="http://schemas.openxmlformats.org/drawingml/2006/main" flipH="1" flipV="0">
            <a:off x="1809750" y="7219950"/>
            <a:ext cx="3095625" cy="0"/>
          </a:xfrm>
          <a:prstGeom xmlns:a="http://schemas.openxmlformats.org/drawingml/2006/main" prst="straightConnector1">
            <a:avLst/>
          </a:prstGeom>
          <a:ln xmlns:a="http://schemas.openxmlformats.org/drawingml/2006/main" w="20003">
            <a:solidFill>
              <a:srgbClr val="197966"/>
            </a:solidFill>
            <a:prstDash val="solid"/>
            <a:tailEnd type="triangle" w="sm" len="sm"/>
          </a:ln>
        </p:spPr>
      </p:cxnSp>
      <p:cxnSp>
        <p:nvCxnSpPr>
          <p:cNvPr id="31" name="distinction-rule">
            <a:extLst xmlns:a="http://schemas.openxmlformats.org/drawingml/2006/main">
              <a:ext uri="{FF2B5EF4-FFF2-40B4-BE49-F238E27FC236}">
                <a16:creationId xmlns:a16="http://schemas.microsoft.com/office/drawing/2014/main" id="{D7E5890F-3FE1-4C24-AFE5-6E2AD4B252B9}"/>
              </a:ext>
            </a:extLst>
          </p:cNvPr>
          <p:cNvCxnSpPr/>
          <p:nvPr/>
        </p:nvCxnSpPr>
        <p:spPr>
          <a:xfrm xmlns:a="http://schemas.openxmlformats.org/drawingml/2006/main" flipH="0" flipV="0">
            <a:off x="10668000" y="1981200"/>
            <a:ext cx="0" cy="5400675"/>
          </a:xfrm>
          <a:prstGeom xmlns:a="http://schemas.openxmlformats.org/drawingml/2006/main" prst="straightConnector1">
            <a:avLst/>
          </a:prstGeom>
          <a:ln xmlns:a="http://schemas.openxmlformats.org/drawingml/2006/main" w="13335">
            <a:solidFill>
              <a:srgbClr val="B8C4CF"/>
            </a:solidFill>
            <a:prstDash val="solid"/>
            <a:tailEnd type="none" w="sm" len="sm"/>
          </a:ln>
        </p:spPr>
      </p:cxnSp>
      <p:sp>
        <p:nvSpPr>
          <p:cNvPr id="32" name="ack-head">
            <a:extLst xmlns:a="http://schemas.openxmlformats.org/drawingml/2006/main">
              <a:ext uri="{FF2B5EF4-FFF2-40B4-BE49-F238E27FC236}">
                <a16:creationId xmlns:a16="http://schemas.microsoft.com/office/drawing/2014/main" id="{AC613F08-810A-43AF-9E98-5D3655ED57B6}"/>
              </a:ext>
            </a:extLst>
          </p:cNvPr>
          <p:cNvSpPr>
            <a:spLocks xmlns:a="http://schemas.openxmlformats.org/drawingml/2006/main" noGrp="1"/>
          </p:cNvSpPr>
          <p:nvPr/>
        </p:nvSpPr>
        <p:spPr>
          <a:xfrm xmlns:a="http://schemas.openxmlformats.org/drawingml/2006/main">
            <a:off x="11001375" y="2085975"/>
            <a:ext cx="3667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667B2"/>
                </a:solidFill>
                <a:latin typeface="Malgun Gothic"/>
                <a:ea typeface="Malgun Gothic"/>
                <a:cs typeface="Malgun Gothic"/>
              </a:defRPr>
            </a:defPPr>
          </a:lstStyle>
          <a:p xmlns:a="http://schemas.openxmlformats.org/drawingml/2006/main">
            <a:pPr algn="l">
              <a:defRPr sz="1875" b="1">
                <a:solidFill>
                  <a:srgbClr val="1667B2"/>
                </a:solidFill>
                <a:latin typeface="Malgun Gothic"/>
                <a:ea typeface="Malgun Gothic"/>
                <a:cs typeface="Malgun Gothic"/>
              </a:defRPr>
            </a:pPr>
            <a:r>
              <a:rPr sz="1875" b="1">
                <a:solidFill>
                  <a:srgbClr val="1667B2"/>
                </a:solidFill>
                <a:latin typeface="Malgun Gothic"/>
                <a:ea typeface="Malgun Gothic"/>
                <a:cs typeface="Malgun Gothic"/>
              </a:rPr>
              <a:t>① 요청 접수 응답</a:t>
            </a:r>
          </a:p>
        </p:txBody>
      </p:sp>
      <p:sp>
        <p:nvSpPr>
          <p:cNvPr id="33" name="ack-body">
            <a:extLst xmlns:a="http://schemas.openxmlformats.org/drawingml/2006/main">
              <a:ext uri="{FF2B5EF4-FFF2-40B4-BE49-F238E27FC236}">
                <a16:creationId xmlns:a16="http://schemas.microsoft.com/office/drawing/2014/main" id="{DF2A5A95-C34B-4215-BD63-B25DE2AA2596}"/>
              </a:ext>
            </a:extLst>
          </p:cNvPr>
          <p:cNvSpPr>
            <a:spLocks xmlns:a="http://schemas.openxmlformats.org/drawingml/2006/main" noGrp="1"/>
          </p:cNvSpPr>
          <p:nvPr/>
        </p:nvSpPr>
        <p:spPr>
          <a:xfrm xmlns:a="http://schemas.openxmlformats.org/drawingml/2006/main">
            <a:off x="11001375" y="2543175"/>
            <a:ext cx="3667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172F46"/>
                </a:solidFill>
                <a:latin typeface="Malgun Gothic"/>
                <a:ea typeface="Malgun Gothic"/>
                <a:cs typeface="Malgun Gothic"/>
              </a:defRPr>
            </a:defPPr>
          </a:lstStyle>
          <a:p xmlns:a="http://schemas.openxmlformats.org/drawingml/2006/main">
            <a:pPr algn="l">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수신·처리 예정 여부 확인</a:t>
            </a:r>
          </a:p>
          <a:p xmlns:a="http://schemas.openxmlformats.org/drawingml/2006/main">
            <a:pPr algn="l">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접수 ACK만으로</a:t>
            </a:r>
          </a:p>
          <a:p xmlns:a="http://schemas.openxmlformats.org/drawingml/2006/main">
            <a:pPr algn="l">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승인·전체 완료 판단 금지</a:t>
            </a:r>
          </a:p>
        </p:txBody>
      </p:sp>
      <p:sp>
        <p:nvSpPr>
          <p:cNvPr id="34" name="approval-head">
            <a:extLst xmlns:a="http://schemas.openxmlformats.org/drawingml/2006/main">
              <a:ext uri="{FF2B5EF4-FFF2-40B4-BE49-F238E27FC236}">
                <a16:creationId xmlns:a16="http://schemas.microsoft.com/office/drawing/2014/main" id="{8B6AF88A-9A29-469E-AFD9-958E5B260D78}"/>
              </a:ext>
            </a:extLst>
          </p:cNvPr>
          <p:cNvSpPr>
            <a:spLocks xmlns:a="http://schemas.openxmlformats.org/drawingml/2006/main" noGrp="1"/>
          </p:cNvSpPr>
          <p:nvPr/>
        </p:nvSpPr>
        <p:spPr>
          <a:xfrm xmlns:a="http://schemas.openxmlformats.org/drawingml/2006/main">
            <a:off x="11001375" y="3762375"/>
            <a:ext cx="3667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9B611B"/>
                </a:solidFill>
                <a:latin typeface="Malgun Gothic"/>
                <a:ea typeface="Malgun Gothic"/>
                <a:cs typeface="Malgun Gothic"/>
              </a:defRPr>
            </a:defPPr>
          </a:lstStyle>
          <a:p xmlns:a="http://schemas.openxmlformats.org/drawingml/2006/main">
            <a:pPr algn="l">
              <a:defRPr sz="1875" b="1">
                <a:solidFill>
                  <a:srgbClr val="9B611B"/>
                </a:solidFill>
                <a:latin typeface="Malgun Gothic"/>
                <a:ea typeface="Malgun Gothic"/>
                <a:cs typeface="Malgun Gothic"/>
              </a:defRPr>
            </a:pPr>
            <a:r>
              <a:rPr sz="1875" b="1">
                <a:solidFill>
                  <a:srgbClr val="9B611B"/>
                </a:solidFill>
                <a:latin typeface="Malgun Gothic"/>
                <a:ea typeface="Malgun Gothic"/>
                <a:cs typeface="Malgun Gothic"/>
              </a:rPr>
              <a:t>② 사전 유효성 승인</a:t>
            </a:r>
          </a:p>
        </p:txBody>
      </p:sp>
      <p:sp>
        <p:nvSpPr>
          <p:cNvPr id="35" name="approval-body">
            <a:extLst xmlns:a="http://schemas.openxmlformats.org/drawingml/2006/main">
              <a:ext uri="{FF2B5EF4-FFF2-40B4-BE49-F238E27FC236}">
                <a16:creationId xmlns:a16="http://schemas.microsoft.com/office/drawing/2014/main" id="{49930F0D-8AA0-4798-8D62-F8F1A00A2AB0}"/>
              </a:ext>
            </a:extLst>
          </p:cNvPr>
          <p:cNvSpPr>
            <a:spLocks xmlns:a="http://schemas.openxmlformats.org/drawingml/2006/main" noGrp="1"/>
          </p:cNvSpPr>
          <p:nvPr/>
        </p:nvSpPr>
        <p:spPr>
          <a:xfrm xmlns:a="http://schemas.openxmlformats.org/drawingml/2006/main">
            <a:off x="11001375" y="4219575"/>
            <a:ext cx="3667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172F46"/>
                </a:solidFill>
                <a:latin typeface="Malgun Gothic"/>
                <a:ea typeface="Malgun Gothic"/>
                <a:cs typeface="Malgun Gothic"/>
              </a:defRPr>
            </a:defPPr>
          </a:lstStyle>
          <a:p xmlns:a="http://schemas.openxmlformats.org/drawingml/2006/main">
            <a:pPr algn="l">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로컬 검사 정상 + RMS PASS</a:t>
            </a:r>
          </a:p>
          <a:p xmlns:a="http://schemas.openxmlformats.org/drawingml/2006/main">
            <a:pPr algn="l">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요청ID·모델·버전 일치</a:t>
            </a:r>
          </a:p>
          <a:p xmlns:a="http://schemas.openxmlformats.org/drawingml/2006/main">
            <a:pPr algn="l">
              <a:defRPr sz="1725" b="0">
                <a:solidFill>
                  <a:srgbClr val="172F46"/>
                </a:solidFill>
                <a:latin typeface="Malgun Gothic"/>
                <a:ea typeface="Malgun Gothic"/>
                <a:cs typeface="Malgun Gothic"/>
              </a:defRPr>
            </a:pPr>
            <a:r>
              <a:rPr sz="1725" b="0">
                <a:solidFill>
                  <a:srgbClr val="172F46"/>
                </a:solidFill>
                <a:latin typeface="Malgun Gothic"/>
                <a:ea typeface="Malgun Gothic"/>
                <a:cs typeface="Malgun Gothic"/>
              </a:rPr>
              <a:t>승인 후 바디 변경 시 재검증</a:t>
            </a:r>
          </a:p>
        </p:txBody>
      </p:sp>
      <p:sp>
        <p:nvSpPr>
          <p:cNvPr id="36" name="done-head">
            <a:extLst xmlns:a="http://schemas.openxmlformats.org/drawingml/2006/main">
              <a:ext uri="{FF2B5EF4-FFF2-40B4-BE49-F238E27FC236}">
                <a16:creationId xmlns:a16="http://schemas.microsoft.com/office/drawing/2014/main" id="{C97A3E33-6F60-4E64-B925-69A45F5A82CC}"/>
              </a:ext>
            </a:extLst>
          </p:cNvPr>
          <p:cNvSpPr>
            <a:spLocks xmlns:a="http://schemas.openxmlformats.org/drawingml/2006/main" noGrp="1"/>
          </p:cNvSpPr>
          <p:nvPr/>
        </p:nvSpPr>
        <p:spPr>
          <a:xfrm xmlns:a="http://schemas.openxmlformats.org/drawingml/2006/main">
            <a:off x="11001375" y="5438775"/>
            <a:ext cx="3667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97966"/>
                </a:solidFill>
                <a:latin typeface="Malgun Gothic"/>
                <a:ea typeface="Malgun Gothic"/>
                <a:cs typeface="Malgun Gothic"/>
              </a:defRPr>
            </a:defPPr>
          </a:lstStyle>
          <a:p xmlns:a="http://schemas.openxmlformats.org/drawingml/2006/main">
            <a:pPr algn="l">
              <a:defRPr sz="1875" b="1">
                <a:solidFill>
                  <a:srgbClr val="197966"/>
                </a:solidFill>
                <a:latin typeface="Malgun Gothic"/>
                <a:ea typeface="Malgun Gothic"/>
                <a:cs typeface="Malgun Gothic"/>
              </a:defRPr>
            </a:pPr>
            <a:r>
              <a:rPr sz="1875" b="1">
                <a:solidFill>
                  <a:srgbClr val="197966"/>
                </a:solidFill>
                <a:latin typeface="Malgun Gothic"/>
                <a:ea typeface="Malgun Gothic"/>
                <a:cs typeface="Malgun Gothic"/>
              </a:rPr>
              <a:t>③ 동작 후 완료 확인</a:t>
            </a:r>
          </a:p>
        </p:txBody>
      </p:sp>
      <p:sp>
        <p:nvSpPr>
          <p:cNvPr id="37" name="done-body">
            <a:extLst xmlns:a="http://schemas.openxmlformats.org/drawingml/2006/main">
              <a:ext uri="{FF2B5EF4-FFF2-40B4-BE49-F238E27FC236}">
                <a16:creationId xmlns:a16="http://schemas.microsoft.com/office/drawing/2014/main" id="{81F086AF-DF59-4BC0-8047-8E1F154866D9}"/>
              </a:ext>
            </a:extLst>
          </p:cNvPr>
          <p:cNvSpPr>
            <a:spLocks xmlns:a="http://schemas.openxmlformats.org/drawingml/2006/main" noGrp="1"/>
          </p:cNvSpPr>
          <p:nvPr/>
        </p:nvSpPr>
        <p:spPr>
          <a:xfrm xmlns:a="http://schemas.openxmlformats.org/drawingml/2006/main">
            <a:off x="11001375" y="5895975"/>
            <a:ext cx="3667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172F46"/>
                </a:solidFill>
                <a:latin typeface="Malgun Gothic"/>
                <a:ea typeface="Malgun Gothic"/>
                <a:cs typeface="Malgun Gothic"/>
              </a:defRPr>
            </a:defPPr>
          </a:lstStyle>
          <a:p xmlns:a="http://schemas.openxmlformats.org/drawingml/2006/main">
            <a:pPr algn="l">
              <a:defRPr sz="1650" b="0">
                <a:solidFill>
                  <a:srgbClr val="172F46"/>
                </a:solidFill>
                <a:latin typeface="Malgun Gothic"/>
                <a:ea typeface="Malgun Gothic"/>
                <a:cs typeface="Malgun Gothic"/>
              </a:defRPr>
            </a:pPr>
            <a:r>
              <a:rPr sz="1650" b="0">
                <a:solidFill>
                  <a:srgbClr val="172F46"/>
                </a:solidFill>
                <a:latin typeface="Malgun Gothic"/>
                <a:ea typeface="Malgun Gothic"/>
                <a:cs typeface="Malgun Gothic"/>
              </a:rPr>
              <a:t>승인 대상과 적용 레시피 일치</a:t>
            </a:r>
          </a:p>
          <a:p xmlns:a="http://schemas.openxmlformats.org/drawingml/2006/main">
            <a:pPr algn="l">
              <a:defRPr sz="1650" b="0">
                <a:solidFill>
                  <a:srgbClr val="172F46"/>
                </a:solidFill>
                <a:latin typeface="Malgun Gothic"/>
                <a:ea typeface="Malgun Gothic"/>
                <a:cs typeface="Malgun Gothic"/>
              </a:defRPr>
            </a:pPr>
            <a:r>
              <a:rPr sz="1650" b="0">
                <a:solidFill>
                  <a:srgbClr val="172F46"/>
                </a:solidFill>
                <a:latin typeface="Malgun Gothic"/>
                <a:ea typeface="Malgun Gothic"/>
                <a:cs typeface="Malgun Gothic"/>
              </a:rPr>
              <a:t>Z·파워·핀·비전·검사·보정 정상</a:t>
            </a:r>
          </a:p>
          <a:p xmlns:a="http://schemas.openxmlformats.org/drawingml/2006/main">
            <a:pPr algn="l">
              <a:defRPr sz="1650" b="0">
                <a:solidFill>
                  <a:srgbClr val="172F46"/>
                </a:solidFill>
                <a:latin typeface="Malgun Gothic"/>
                <a:ea typeface="Malgun Gothic"/>
                <a:cs typeface="Malgun Gothic"/>
              </a:defRPr>
            </a:pPr>
            <a:r>
              <a:rPr sz="1650" b="0">
                <a:solidFill>
                  <a:srgbClr val="172F46"/>
                </a:solidFill>
                <a:latin typeface="Malgun Gothic"/>
                <a:ea typeface="Malgun Gothic"/>
                <a:cs typeface="Malgun Gothic"/>
              </a:rPr>
              <a:t>최종 결과 보고·양산 허용</a:t>
            </a:r>
          </a:p>
        </p:txBody>
      </p:sp>
      <p:sp>
        <p:nvSpPr>
          <p:cNvPr id="38" name="handshake-fail">
            <a:extLst xmlns:a="http://schemas.openxmlformats.org/drawingml/2006/main">
              <a:ext uri="{FF2B5EF4-FFF2-40B4-BE49-F238E27FC236}">
                <a16:creationId xmlns:a16="http://schemas.microsoft.com/office/drawing/2014/main" id="{CF3807EF-A652-4963-9190-5C4E0AAEB8E4}"/>
              </a:ext>
            </a:extLst>
          </p:cNvPr>
          <p:cNvSpPr>
            <a:spLocks xmlns:a="http://schemas.openxmlformats.org/drawingml/2006/main" noGrp="1"/>
          </p:cNvSpPr>
          <p:nvPr/>
        </p:nvSpPr>
        <p:spPr>
          <a:xfrm xmlns:a="http://schemas.openxmlformats.org/drawingml/2006/main">
            <a:off x="571500" y="7610475"/>
            <a:ext cx="14097000" cy="419100"/>
          </a:xfrm>
          <a:prstGeom xmlns:a="http://schemas.openxmlformats.org/drawingml/2006/main" prst="rect">
            <a:avLst/>
          </a:prstGeom>
          <a:solidFill xmlns:a="http://schemas.openxmlformats.org/drawingml/2006/main">
            <a:srgbClr val="FBEFEB"/>
          </a:solidFill>
          <a:ln xmlns:a="http://schemas.openxmlformats.org/drawingml/2006/main" w="15240">
            <a:solidFill>
              <a:srgbClr val="A64743"/>
            </a:solidFill>
            <a:prstDash val="solid"/>
          </a:ln>
        </p:spPr>
        <p:txBody>
          <a:bodyPr xmlns:a="http://schemas.openxmlformats.org/drawingml/2006/main" wrap="square" lIns="95250" tIns="95250" rIns="95250" bIns="95250" anchor="ctr">
            <a:noAutofit/>
          </a:bodyPr>
          <a:lstStyle xmlns:a="http://schemas.openxmlformats.org/drawingml/2006/main">
            <a:defPPr algn="ctr">
              <a:defRPr sz="1575">
                <a:solidFill>
                  <a:srgbClr val="172F46"/>
                </a:solidFill>
                <a:latin typeface="Malgun Gothic"/>
                <a:ea typeface="Malgun Gothic"/>
                <a:cs typeface="Malgun Gothic"/>
              </a:defRPr>
            </a:defPPr>
          </a:lstStyle>
          <a:p xmlns:a="http://schemas.openxmlformats.org/drawingml/2006/main">
            <a:pPr algn="ctr">
              <a:defRPr sz="1575">
                <a:solidFill>
                  <a:srgbClr val="172F46"/>
                </a:solidFill>
                <a:latin typeface="Malgun Gothic"/>
                <a:ea typeface="Malgun Gothic"/>
                <a:cs typeface="Malgun Gothic"/>
              </a:defRPr>
            </a:pPr>
            <a:r>
              <a:rPr sz="1575">
                <a:solidFill>
                  <a:srgbClr val="172F46"/>
                </a:solidFill>
                <a:latin typeface="Malgun Gothic"/>
                <a:ea typeface="Malgun Gothic"/>
                <a:cs typeface="Malgun Gothic"/>
              </a:rPr>
              <a:t>FAIL·Timeout·통신단절·대상 불일치: 새 조건 적용 금지, 원인 회신, 재검증/복구 정책에 따라 처리</a:t>
            </a:r>
          </a:p>
        </p:txBody>
      </p:sp>
      <p:sp>
        <p:nvSpPr>
          <p:cNvPr id="39" name="standards-note">
            <a:extLst xmlns:a="http://schemas.openxmlformats.org/drawingml/2006/main">
              <a:ext uri="{FF2B5EF4-FFF2-40B4-BE49-F238E27FC236}">
                <a16:creationId xmlns:a16="http://schemas.microsoft.com/office/drawing/2014/main" id="{6BBC6ACB-C018-4C32-A326-033E3483239A}"/>
              </a:ext>
            </a:extLst>
          </p:cNvPr>
          <p:cNvSpPr>
            <a:spLocks xmlns:a="http://schemas.openxmlformats.org/drawingml/2006/main" noGrp="1"/>
          </p:cNvSpPr>
          <p:nvPr/>
        </p:nvSpPr>
        <p:spPr>
          <a:xfrm xmlns:a="http://schemas.openxmlformats.org/drawingml/2006/main">
            <a:off x="571500" y="8096250"/>
            <a:ext cx="13144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5C6C7C"/>
                </a:solidFill>
                <a:latin typeface="Malgun Gothic"/>
                <a:ea typeface="Malgun Gothic"/>
                <a:cs typeface="Malgun Gothic"/>
              </a:defRPr>
            </a:defPPr>
          </a:lstStyle>
          <a:p xmlns:a="http://schemas.openxmlformats.org/drawingml/2006/main">
            <a:pPr algn="l">
              <a:defRPr sz="1500" b="0">
                <a:solidFill>
                  <a:srgbClr val="5C6C7C"/>
                </a:solidFill>
                <a:latin typeface="Malgun Gothic"/>
                <a:ea typeface="Malgun Gothic"/>
                <a:cs typeface="Malgun Gothic"/>
              </a:defRPr>
            </a:pPr>
            <a:r>
              <a:rPr sz="1500" b="0">
                <a:solidFill>
                  <a:srgbClr val="5C6C7C"/>
                </a:solidFill>
                <a:latin typeface="Malgun Gothic"/>
                <a:ea typeface="Malgun Gothic"/>
                <a:cs typeface="Malgun Gothic"/>
              </a:rPr>
              <a:t>일반 원칙은 사용 전 검증. RMS 승인 왕복·신호명은 A3 설계안이며 단순 수신 ACK와 구분</a:t>
            </a:r>
          </a:p>
        </p:txBody>
      </p:sp>
      <p:sp>
        <p:nvSpPr>
          <p:cNvPr id="40" name="page-number">
            <a:extLst xmlns:a="http://schemas.openxmlformats.org/drawingml/2006/main">
              <a:ext uri="{FF2B5EF4-FFF2-40B4-BE49-F238E27FC236}">
                <a16:creationId xmlns:a16="http://schemas.microsoft.com/office/drawing/2014/main" id="{DBDE991D-8E65-4E6C-9180-45C1AACD8F5A}"/>
              </a:ext>
            </a:extLst>
          </p:cNvPr>
          <p:cNvSpPr>
            <a:spLocks xmlns:a="http://schemas.openxmlformats.org/drawingml/2006/main" noGrp="1"/>
          </p:cNvSpPr>
          <p:nvPr/>
        </p:nvSpPr>
        <p:spPr>
          <a:xfrm xmlns:a="http://schemas.openxmlformats.org/drawingml/2006/main">
            <a:off x="13906500" y="815340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5C6C7C"/>
                </a:solidFill>
                <a:latin typeface="Malgun Gothic"/>
                <a:ea typeface="Malgun Gothic"/>
                <a:cs typeface="Malgun Gothic"/>
              </a:defRPr>
            </a:defPPr>
          </a:lstStyle>
          <a:p xmlns:a="http://schemas.openxmlformats.org/drawingml/2006/main">
            <a:pPr algn="r">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2 / 4</a:t>
            </a:r>
          </a:p>
        </p:txBody>
      </p:sp>
    </p:spTree>
    <p:extLst>
      <p:ext uri="{BB962C8B-B14F-4D97-AF65-F5344CB8AC3E}">
        <p14:creationId xmlns:p14="http://schemas.microsoft.com/office/powerpoint/2010/main" val="1272524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3" name="">
            <a:extLst xmlns:a="http://schemas.openxmlformats.org/drawingml/2006/main">
              <a:ext uri="{FF2B5EF4-FFF2-40B4-BE49-F238E27FC236}">
                <a16:creationId xmlns:a16="http://schemas.microsoft.com/office/drawing/2014/main" id="{FD85D79A-A5B6-45F5-A934-B144AFE6788D}"/>
              </a:ext>
            </a:extLst>
          </p:cNvPr>
          <p:cNvCxnSpPr>
            <a:stCxn xmlns:a="http://schemas.openxmlformats.org/drawingml/2006/main" id="15" idx="2"/>
            <a:endCxn xmlns:a="http://schemas.openxmlformats.org/drawingml/2006/main" id="32" idx="0"/>
          </p:cNvCxnSpPr>
          <p:nvPr/>
        </p:nvCxnSpPr>
        <p:spPr>
          <a:xfrm xmlns:a="http://schemas.openxmlformats.org/drawingml/2006/main">
            <a:off x="5667375" y="6276975"/>
            <a:ext cx="0" cy="428625"/>
          </a:xfrm>
          <a:prstGeom xmlns:a="http://schemas.openxmlformats.org/drawingml/2006/main" prst="straightConnector1">
            <a:avLst/>
          </a:prstGeom>
          <a:ln xmlns:a="http://schemas.openxmlformats.org/drawingml/2006/main" w="20003">
            <a:solidFill>
              <a:srgbClr val="A64743"/>
            </a:solidFill>
            <a:prstDash val="dash"/>
            <a:tailEnd type="triangle" w="sm" len="sm"/>
          </a:ln>
        </p:spPr>
      </p:cxnSp>
      <p:cxnSp>
        <p:nvCxnSpPr>
          <p:cNvPr id="22" name="">
            <a:extLst xmlns:a="http://schemas.openxmlformats.org/drawingml/2006/main">
              <a:ext uri="{FF2B5EF4-FFF2-40B4-BE49-F238E27FC236}">
                <a16:creationId xmlns:a16="http://schemas.microsoft.com/office/drawing/2014/main" id="{B17BF37E-3060-4E54-BC18-207000DB15A1}"/>
              </a:ext>
            </a:extLst>
          </p:cNvPr>
          <p:cNvCxnSpPr>
            <a:stCxn xmlns:a="http://schemas.openxmlformats.org/drawingml/2006/main" id="14" idx="3"/>
            <a:endCxn xmlns:a="http://schemas.openxmlformats.org/drawingml/2006/main" id="15" idx="1"/>
          </p:cNvCxnSpPr>
          <p:nvPr/>
        </p:nvCxnSpPr>
        <p:spPr>
          <a:xfrm xmlns:a="http://schemas.openxmlformats.org/drawingml/2006/main">
            <a:off x="3476625" y="5753100"/>
            <a:ext cx="523875" cy="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E1A55386-EFC3-4961-86E2-13AEF2CC5CE0}"/>
              </a:ext>
            </a:extLst>
          </p:cNvPr>
          <p:cNvCxnSpPr>
            <a:stCxn xmlns:a="http://schemas.openxmlformats.org/drawingml/2006/main" id="8" idx="3"/>
            <a:endCxn xmlns:a="http://schemas.openxmlformats.org/drawingml/2006/main" id="9" idx="1"/>
          </p:cNvCxnSpPr>
          <p:nvPr/>
        </p:nvCxnSpPr>
        <p:spPr>
          <a:xfrm xmlns:a="http://schemas.openxmlformats.org/drawingml/2006/main">
            <a:off x="3476625" y="3724275"/>
            <a:ext cx="523875" cy="1905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3BA33BF5-9445-466F-BCC8-04B9D188A846}"/>
              </a:ext>
            </a:extLst>
          </p:cNvPr>
          <p:cNvCxnSpPr>
            <a:stCxn xmlns:a="http://schemas.openxmlformats.org/drawingml/2006/main" id="7" idx="2"/>
            <a:endCxn xmlns:a="http://schemas.openxmlformats.org/drawingml/2006/main" id="8" idx="0"/>
          </p:cNvCxnSpPr>
          <p:nvPr/>
        </p:nvCxnSpPr>
        <p:spPr>
          <a:xfrm xmlns:a="http://schemas.openxmlformats.org/drawingml/2006/main" flipH="1">
            <a:off x="2571750" y="2886075"/>
            <a:ext cx="1381125" cy="219075"/>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sp>
        <p:nvSpPr>
          <p:cNvPr id="37" name="title">
            <a:extLst xmlns:a="http://schemas.openxmlformats.org/drawingml/2006/main">
              <a:ext uri="{FF2B5EF4-FFF2-40B4-BE49-F238E27FC236}">
                <a16:creationId xmlns:a16="http://schemas.microsoft.com/office/drawing/2014/main" id="{25395AC6-1F57-4876-B36F-9EE21ED166CC}"/>
              </a:ext>
            </a:extLst>
          </p:cNvPr>
          <p:cNvSpPr>
            <a:spLocks xmlns:a="http://schemas.openxmlformats.org/drawingml/2006/main" noGrp="1"/>
          </p:cNvSpPr>
          <p:nvPr/>
        </p:nvSpPr>
        <p:spPr>
          <a:xfrm xmlns:a="http://schemas.openxmlformats.org/drawingml/2006/main">
            <a:off x="571500" y="2667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2F46"/>
                </a:solidFill>
                <a:latin typeface="Malgun Gothic"/>
                <a:ea typeface="Malgun Gothic"/>
                <a:cs typeface="Malgun Gothic"/>
              </a:defRPr>
            </a:defPPr>
          </a:lstStyle>
          <a:p xmlns:a="http://schemas.openxmlformats.org/drawingml/2006/main">
            <a:pPr algn="l">
              <a:buNone/>
              <a:defRPr sz="3300" b="1">
                <a:solidFill>
                  <a:srgbClr val="172F46"/>
                </a:solidFill>
                <a:latin typeface="Malgun Gothic"/>
                <a:ea typeface="Malgun Gothic"/>
                <a:cs typeface="Malgun Gothic"/>
              </a:defRPr>
            </a:pPr>
            <a:r>
              <a:rPr sz="3300" b="1">
                <a:solidFill>
                  <a:srgbClr val="172F46"/>
                </a:solidFill>
                <a:latin typeface="Malgun Gothic"/>
                <a:ea typeface="Malgun Gothic"/>
                <a:cs typeface="Malgun Gothic"/>
              </a:rPr>
              <a:t>광학계 전환과 검사·보정 확인 항목</a:t>
            </a:r>
          </a:p>
        </p:txBody>
      </p:sp>
      <p:sp>
        <p:nvSpPr>
          <p:cNvPr id="2" name="subtitle">
            <a:extLst xmlns:a="http://schemas.openxmlformats.org/drawingml/2006/main">
              <a:ext uri="{FF2B5EF4-FFF2-40B4-BE49-F238E27FC236}">
                <a16:creationId xmlns:a16="http://schemas.microsoft.com/office/drawing/2014/main" id="{C684AD77-1BF3-4306-AE89-5F82B5F9A8BF}"/>
              </a:ext>
            </a:extLst>
          </p:cNvPr>
          <p:cNvSpPr>
            <a:spLocks xmlns:a="http://schemas.openxmlformats.org/drawingml/2006/main" noGrp="1"/>
          </p:cNvSpPr>
          <p:nvPr/>
        </p:nvSpPr>
        <p:spPr>
          <a:xfrm xmlns:a="http://schemas.openxmlformats.org/drawingml/2006/main">
            <a:off x="571500" y="9048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C6C7C"/>
                </a:solidFill>
                <a:latin typeface="Malgun Gothic"/>
                <a:ea typeface="Malgun Gothic"/>
                <a:cs typeface="Malgun Gothic"/>
              </a:defRPr>
            </a:defPPr>
          </a:lstStyle>
          <a:p xmlns:a="http://schemas.openxmlformats.org/drawingml/2006/main">
            <a:pPr algn="l">
              <a:buNone/>
              <a:defRPr sz="1800" b="0">
                <a:solidFill>
                  <a:srgbClr val="5C6C7C"/>
                </a:solidFill>
                <a:latin typeface="Malgun Gothic"/>
                <a:ea typeface="Malgun Gothic"/>
                <a:cs typeface="Malgun Gothic"/>
              </a:defRPr>
            </a:pPr>
            <a:r>
              <a:rPr sz="1800" b="0">
                <a:solidFill>
                  <a:srgbClr val="5C6C7C"/>
                </a:solidFill>
                <a:latin typeface="Malgun Gothic"/>
                <a:ea typeface="Malgun Gothic"/>
                <a:cs typeface="Malgun Gothic"/>
              </a:rPr>
              <a:t>사전 유효성 승인 후 광학계 전환, 파워 조건 변경 시 측정·보정, 검사 결과 확인 후 보정 확정</a:t>
            </a:r>
          </a:p>
        </p:txBody>
      </p:sp>
      <p:cxnSp>
        <p:nvCxnSpPr>
          <p:cNvPr id="3" name="header-rule">
            <a:extLst xmlns:a="http://schemas.openxmlformats.org/drawingml/2006/main">
              <a:ext uri="{FF2B5EF4-FFF2-40B4-BE49-F238E27FC236}">
                <a16:creationId xmlns:a16="http://schemas.microsoft.com/office/drawing/2014/main" id="{6ED9246F-8390-458B-9373-A33F7B69DA3C}"/>
              </a:ext>
            </a:extLst>
          </p:cNvPr>
          <p:cNvCxnSpPr/>
          <p:nvPr/>
        </p:nvCxnSpPr>
        <p:spPr>
          <a:xfrm xmlns:a="http://schemas.openxmlformats.org/drawingml/2006/main" flipH="0" flipV="0">
            <a:off x="571500" y="1457325"/>
            <a:ext cx="1409700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sp>
        <p:nvSpPr>
          <p:cNvPr id="4" name="page-number">
            <a:extLst xmlns:a="http://schemas.openxmlformats.org/drawingml/2006/main">
              <a:ext uri="{FF2B5EF4-FFF2-40B4-BE49-F238E27FC236}">
                <a16:creationId xmlns:a16="http://schemas.microsoft.com/office/drawing/2014/main" id="{05C1A12E-14A6-4A4A-9EEA-AEBE4A7F2B76}"/>
              </a:ext>
            </a:extLst>
          </p:cNvPr>
          <p:cNvSpPr>
            <a:spLocks xmlns:a="http://schemas.openxmlformats.org/drawingml/2006/main" noGrp="1"/>
          </p:cNvSpPr>
          <p:nvPr/>
        </p:nvSpPr>
        <p:spPr>
          <a:xfrm xmlns:a="http://schemas.openxmlformats.org/drawingml/2006/main">
            <a:off x="13906500" y="815340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5C6C7C"/>
                </a:solidFill>
                <a:latin typeface="Malgun Gothic"/>
                <a:ea typeface="Malgun Gothic"/>
                <a:cs typeface="Malgun Gothic"/>
              </a:defRPr>
            </a:defPPr>
          </a:lstStyle>
          <a:p xmlns:a="http://schemas.openxmlformats.org/drawingml/2006/main">
            <a:pPr algn="r">
              <a:buNone/>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3 / 4</a:t>
            </a:r>
          </a:p>
        </p:txBody>
      </p:sp>
      <p:sp>
        <p:nvSpPr>
          <p:cNvPr id="5" name="optics-label">
            <a:extLst xmlns:a="http://schemas.openxmlformats.org/drawingml/2006/main">
              <a:ext uri="{FF2B5EF4-FFF2-40B4-BE49-F238E27FC236}">
                <a16:creationId xmlns:a16="http://schemas.microsoft.com/office/drawing/2014/main" id="{0318C512-438C-4DB6-9794-08A36157B082}"/>
              </a:ext>
            </a:extLst>
          </p:cNvPr>
          <p:cNvSpPr>
            <a:spLocks xmlns:a="http://schemas.openxmlformats.org/drawingml/2006/main" noGrp="1"/>
          </p:cNvSpPr>
          <p:nvPr/>
        </p:nvSpPr>
        <p:spPr>
          <a:xfrm xmlns:a="http://schemas.openxmlformats.org/drawingml/2006/main">
            <a:off x="571500" y="16002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667B2"/>
                </a:solidFill>
                <a:latin typeface="Malgun Gothic"/>
                <a:ea typeface="Malgun Gothic"/>
                <a:cs typeface="Malgun Gothic"/>
              </a:defRPr>
            </a:defPPr>
          </a:lstStyle>
          <a:p xmlns:a="http://schemas.openxmlformats.org/drawingml/2006/main">
            <a:pPr algn="l">
              <a:buNone/>
              <a:defRPr sz="1875" b="1">
                <a:solidFill>
                  <a:srgbClr val="1667B2"/>
                </a:solidFill>
                <a:latin typeface="Malgun Gothic"/>
                <a:ea typeface="Malgun Gothic"/>
                <a:cs typeface="Malgun Gothic"/>
              </a:defRPr>
            </a:pPr>
            <a:r>
              <a:rPr sz="1875" b="1">
                <a:solidFill>
                  <a:srgbClr val="1667B2"/>
                </a:solidFill>
                <a:latin typeface="Malgun Gothic"/>
                <a:ea typeface="Malgun Gothic"/>
                <a:cs typeface="Malgun Gothic"/>
              </a:rPr>
              <a:t>DOE Z·파워·보호윈도우 분기</a:t>
            </a:r>
          </a:p>
        </p:txBody>
      </p:sp>
      <p:sp>
        <p:nvSpPr>
          <p:cNvPr id="6" name="checklist-label">
            <a:extLst xmlns:a="http://schemas.openxmlformats.org/drawingml/2006/main">
              <a:ext uri="{FF2B5EF4-FFF2-40B4-BE49-F238E27FC236}">
                <a16:creationId xmlns:a16="http://schemas.microsoft.com/office/drawing/2014/main" id="{72E71D8A-A37B-4317-9367-356B1F1490BF}"/>
              </a:ext>
            </a:extLst>
          </p:cNvPr>
          <p:cNvSpPr>
            <a:spLocks xmlns:a="http://schemas.openxmlformats.org/drawingml/2006/main" noGrp="1"/>
          </p:cNvSpPr>
          <p:nvPr/>
        </p:nvSpPr>
        <p:spPr>
          <a:xfrm xmlns:a="http://schemas.openxmlformats.org/drawingml/2006/main">
            <a:off x="7810500" y="160020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97966"/>
                </a:solidFill>
                <a:latin typeface="Malgun Gothic"/>
                <a:ea typeface="Malgun Gothic"/>
                <a:cs typeface="Malgun Gothic"/>
              </a:defRPr>
            </a:defPPr>
          </a:lstStyle>
          <a:p xmlns:a="http://schemas.openxmlformats.org/drawingml/2006/main">
            <a:pPr algn="l">
              <a:buNone/>
              <a:defRPr sz="1875" b="1">
                <a:solidFill>
                  <a:srgbClr val="197966"/>
                </a:solidFill>
                <a:latin typeface="Malgun Gothic"/>
                <a:ea typeface="Malgun Gothic"/>
                <a:cs typeface="Malgun Gothic"/>
              </a:defRPr>
            </a:pPr>
            <a:r>
              <a:rPr sz="1875" b="1">
                <a:solidFill>
                  <a:srgbClr val="197966"/>
                </a:solidFill>
                <a:latin typeface="Malgun Gothic"/>
                <a:ea typeface="Malgun Gothic"/>
                <a:cs typeface="Malgun Gothic"/>
              </a:rPr>
              <a:t>동작별 통과 조건과 NG 처리</a:t>
            </a:r>
          </a:p>
        </p:txBody>
      </p:sp>
      <p:sp>
        <p:nvSpPr>
          <p:cNvPr id="7" name="doez-action">
            <a:extLst xmlns:a="http://schemas.openxmlformats.org/drawingml/2006/main">
              <a:ext uri="{FF2B5EF4-FFF2-40B4-BE49-F238E27FC236}">
                <a16:creationId xmlns:a16="http://schemas.microsoft.com/office/drawing/2014/main" id="{8AB7EE64-A77C-4B07-995A-6FB99D062820}"/>
              </a:ext>
            </a:extLst>
          </p:cNvPr>
          <p:cNvSpPr>
            <a:spLocks xmlns:a="http://schemas.openxmlformats.org/drawingml/2006/main" noGrp="1"/>
          </p:cNvSpPr>
          <p:nvPr/>
        </p:nvSpPr>
        <p:spPr>
          <a:xfrm xmlns:a="http://schemas.openxmlformats.org/drawingml/2006/main">
            <a:off x="571500" y="1981200"/>
            <a:ext cx="6762750" cy="904875"/>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DOE Z 목표 위치 적용</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Servo·원점·Alarm·이동 범위 확인</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실제 도착값과 허용오차 확인</a:t>
            </a:r>
          </a:p>
        </p:txBody>
      </p:sp>
      <p:sp>
        <p:nvSpPr>
          <p:cNvPr id="8" name="window-needed">
            <a:extLst xmlns:a="http://schemas.openxmlformats.org/drawingml/2006/main">
              <a:ext uri="{FF2B5EF4-FFF2-40B4-BE49-F238E27FC236}">
                <a16:creationId xmlns:a16="http://schemas.microsoft.com/office/drawing/2014/main" id="{45010E87-6256-4BC4-B042-76223463AF51}"/>
              </a:ext>
            </a:extLst>
          </p:cNvPr>
          <p:cNvSpPr>
            <a:spLocks xmlns:a="http://schemas.openxmlformats.org/drawingml/2006/main" noGrp="1"/>
          </p:cNvSpPr>
          <p:nvPr/>
        </p:nvSpPr>
        <p:spPr>
          <a:xfrm xmlns:a="http://schemas.openxmlformats.org/drawingml/2006/main">
            <a:off x="1666875" y="3105150"/>
            <a:ext cx="1809750" cy="1238250"/>
          </a:xfrm>
          <a:prstGeom xmlns:a="http://schemas.openxmlformats.org/drawingml/2006/main" prst="diamond">
            <a:avLst/>
          </a:prstGeom>
          <a:solidFill xmlns:a="http://schemas.openxmlformats.org/drawingml/2006/main">
            <a:srgbClr val="FFFFFF"/>
          </a:solidFill>
          <a:ln xmlns:a="http://schemas.openxmlformats.org/drawingml/2006/main" w="15240">
            <a:solidFill>
              <a:srgbClr val="1667B2"/>
            </a:solidFill>
            <a:prstDash val="solid"/>
          </a:ln>
        </p:spPr>
        <p:txBody>
          <a:bodyPr xmlns:a="http://schemas.openxmlformats.org/drawingml/2006/main" wrap="square" lIns="47625" tIns="47625" rIns="47625" bIns="47625"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윈도우</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처리 필요?</a:t>
            </a:r>
          </a:p>
        </p:txBody>
      </p:sp>
      <p:sp>
        <p:nvSpPr>
          <p:cNvPr id="9" name="window-action">
            <a:extLst xmlns:a="http://schemas.openxmlformats.org/drawingml/2006/main">
              <a:ext uri="{FF2B5EF4-FFF2-40B4-BE49-F238E27FC236}">
                <a16:creationId xmlns:a16="http://schemas.microsoft.com/office/drawing/2014/main" id="{700D4328-F194-4205-BDE3-7C60F2D375B2}"/>
              </a:ext>
            </a:extLst>
          </p:cNvPr>
          <p:cNvSpPr>
            <a:spLocks xmlns:a="http://schemas.openxmlformats.org/drawingml/2006/main" noGrp="1"/>
          </p:cNvSpPr>
          <p:nvPr/>
        </p:nvSpPr>
        <p:spPr>
          <a:xfrm xmlns:a="http://schemas.openxmlformats.org/drawingml/2006/main">
            <a:off x="4000500" y="3228975"/>
            <a:ext cx="3333750" cy="1028700"/>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buNone/>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사용량·오염·파워 저하 조건</a:t>
            </a:r>
          </a:p>
          <a:p xmlns:a="http://schemas.openxmlformats.org/drawingml/2006/main">
            <a:pPr algn="ctr">
              <a:buNone/>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유효 영역 이동 또는 교체</a:t>
            </a:r>
          </a:p>
          <a:p xmlns:a="http://schemas.openxmlformats.org/drawingml/2006/main">
            <a:pPr algn="ctr">
              <a:buNone/>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완료 센서·잔여 영역 확인</a:t>
            </a:r>
          </a:p>
        </p:txBody>
      </p:sp>
      <p:sp>
        <p:nvSpPr>
          <p:cNvPr id="12" name="window-yes-label">
            <a:extLst xmlns:a="http://schemas.openxmlformats.org/drawingml/2006/main">
              <a:ext uri="{FF2B5EF4-FFF2-40B4-BE49-F238E27FC236}">
                <a16:creationId xmlns:a16="http://schemas.microsoft.com/office/drawing/2014/main" id="{ADCADA69-E9D3-4B35-B312-A6C6C857A99B}"/>
              </a:ext>
            </a:extLst>
          </p:cNvPr>
          <p:cNvSpPr>
            <a:spLocks xmlns:a="http://schemas.openxmlformats.org/drawingml/2006/main" noGrp="1"/>
          </p:cNvSpPr>
          <p:nvPr/>
        </p:nvSpPr>
        <p:spPr>
          <a:xfrm xmlns:a="http://schemas.openxmlformats.org/drawingml/2006/main">
            <a:off x="3514725" y="3457575"/>
            <a:ext cx="4667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1667B2"/>
                </a:solidFill>
                <a:latin typeface="Malgun Gothic"/>
                <a:ea typeface="Malgun Gothic"/>
                <a:cs typeface="Malgun Gothic"/>
              </a:defRPr>
            </a:defPPr>
          </a:lstStyle>
          <a:p xmlns:a="http://schemas.openxmlformats.org/drawingml/2006/main">
            <a:pPr algn="l">
              <a:buNone/>
              <a:defRPr sz="1425" b="0">
                <a:solidFill>
                  <a:srgbClr val="1667B2"/>
                </a:solidFill>
                <a:latin typeface="Malgun Gothic"/>
                <a:ea typeface="Malgun Gothic"/>
                <a:cs typeface="Malgun Gothic"/>
              </a:defRPr>
            </a:pPr>
            <a:r>
              <a:rPr sz="1425" b="0">
                <a:solidFill>
                  <a:srgbClr val="1667B2"/>
                </a:solidFill>
                <a:latin typeface="Malgun Gothic"/>
                <a:ea typeface="Malgun Gothic"/>
                <a:cs typeface="Malgun Gothic"/>
              </a:rPr>
              <a:t>필요</a:t>
            </a:r>
          </a:p>
        </p:txBody>
      </p:sp>
      <p:sp>
        <p:nvSpPr>
          <p:cNvPr id="13" name="power-rule">
            <a:extLst xmlns:a="http://schemas.openxmlformats.org/drawingml/2006/main">
              <a:ext uri="{FF2B5EF4-FFF2-40B4-BE49-F238E27FC236}">
                <a16:creationId xmlns:a16="http://schemas.microsoft.com/office/drawing/2014/main" id="{1AA1D0B6-3C82-428E-9E70-AAE3CA579315}"/>
              </a:ext>
            </a:extLst>
          </p:cNvPr>
          <p:cNvSpPr>
            <a:spLocks xmlns:a="http://schemas.openxmlformats.org/drawingml/2006/main" noGrp="1"/>
          </p:cNvSpPr>
          <p:nvPr/>
        </p:nvSpPr>
        <p:spPr>
          <a:xfrm xmlns:a="http://schemas.openxmlformats.org/drawingml/2006/main">
            <a:off x="3762375" y="4486275"/>
            <a:ext cx="3571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C6C7C"/>
                </a:solidFill>
                <a:latin typeface="Malgun Gothic"/>
                <a:ea typeface="Malgun Gothic"/>
                <a:cs typeface="Malgun Gothic"/>
              </a:defRPr>
            </a:defPPr>
          </a:lstStyle>
          <a:p xmlns:a="http://schemas.openxmlformats.org/drawingml/2006/main">
            <a:pPr algn="l">
              <a:buNone/>
              <a:defRPr sz="1575" b="0">
                <a:solidFill>
                  <a:srgbClr val="5C6C7C"/>
                </a:solidFill>
                <a:latin typeface="Malgun Gothic"/>
                <a:ea typeface="Malgun Gothic"/>
                <a:cs typeface="Malgun Gothic"/>
              </a:defRPr>
            </a:pPr>
            <a:r>
              <a:rPr sz="1575" b="0">
                <a:solidFill>
                  <a:srgbClr val="5C6C7C"/>
                </a:solidFill>
                <a:latin typeface="Malgun Gothic"/>
                <a:ea typeface="Malgun Gothic"/>
                <a:cs typeface="Malgun Gothic"/>
              </a:rPr>
              <a:t>새 레시피의 파워가 다름</a:t>
            </a:r>
          </a:p>
          <a:p xmlns:a="http://schemas.openxmlformats.org/drawingml/2006/main">
            <a:pPr algn="l">
              <a:buNone/>
              <a:defRPr sz="1575" b="0">
                <a:solidFill>
                  <a:srgbClr val="5C6C7C"/>
                </a:solidFill>
                <a:latin typeface="Malgun Gothic"/>
                <a:ea typeface="Malgun Gothic"/>
                <a:cs typeface="Malgun Gothic"/>
              </a:defRPr>
            </a:pPr>
            <a:r>
              <a:rPr sz="1575" b="0">
                <a:solidFill>
                  <a:srgbClr val="5C6C7C"/>
                </a:solidFill>
                <a:latin typeface="Malgun Gothic"/>
                <a:ea typeface="Malgun Gothic"/>
                <a:cs typeface="Malgun Gothic"/>
              </a:rPr>
              <a:t>윈도우 처리·측정값 무효/이탈</a:t>
            </a:r>
          </a:p>
        </p:txBody>
      </p:sp>
      <p:sp>
        <p:nvSpPr>
          <p:cNvPr id="14" name="power-needed">
            <a:extLst xmlns:a="http://schemas.openxmlformats.org/drawingml/2006/main">
              <a:ext uri="{FF2B5EF4-FFF2-40B4-BE49-F238E27FC236}">
                <a16:creationId xmlns:a16="http://schemas.microsoft.com/office/drawing/2014/main" id="{DC60A47B-6BA8-4280-B60B-6C623399C935}"/>
              </a:ext>
            </a:extLst>
          </p:cNvPr>
          <p:cNvSpPr>
            <a:spLocks xmlns:a="http://schemas.openxmlformats.org/drawingml/2006/main" noGrp="1"/>
          </p:cNvSpPr>
          <p:nvPr/>
        </p:nvSpPr>
        <p:spPr>
          <a:xfrm xmlns:a="http://schemas.openxmlformats.org/drawingml/2006/main">
            <a:off x="1666875" y="5133975"/>
            <a:ext cx="1809750" cy="1238250"/>
          </a:xfrm>
          <a:prstGeom xmlns:a="http://schemas.openxmlformats.org/drawingml/2006/main" prst="diamond">
            <a:avLst/>
          </a:prstGeom>
          <a:solidFill xmlns:a="http://schemas.openxmlformats.org/drawingml/2006/main">
            <a:srgbClr val="FFFFFF"/>
          </a:solidFill>
          <a:ln xmlns:a="http://schemas.openxmlformats.org/drawingml/2006/main" w="15240">
            <a:solidFill>
              <a:srgbClr val="1667B2"/>
            </a:solidFill>
            <a:prstDash val="solid"/>
          </a:ln>
        </p:spPr>
        <p:txBody>
          <a:bodyPr xmlns:a="http://schemas.openxmlformats.org/drawingml/2006/main" wrap="square" lIns="47625" tIns="47625" rIns="47625" bIns="47625" anchor="ctr">
            <a:noAutofit/>
          </a:bodyPr>
          <a:lstStyle xmlns:a="http://schemas.openxmlformats.org/drawingml/2006/main">
            <a:defPPr algn="ctr">
              <a:defRPr sz="1725">
                <a:solidFill>
                  <a:srgbClr val="172F46"/>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파워</a:t>
            </a:r>
          </a:p>
          <a:p xmlns:a="http://schemas.openxmlformats.org/drawingml/2006/main">
            <a:pPr algn="ctr">
              <a:buNone/>
              <a:defRPr sz="1725">
                <a:solidFill>
                  <a:srgbClr val="172F46"/>
                </a:solidFill>
                <a:latin typeface="Malgun Gothic"/>
                <a:ea typeface="Malgun Gothic"/>
                <a:cs typeface="Malgun Gothic"/>
              </a:defRPr>
            </a:pPr>
            <a:r>
              <a:rPr sz="1725">
                <a:solidFill>
                  <a:srgbClr val="172F46"/>
                </a:solidFill>
                <a:latin typeface="Malgun Gothic"/>
                <a:ea typeface="Malgun Gothic"/>
                <a:cs typeface="Malgun Gothic"/>
              </a:rPr>
              <a:t>보정 필요?</a:t>
            </a:r>
          </a:p>
        </p:txBody>
      </p:sp>
      <p:sp>
        <p:nvSpPr>
          <p:cNvPr id="15" name="power-action">
            <a:extLst xmlns:a="http://schemas.openxmlformats.org/drawingml/2006/main">
              <a:ext uri="{FF2B5EF4-FFF2-40B4-BE49-F238E27FC236}">
                <a16:creationId xmlns:a16="http://schemas.microsoft.com/office/drawing/2014/main" id="{9C416B84-DD2C-4D2B-8A4E-AD8885F5F6B5}"/>
              </a:ext>
            </a:extLst>
          </p:cNvPr>
          <p:cNvSpPr>
            <a:spLocks xmlns:a="http://schemas.openxmlformats.org/drawingml/2006/main" noGrp="1"/>
          </p:cNvSpPr>
          <p:nvPr/>
        </p:nvSpPr>
        <p:spPr>
          <a:xfrm xmlns:a="http://schemas.openxmlformats.org/drawingml/2006/main">
            <a:off x="4000500" y="5229225"/>
            <a:ext cx="3333750" cy="1047750"/>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buNone/>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파워 측정·ATT 조정·재측정</a:t>
            </a:r>
          </a:p>
          <a:p xmlns:a="http://schemas.openxmlformats.org/drawingml/2006/main">
            <a:pPr algn="ctr">
              <a:buNone/>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목표 대비 허용오차 확인</a:t>
            </a:r>
          </a:p>
          <a:p xmlns:a="http://schemas.openxmlformats.org/drawingml/2006/main">
            <a:pPr algn="ctr">
              <a:buNone/>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보정량·반복 횟수 한계 확인</a:t>
            </a:r>
          </a:p>
        </p:txBody>
      </p:sp>
      <p:cxnSp>
        <p:nvCxnSpPr>
          <p:cNvPr id="16" name="window-no-down">
            <a:extLst xmlns:a="http://schemas.openxmlformats.org/drawingml/2006/main">
              <a:ext uri="{FF2B5EF4-FFF2-40B4-BE49-F238E27FC236}">
                <a16:creationId xmlns:a16="http://schemas.microsoft.com/office/drawing/2014/main" id="{06593A6C-3CCF-47F7-8C01-AAD06A5AAC32}"/>
              </a:ext>
            </a:extLst>
          </p:cNvPr>
          <p:cNvCxnSpPr/>
          <p:nvPr/>
        </p:nvCxnSpPr>
        <p:spPr>
          <a:xfrm xmlns:a="http://schemas.openxmlformats.org/drawingml/2006/main" flipH="0" flipV="0">
            <a:off x="2571750" y="4343400"/>
            <a:ext cx="0" cy="790575"/>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cxnSp>
        <p:nvCxnSpPr>
          <p:cNvPr id="17" name="window-to-power-right">
            <a:extLst xmlns:a="http://schemas.openxmlformats.org/drawingml/2006/main">
              <a:ext uri="{FF2B5EF4-FFF2-40B4-BE49-F238E27FC236}">
                <a16:creationId xmlns:a16="http://schemas.microsoft.com/office/drawing/2014/main" id="{A6037722-F262-4722-A82B-76856C14B505}"/>
              </a:ext>
            </a:extLst>
          </p:cNvPr>
          <p:cNvCxnSpPr/>
          <p:nvPr/>
        </p:nvCxnSpPr>
        <p:spPr>
          <a:xfrm xmlns:a="http://schemas.openxmlformats.org/drawingml/2006/main" flipH="0" flipV="0">
            <a:off x="5667375" y="4257675"/>
            <a:ext cx="1895475" cy="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18" name="window-to-power-down">
            <a:extLst xmlns:a="http://schemas.openxmlformats.org/drawingml/2006/main">
              <a:ext uri="{FF2B5EF4-FFF2-40B4-BE49-F238E27FC236}">
                <a16:creationId xmlns:a16="http://schemas.microsoft.com/office/drawing/2014/main" id="{A12C12F4-F203-4494-9F21-AD326D65259F}"/>
              </a:ext>
            </a:extLst>
          </p:cNvPr>
          <p:cNvCxnSpPr/>
          <p:nvPr/>
        </p:nvCxnSpPr>
        <p:spPr>
          <a:xfrm xmlns:a="http://schemas.openxmlformats.org/drawingml/2006/main" flipH="0" flipV="0">
            <a:off x="7562850" y="4257675"/>
            <a:ext cx="0" cy="74295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19" name="window-to-power-left">
            <a:extLst xmlns:a="http://schemas.openxmlformats.org/drawingml/2006/main">
              <a:ext uri="{FF2B5EF4-FFF2-40B4-BE49-F238E27FC236}">
                <a16:creationId xmlns:a16="http://schemas.microsoft.com/office/drawing/2014/main" id="{C59C6DDE-EA99-4957-8C30-BDFE33BED930}"/>
              </a:ext>
            </a:extLst>
          </p:cNvPr>
          <p:cNvCxnSpPr/>
          <p:nvPr/>
        </p:nvCxnSpPr>
        <p:spPr>
          <a:xfrm xmlns:a="http://schemas.openxmlformats.org/drawingml/2006/main" flipH="1" flipV="0">
            <a:off x="2571750" y="5000625"/>
            <a:ext cx="4991100" cy="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20" name="window-to-power-enter">
            <a:extLst xmlns:a="http://schemas.openxmlformats.org/drawingml/2006/main">
              <a:ext uri="{FF2B5EF4-FFF2-40B4-BE49-F238E27FC236}">
                <a16:creationId xmlns:a16="http://schemas.microsoft.com/office/drawing/2014/main" id="{DBF5D4A9-DC7F-4289-BE47-CEC87F6E0D38}"/>
              </a:ext>
            </a:extLst>
          </p:cNvPr>
          <p:cNvCxnSpPr/>
          <p:nvPr/>
        </p:nvCxnSpPr>
        <p:spPr>
          <a:xfrm xmlns:a="http://schemas.openxmlformats.org/drawingml/2006/main" flipH="0" flipV="0">
            <a:off x="2571750" y="5000625"/>
            <a:ext cx="0" cy="13335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sp>
        <p:nvSpPr>
          <p:cNvPr id="21" name="window-no-label">
            <a:extLst xmlns:a="http://schemas.openxmlformats.org/drawingml/2006/main">
              <a:ext uri="{FF2B5EF4-FFF2-40B4-BE49-F238E27FC236}">
                <a16:creationId xmlns:a16="http://schemas.microsoft.com/office/drawing/2014/main" id="{7019F12C-4211-4FA7-985D-E48798AD148F}"/>
              </a:ext>
            </a:extLst>
          </p:cNvPr>
          <p:cNvSpPr>
            <a:spLocks xmlns:a="http://schemas.openxmlformats.org/drawingml/2006/main" noGrp="1"/>
          </p:cNvSpPr>
          <p:nvPr/>
        </p:nvSpPr>
        <p:spPr>
          <a:xfrm xmlns:a="http://schemas.openxmlformats.org/drawingml/2006/main">
            <a:off x="1628775" y="4543425"/>
            <a:ext cx="8667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1667B2"/>
                </a:solidFill>
                <a:latin typeface="Malgun Gothic"/>
                <a:ea typeface="Malgun Gothic"/>
                <a:cs typeface="Malgun Gothic"/>
              </a:defRPr>
            </a:defPPr>
          </a:lstStyle>
          <a:p xmlns:a="http://schemas.openxmlformats.org/drawingml/2006/main">
            <a:pPr algn="l">
              <a:buNone/>
              <a:defRPr sz="1425" b="0">
                <a:solidFill>
                  <a:srgbClr val="1667B2"/>
                </a:solidFill>
                <a:latin typeface="Malgun Gothic"/>
                <a:ea typeface="Malgun Gothic"/>
                <a:cs typeface="Malgun Gothic"/>
              </a:defRPr>
            </a:pPr>
            <a:r>
              <a:rPr sz="1425" b="0">
                <a:solidFill>
                  <a:srgbClr val="1667B2"/>
                </a:solidFill>
                <a:latin typeface="Malgun Gothic"/>
                <a:ea typeface="Malgun Gothic"/>
                <a:cs typeface="Malgun Gothic"/>
              </a:rPr>
              <a:t>불필요</a:t>
            </a:r>
          </a:p>
        </p:txBody>
      </p:sp>
      <p:sp>
        <p:nvSpPr>
          <p:cNvPr id="23" name="power-yes-label">
            <a:extLst xmlns:a="http://schemas.openxmlformats.org/drawingml/2006/main">
              <a:ext uri="{FF2B5EF4-FFF2-40B4-BE49-F238E27FC236}">
                <a16:creationId xmlns:a16="http://schemas.microsoft.com/office/drawing/2014/main" id="{B33B6A42-ADC3-406A-8270-9634F0225F4B}"/>
              </a:ext>
            </a:extLst>
          </p:cNvPr>
          <p:cNvSpPr>
            <a:spLocks xmlns:a="http://schemas.openxmlformats.org/drawingml/2006/main" noGrp="1"/>
          </p:cNvSpPr>
          <p:nvPr/>
        </p:nvSpPr>
        <p:spPr>
          <a:xfrm xmlns:a="http://schemas.openxmlformats.org/drawingml/2006/main">
            <a:off x="3514725" y="5476875"/>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1667B2"/>
                </a:solidFill>
                <a:latin typeface="Malgun Gothic"/>
                <a:ea typeface="Malgun Gothic"/>
                <a:cs typeface="Malgun Gothic"/>
              </a:defRPr>
            </a:defPPr>
          </a:lstStyle>
          <a:p xmlns:a="http://schemas.openxmlformats.org/drawingml/2006/main">
            <a:pPr algn="l">
              <a:buNone/>
              <a:defRPr sz="1425" b="0">
                <a:solidFill>
                  <a:srgbClr val="1667B2"/>
                </a:solidFill>
                <a:latin typeface="Malgun Gothic"/>
                <a:ea typeface="Malgun Gothic"/>
                <a:cs typeface="Malgun Gothic"/>
              </a:defRPr>
            </a:pPr>
            <a:r>
              <a:rPr sz="1425" b="0">
                <a:solidFill>
                  <a:srgbClr val="1667B2"/>
                </a:solidFill>
                <a:latin typeface="Malgun Gothic"/>
                <a:ea typeface="Malgun Gothic"/>
                <a:cs typeface="Malgun Gothic"/>
              </a:rPr>
              <a:t>필요</a:t>
            </a:r>
          </a:p>
        </p:txBody>
      </p:sp>
      <p:sp>
        <p:nvSpPr>
          <p:cNvPr id="24" name="optics-ready">
            <a:extLst xmlns:a="http://schemas.openxmlformats.org/drawingml/2006/main">
              <a:ext uri="{FF2B5EF4-FFF2-40B4-BE49-F238E27FC236}">
                <a16:creationId xmlns:a16="http://schemas.microsoft.com/office/drawing/2014/main" id="{B0FA0338-843D-41BA-996A-24B647835C55}"/>
              </a:ext>
            </a:extLst>
          </p:cNvPr>
          <p:cNvSpPr>
            <a:spLocks xmlns:a="http://schemas.openxmlformats.org/drawingml/2006/main" noGrp="1"/>
          </p:cNvSpPr>
          <p:nvPr/>
        </p:nvSpPr>
        <p:spPr>
          <a:xfrm xmlns:a="http://schemas.openxmlformats.org/drawingml/2006/main">
            <a:off x="571500" y="7505700"/>
            <a:ext cx="6762750" cy="476250"/>
          </a:xfrm>
          <a:prstGeom xmlns:a="http://schemas.openxmlformats.org/drawingml/2006/main" prst="rect">
            <a:avLst/>
          </a:prstGeom>
          <a:solidFill xmlns:a="http://schemas.openxmlformats.org/drawingml/2006/main">
            <a:srgbClr val="1667B2"/>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a:solidFill>
                  <a:srgbClr val="FFFFFF"/>
                </a:solidFill>
                <a:latin typeface="Malgun Gothic"/>
                <a:ea typeface="Malgun Gothic"/>
                <a:cs typeface="Malgun Gothic"/>
              </a:defRPr>
            </a:defPPr>
          </a:lstStyle>
          <a:p xmlns:a="http://schemas.openxmlformats.org/drawingml/2006/main">
            <a:pPr algn="ctr">
              <a:buNone/>
              <a:defRPr sz="1725">
                <a:solidFill>
                  <a:srgbClr val="172F46"/>
                </a:solidFill>
                <a:latin typeface="Malgun Gothic"/>
                <a:ea typeface="Malgun Gothic"/>
                <a:cs typeface="Malgun Gothic"/>
              </a:defRPr>
            </a:pPr>
            <a:r>
              <a:rPr sz="1725">
                <a:solidFill>
                  <a:srgbClr val="FFFFFF"/>
                </a:solidFill>
                <a:latin typeface="Malgun Gothic"/>
                <a:ea typeface="Malgun Gothic"/>
                <a:cs typeface="Malgun Gothic"/>
              </a:rPr>
              <a:t>광학계 준비 완료: Z 도착·파워·윈도우 정상</a:t>
            </a:r>
          </a:p>
        </p:txBody>
      </p:sp>
      <p:cxnSp>
        <p:nvCxnSpPr>
          <p:cNvPr id="25" name="power-no-1">
            <a:extLst xmlns:a="http://schemas.openxmlformats.org/drawingml/2006/main">
              <a:ext uri="{FF2B5EF4-FFF2-40B4-BE49-F238E27FC236}">
                <a16:creationId xmlns:a16="http://schemas.microsoft.com/office/drawing/2014/main" id="{0C8FCEE2-6AAA-4A52-B01F-FE25E4F1DE7B}"/>
              </a:ext>
            </a:extLst>
          </p:cNvPr>
          <p:cNvCxnSpPr/>
          <p:nvPr/>
        </p:nvCxnSpPr>
        <p:spPr>
          <a:xfrm xmlns:a="http://schemas.openxmlformats.org/drawingml/2006/main" flipH="0" flipV="0">
            <a:off x="2571750" y="6372225"/>
            <a:ext cx="0" cy="1133475"/>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sp>
        <p:nvSpPr>
          <p:cNvPr id="26" name="power-no-label">
            <a:extLst xmlns:a="http://schemas.openxmlformats.org/drawingml/2006/main">
              <a:ext uri="{FF2B5EF4-FFF2-40B4-BE49-F238E27FC236}">
                <a16:creationId xmlns:a16="http://schemas.microsoft.com/office/drawing/2014/main" id="{3FBD415B-E417-41DC-8C46-3DD404093C58}"/>
              </a:ext>
            </a:extLst>
          </p:cNvPr>
          <p:cNvSpPr>
            <a:spLocks xmlns:a="http://schemas.openxmlformats.org/drawingml/2006/main" noGrp="1"/>
          </p:cNvSpPr>
          <p:nvPr/>
        </p:nvSpPr>
        <p:spPr>
          <a:xfrm xmlns:a="http://schemas.openxmlformats.org/drawingml/2006/main">
            <a:off x="581025" y="6619875"/>
            <a:ext cx="1857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1667B2"/>
                </a:solidFill>
                <a:latin typeface="Malgun Gothic"/>
                <a:ea typeface="Malgun Gothic"/>
                <a:cs typeface="Malgun Gothic"/>
              </a:defRPr>
            </a:defPPr>
          </a:lstStyle>
          <a:p xmlns:a="http://schemas.openxmlformats.org/drawingml/2006/main">
            <a:pPr algn="l">
              <a:buNone/>
              <a:defRPr sz="1575" b="0">
                <a:solidFill>
                  <a:srgbClr val="1667B2"/>
                </a:solidFill>
                <a:latin typeface="Malgun Gothic"/>
                <a:ea typeface="Malgun Gothic"/>
                <a:cs typeface="Malgun Gothic"/>
              </a:defRPr>
            </a:pPr>
            <a:r>
              <a:rPr sz="1575" b="0">
                <a:solidFill>
                  <a:srgbClr val="1667B2"/>
                </a:solidFill>
                <a:latin typeface="Malgun Gothic"/>
                <a:ea typeface="Malgun Gothic"/>
                <a:cs typeface="Malgun Gothic"/>
              </a:rPr>
              <a:t>기존 측정값</a:t>
            </a:r>
          </a:p>
          <a:p xmlns:a="http://schemas.openxmlformats.org/drawingml/2006/main">
            <a:pPr algn="l">
              <a:buNone/>
              <a:defRPr sz="1575" b="0">
                <a:solidFill>
                  <a:srgbClr val="1667B2"/>
                </a:solidFill>
                <a:latin typeface="Malgun Gothic"/>
                <a:ea typeface="Malgun Gothic"/>
                <a:cs typeface="Malgun Gothic"/>
              </a:defRPr>
            </a:pPr>
            <a:r>
              <a:rPr sz="1575" b="0">
                <a:solidFill>
                  <a:srgbClr val="1667B2"/>
                </a:solidFill>
                <a:latin typeface="Malgun Gothic"/>
                <a:ea typeface="Malgun Gothic"/>
                <a:cs typeface="Malgun Gothic"/>
              </a:rPr>
              <a:t>유효성 확인</a:t>
            </a:r>
          </a:p>
        </p:txBody>
      </p:sp>
      <p:cxnSp>
        <p:nvCxnSpPr>
          <p:cNvPr id="27" name="power-pass-1">
            <a:extLst xmlns:a="http://schemas.openxmlformats.org/drawingml/2006/main">
              <a:ext uri="{FF2B5EF4-FFF2-40B4-BE49-F238E27FC236}">
                <a16:creationId xmlns:a16="http://schemas.microsoft.com/office/drawing/2014/main" id="{F98BBCC1-D8BD-4D17-B684-36B0AFC5CC1E}"/>
              </a:ext>
            </a:extLst>
          </p:cNvPr>
          <p:cNvCxnSpPr/>
          <p:nvPr/>
        </p:nvCxnSpPr>
        <p:spPr>
          <a:xfrm xmlns:a="http://schemas.openxmlformats.org/drawingml/2006/main" flipH="0" flipV="0">
            <a:off x="7334250" y="5753100"/>
            <a:ext cx="238125" cy="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28" name="power-pass-2">
            <a:extLst xmlns:a="http://schemas.openxmlformats.org/drawingml/2006/main">
              <a:ext uri="{FF2B5EF4-FFF2-40B4-BE49-F238E27FC236}">
                <a16:creationId xmlns:a16="http://schemas.microsoft.com/office/drawing/2014/main" id="{1E2C23F6-A67E-4CA0-945C-6EFF7A68899A}"/>
              </a:ext>
            </a:extLst>
          </p:cNvPr>
          <p:cNvCxnSpPr/>
          <p:nvPr/>
        </p:nvCxnSpPr>
        <p:spPr>
          <a:xfrm xmlns:a="http://schemas.openxmlformats.org/drawingml/2006/main" flipH="0" flipV="0">
            <a:off x="7572375" y="5753100"/>
            <a:ext cx="0" cy="158115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29" name="power-pass-3">
            <a:extLst xmlns:a="http://schemas.openxmlformats.org/drawingml/2006/main">
              <a:ext uri="{FF2B5EF4-FFF2-40B4-BE49-F238E27FC236}">
                <a16:creationId xmlns:a16="http://schemas.microsoft.com/office/drawing/2014/main" id="{37F30CEC-19B1-4927-A294-9889841FE25B}"/>
              </a:ext>
            </a:extLst>
          </p:cNvPr>
          <p:cNvCxnSpPr/>
          <p:nvPr/>
        </p:nvCxnSpPr>
        <p:spPr>
          <a:xfrm xmlns:a="http://schemas.openxmlformats.org/drawingml/2006/main" flipH="1" flipV="0">
            <a:off x="6000750" y="7334250"/>
            <a:ext cx="1571625" cy="0"/>
          </a:xfrm>
          <a:prstGeom xmlns:a="http://schemas.openxmlformats.org/drawingml/2006/main" prst="straightConnector1">
            <a:avLst/>
          </a:prstGeom>
          <a:ln xmlns:a="http://schemas.openxmlformats.org/drawingml/2006/main" w="13335">
            <a:solidFill>
              <a:srgbClr val="1667B2"/>
            </a:solidFill>
            <a:prstDash val="solid"/>
            <a:tailEnd type="none" w="sm" len="sm"/>
          </a:ln>
        </p:spPr>
      </p:cxnSp>
      <p:cxnSp>
        <p:nvCxnSpPr>
          <p:cNvPr id="30" name="power-pass-4">
            <a:extLst xmlns:a="http://schemas.openxmlformats.org/drawingml/2006/main">
              <a:ext uri="{FF2B5EF4-FFF2-40B4-BE49-F238E27FC236}">
                <a16:creationId xmlns:a16="http://schemas.microsoft.com/office/drawing/2014/main" id="{A5117C47-9E1A-46CA-83C6-A879C7A67171}"/>
              </a:ext>
            </a:extLst>
          </p:cNvPr>
          <p:cNvCxnSpPr/>
          <p:nvPr/>
        </p:nvCxnSpPr>
        <p:spPr>
          <a:xfrm xmlns:a="http://schemas.openxmlformats.org/drawingml/2006/main" flipH="0" flipV="0">
            <a:off x="6000750" y="7334250"/>
            <a:ext cx="0" cy="171450"/>
          </a:xfrm>
          <a:prstGeom xmlns:a="http://schemas.openxmlformats.org/drawingml/2006/main" prst="straightConnector1">
            <a:avLst/>
          </a:prstGeom>
          <a:ln xmlns:a="http://schemas.openxmlformats.org/drawingml/2006/main" w="20003">
            <a:solidFill>
              <a:srgbClr val="1667B2"/>
            </a:solidFill>
            <a:prstDash val="solid"/>
            <a:tailEnd type="triangle" w="sm" len="sm"/>
          </a:ln>
        </p:spPr>
      </p:cxnSp>
      <p:sp>
        <p:nvSpPr>
          <p:cNvPr id="31" name="power-pass-label">
            <a:extLst xmlns:a="http://schemas.openxmlformats.org/drawingml/2006/main">
              <a:ext uri="{FF2B5EF4-FFF2-40B4-BE49-F238E27FC236}">
                <a16:creationId xmlns:a16="http://schemas.microsoft.com/office/drawing/2014/main" id="{B37F7E01-D9D4-4DF9-A651-80461A9931F1}"/>
              </a:ext>
            </a:extLst>
          </p:cNvPr>
          <p:cNvSpPr>
            <a:spLocks xmlns:a="http://schemas.openxmlformats.org/drawingml/2006/main" noGrp="1"/>
          </p:cNvSpPr>
          <p:nvPr/>
        </p:nvSpPr>
        <p:spPr>
          <a:xfrm xmlns:a="http://schemas.openxmlformats.org/drawingml/2006/main">
            <a:off x="6848475" y="634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1667B2"/>
                </a:solidFill>
                <a:latin typeface="Malgun Gothic"/>
                <a:ea typeface="Malgun Gothic"/>
                <a:cs typeface="Malgun Gothic"/>
              </a:defRPr>
            </a:defPPr>
          </a:lstStyle>
          <a:p xmlns:a="http://schemas.openxmlformats.org/drawingml/2006/main">
            <a:pPr algn="l">
              <a:buNone/>
              <a:defRPr sz="1425" b="0">
                <a:solidFill>
                  <a:srgbClr val="1667B2"/>
                </a:solidFill>
                <a:latin typeface="Malgun Gothic"/>
                <a:ea typeface="Malgun Gothic"/>
                <a:cs typeface="Malgun Gothic"/>
              </a:defRPr>
            </a:pPr>
            <a:r>
              <a:rPr sz="1425" b="0">
                <a:solidFill>
                  <a:srgbClr val="1667B2"/>
                </a:solidFill>
                <a:latin typeface="Malgun Gothic"/>
                <a:ea typeface="Malgun Gothic"/>
                <a:cs typeface="Malgun Gothic"/>
              </a:rPr>
              <a:t>정상</a:t>
            </a:r>
          </a:p>
        </p:txBody>
      </p:sp>
      <p:sp>
        <p:nvSpPr>
          <p:cNvPr id="32" name="power-ng">
            <a:extLst xmlns:a="http://schemas.openxmlformats.org/drawingml/2006/main">
              <a:ext uri="{FF2B5EF4-FFF2-40B4-BE49-F238E27FC236}">
                <a16:creationId xmlns:a16="http://schemas.microsoft.com/office/drawing/2014/main" id="{138228C0-5311-4B7A-AA8F-0C8FEFF563F1}"/>
              </a:ext>
            </a:extLst>
          </p:cNvPr>
          <p:cNvSpPr>
            <a:spLocks xmlns:a="http://schemas.openxmlformats.org/drawingml/2006/main" noGrp="1"/>
          </p:cNvSpPr>
          <p:nvPr/>
        </p:nvSpPr>
        <p:spPr>
          <a:xfrm xmlns:a="http://schemas.openxmlformats.org/drawingml/2006/main">
            <a:off x="4000500" y="6705600"/>
            <a:ext cx="3333750" cy="381000"/>
          </a:xfrm>
          <a:prstGeom xmlns:a="http://schemas.openxmlformats.org/drawingml/2006/main" prst="rect">
            <a:avLst/>
          </a:prstGeom>
          <a:solidFill xmlns:a="http://schemas.openxmlformats.org/drawingml/2006/main">
            <a:srgbClr val="FBEFEB"/>
          </a:solidFill>
          <a:ln xmlns:a="http://schemas.openxmlformats.org/drawingml/2006/main" w="15240">
            <a:solidFill>
              <a:srgbClr val="A64743"/>
            </a:solidFill>
            <a:prstDash val="solid"/>
          </a:ln>
        </p:spPr>
        <p:txBody>
          <a:bodyPr xmlns:a="http://schemas.openxmlformats.org/drawingml/2006/main" wrap="square" lIns="95250" tIns="95250" rIns="95250" bIns="95250" anchor="ctr">
            <a:noAutofit/>
          </a:bodyPr>
          <a:lstStyle xmlns:a="http://schemas.openxmlformats.org/drawingml/2006/main">
            <a:defPPr algn="ctr">
              <a:defRPr sz="1500">
                <a:solidFill>
                  <a:srgbClr val="172F46"/>
                </a:solidFill>
                <a:latin typeface="Malgun Gothic"/>
                <a:ea typeface="Malgun Gothic"/>
                <a:cs typeface="Malgun Gothic"/>
              </a:defRPr>
            </a:defPPr>
          </a:lstStyle>
          <a:p xmlns:a="http://schemas.openxmlformats.org/drawingml/2006/main">
            <a:pPr algn="ctr">
              <a:buNone/>
              <a:defRPr sz="1500">
                <a:solidFill>
                  <a:srgbClr val="172F46"/>
                </a:solidFill>
                <a:latin typeface="Malgun Gothic"/>
                <a:ea typeface="Malgun Gothic"/>
                <a:cs typeface="Malgun Gothic"/>
              </a:defRPr>
            </a:pPr>
            <a:r>
              <a:rPr sz="1500">
                <a:solidFill>
                  <a:srgbClr val="172F46"/>
                </a:solidFill>
                <a:latin typeface="Malgun Gothic"/>
                <a:ea typeface="Malgun Gothic"/>
                <a:cs typeface="Malgun Gothic"/>
              </a:rPr>
              <a:t>NG·한계 초과: 완료 보류</a:t>
            </a:r>
          </a:p>
        </p:txBody>
      </p:sp>
      <p:graphicFrame>
        <p:nvGraphicFramePr>
          <p:cNvPr id="34" name="">
            <a:extLst xmlns:a="http://schemas.openxmlformats.org/drawingml/2006/main">
              <a:ext uri="{FF2B5EF4-FFF2-40B4-BE49-F238E27FC236}">
                <a16:creationId xmlns:a16="http://schemas.microsoft.com/office/drawing/2014/main" id="{E2FEAAFA-8D56-455B-8E3C-B014007EF0A4}"/>
              </a:ext>
            </a:extLst>
          </p:cNvPr>
          <p:cNvGraphicFramePr/>
          <p:nvPr/>
        </p:nvGraphicFramePr>
        <p:xfrm>
          <a:off xmlns:a="http://schemas.openxmlformats.org/drawingml/2006/main" x="7810500" y="1981200"/>
          <a:ext xmlns:a="http://schemas.openxmlformats.org/drawingml/2006/main" cx="6858000" cy="5619750"/>
        </p:xfrm>
        <a:graphic xmlns:a="http://schemas.openxmlformats.org/drawingml/2006/main">
          <a:graphicData uri="http://schemas.openxmlformats.org/drawingml/2006/table">
            <a:tbl>
              <a:tblPr firstRow="0" bandRow="0"/>
              <a:tblGrid>
                <a:gridCol w="1200150"/>
                <a:gridCol w="3476625"/>
                <a:gridCol w="2181225"/>
              </a:tblGrid>
              <a:tr h="476250">
                <a:tc>
                  <a:txBody>
                    <a:bodyPr wrap="square">
                      <a:noAutofit/>
                    </a:bodyPr>
                    <a:lstStyle/>
                    <a:p>
                      <a:pPr algn="ctr">
                        <a:lnSpc>
                          <a:spcPct val="100000"/>
                        </a:lnSpc>
                        <a:buNone/>
                      </a:pPr>
                      <a:r>
                        <a:rPr sz="1650" b="1">
                          <a:solidFill>
                            <a:srgbClr val="FFFFFF"/>
                          </a:solidFill>
                          <a:latin typeface="Malgun Gothic"/>
                          <a:ea typeface="Malgun Gothic"/>
                          <a:cs typeface="Malgun Gothic"/>
                        </a:rPr>
                        <a:t>동작</a:t>
                      </a:r>
                    </a:p>
                  </a:txBody>
                  <a:tcPr marL="85725" marR="85725" marT="47625" marB="47625" anchor="ctr">
                    <a:solidFill>
                      <a:srgbClr val="197966"/>
                    </a:solidFill>
                  </a:tcPr>
                </a:tc>
                <a:tc>
                  <a:txBody>
                    <a:bodyPr wrap="square">
                      <a:noAutofit/>
                    </a:bodyPr>
                    <a:lstStyle/>
                    <a:p>
                      <a:pPr algn="l">
                        <a:lnSpc>
                          <a:spcPct val="100000"/>
                        </a:lnSpc>
                        <a:buNone/>
                      </a:pPr>
                      <a:r>
                        <a:rPr sz="1650" b="1">
                          <a:solidFill>
                            <a:srgbClr val="FFFFFF"/>
                          </a:solidFill>
                          <a:latin typeface="Malgun Gothic"/>
                          <a:ea typeface="Malgun Gothic"/>
                          <a:cs typeface="Malgun Gothic"/>
                        </a:rPr>
                        <a:t>통과 조건 (구체화 제안)</a:t>
                      </a:r>
                    </a:p>
                  </a:txBody>
                  <a:tcPr marL="85725" marR="85725" marT="47625" marB="47625" anchor="ctr">
                    <a:solidFill>
                      <a:srgbClr val="197966"/>
                    </a:solidFill>
                  </a:tcPr>
                </a:tc>
                <a:tc>
                  <a:txBody>
                    <a:bodyPr wrap="square">
                      <a:noAutofit/>
                    </a:bodyPr>
                    <a:lstStyle/>
                    <a:p>
                      <a:pPr algn="l">
                        <a:lnSpc>
                          <a:spcPct val="100000"/>
                        </a:lnSpc>
                        <a:buNone/>
                      </a:pPr>
                      <a:r>
                        <a:rPr sz="1650" b="1">
                          <a:solidFill>
                            <a:srgbClr val="FFFFFF"/>
                          </a:solidFill>
                          <a:latin typeface="Malgun Gothic"/>
                          <a:ea typeface="Malgun Gothic"/>
                          <a:cs typeface="Malgun Gothic"/>
                        </a:rPr>
                        <a:t>NG 시 처리</a:t>
                      </a:r>
                    </a:p>
                  </a:txBody>
                  <a:tcPr marL="85725" marR="85725" marT="47625" marB="47625" anchor="ctr">
                    <a:solidFill>
                      <a:srgbClr val="197966"/>
                    </a:solidFill>
                  </a:tcPr>
                </a:tc>
              </a:tr>
              <a:tr h="857250">
                <a:tc>
                  <a:txBody>
                    <a:bodyPr wrap="square">
                      <a:noAutofit/>
                    </a:bodyPr>
                    <a:lstStyle/>
                    <a:p>
                      <a:pPr algn="ctr">
                        <a:lnSpc>
                          <a:spcPct val="100000"/>
                        </a:lnSpc>
                        <a:buNone/>
                      </a:pPr>
                      <a:r>
                        <a:rPr sz="1650" b="1">
                          <a:solidFill>
                            <a:srgbClr val="172F46"/>
                          </a:solidFill>
                          <a:latin typeface="Malgun Gothic"/>
                          <a:ea typeface="Malgun Gothic"/>
                          <a:cs typeface="Malgun Gothic"/>
                        </a:rPr>
                        <a:t>레시피</a:t>
                      </a:r>
                    </a:p>
                  </a:txBody>
                  <a:tcPr marL="85725" marR="85725" marT="47625" marB="47625" anchor="ctr">
                    <a:solidFill>
                      <a:srgbClr val="FFFFFF"/>
                    </a:solidFill>
                  </a:tcPr>
                </a:tc>
                <a:tc>
                  <a:txBody>
                    <a:bodyPr wrap="square">
                      <a:noAutofit/>
                    </a:bodyPr>
                    <a:lstStyle/>
                    <a:p>
                      <a:pPr algn="l">
                        <a:lnSpc>
                          <a:spcPct val="100000"/>
                        </a:lnSpc>
                        <a:buNone/>
                      </a:pPr>
                      <a:r>
                        <a:rPr sz="1650" b="0">
                          <a:solidFill>
                            <a:srgbClr val="172F46"/>
                          </a:solidFill>
                          <a:latin typeface="Malgun Gothic"/>
                          <a:ea typeface="Malgun Gothic"/>
                          <a:cs typeface="Malgun Gothic"/>
                        </a:rPr>
                        <a:t>로컬 검사·RMS 승인 완료</a:t>
                      </a:r>
                    </a:p>
                    <a:p>
                      <a:pPr algn="l">
                        <a:lnSpc>
                          <a:spcPct val="100000"/>
                        </a:lnSpc>
                        <a:buNone/>
                      </a:pPr>
                      <a:r>
                        <a:rPr sz="1650" b="0">
                          <a:solidFill>
                            <a:srgbClr val="172F46"/>
                          </a:solidFill>
                          <a:latin typeface="Malgun Gothic"/>
                          <a:ea typeface="Malgun Gothic"/>
                          <a:cs typeface="Malgun Gothic"/>
                        </a:rPr>
                        <a:t>모델·버전·승인 대상 일치</a:t>
                      </a:r>
                    </a:p>
                    <a:p>
                      <a:pPr algn="l">
                        <a:lnSpc>
                          <a:spcPct val="100000"/>
                        </a:lnSpc>
                        <a:buNone/>
                      </a:pPr>
                      <a:r>
                        <a:rPr sz="1650" b="0">
                          <a:solidFill>
                            <a:srgbClr val="172F46"/>
                          </a:solidFill>
                          <a:latin typeface="Malgun Gothic"/>
                          <a:ea typeface="Malgun Gothic"/>
                          <a:cs typeface="Malgun Gothic"/>
                        </a:rPr>
                        <a:t>DOE·Pitch·좌표·Mask 적합</a:t>
                      </a:r>
                    </a:p>
                  </a:txBody>
                  <a:tcPr marL="85725" marR="85725" marT="47625" marB="47625" anchor="ctr">
                    <a:solidFill>
                      <a:srgbClr val="FFFFFF"/>
                    </a:solidFill>
                  </a:tcPr>
                </a:tc>
                <a:tc>
                  <a:txBody>
                    <a:bodyPr wrap="square">
                      <a:noAutofit/>
                    </a:bodyPr>
                    <a:lstStyle/>
                    <a:p>
                      <a:pPr algn="l">
                        <a:lnSpc>
                          <a:spcPct val="100000"/>
                        </a:lnSpc>
                        <a:buNone/>
                      </a:pPr>
                      <a:r>
                        <a:rPr sz="1650" b="0">
                          <a:solidFill>
                            <a:srgbClr val="A64743"/>
                          </a:solidFill>
                          <a:latin typeface="Malgun Gothic"/>
                          <a:ea typeface="Malgun Gothic"/>
                          <a:cs typeface="Malgun Gothic"/>
                        </a:rPr>
                        <a:t>미승인·불일치 차단</a:t>
                      </a:r>
                    </a:p>
                    <a:p>
                      <a:pPr algn="l">
                        <a:lnSpc>
                          <a:spcPct val="100000"/>
                        </a:lnSpc>
                        <a:buNone/>
                      </a:pPr>
                      <a:r>
                        <a:rPr sz="1650" b="0">
                          <a:solidFill>
                            <a:srgbClr val="A64743"/>
                          </a:solidFill>
                          <a:latin typeface="Malgun Gothic"/>
                          <a:ea typeface="Malgun Gothic"/>
                          <a:cs typeface="Malgun Gothic"/>
                        </a:rPr>
                        <a:t>FAIL·Timeout 회신</a:t>
                      </a:r>
                    </a:p>
                  </a:txBody>
                  <a:tcPr marL="85725" marR="85725" marT="47625" marB="47625" anchor="ctr">
                    <a:solidFill>
                      <a:srgbClr val="FFFFFF"/>
                    </a:solidFill>
                  </a:tcPr>
                </a:tc>
              </a:tr>
              <a:tr h="857250">
                <a:tc>
                  <a:txBody>
                    <a:bodyPr wrap="square">
                      <a:noAutofit/>
                    </a:bodyPr>
                    <a:lstStyle/>
                    <a:p>
                      <a:pPr algn="ctr">
                        <a:lnSpc>
                          <a:spcPct val="100000"/>
                        </a:lnSpc>
                        <a:buNone/>
                      </a:pPr>
                      <a:r>
                        <a:rPr sz="1650" b="1">
                          <a:solidFill>
                            <a:srgbClr val="172F46"/>
                          </a:solidFill>
                          <a:latin typeface="Malgun Gothic"/>
                          <a:ea typeface="Malgun Gothic"/>
                          <a:cs typeface="Malgun Gothic"/>
                        </a:rPr>
                        <a:t>핀·비전</a:t>
                      </a:r>
                    </a:p>
                  </a:txBody>
                  <a:tcPr marL="85725" marR="85725" marT="47625" marB="47625" anchor="ctr">
                    <a:solidFill>
                      <a:srgbClr val="F5F7FA"/>
                    </a:solidFill>
                  </a:tcPr>
                </a:tc>
                <a:tc>
                  <a:txBody>
                    <a:bodyPr wrap="square">
                      <a:noAutofit/>
                    </a:bodyPr>
                    <a:lstStyle/>
                    <a:p>
                      <a:pPr algn="l">
                        <a:lnSpc>
                          <a:spcPct val="100000"/>
                        </a:lnSpc>
                        <a:buNone/>
                      </a:pPr>
                      <a:r>
                        <a:rPr sz="1650" b="0">
                          <a:solidFill>
                            <a:srgbClr val="172F46"/>
                          </a:solidFill>
                          <a:latin typeface="Malgun Gothic"/>
                          <a:ea typeface="Malgun Gothic"/>
                          <a:cs typeface="Malgun Gothic"/>
                        </a:rPr>
                        <a:t>핀 목표와 실제 위치 일치</a:t>
                      </a:r>
                    </a:p>
                    <a:p>
                      <a:pPr algn="l">
                        <a:lnSpc>
                          <a:spcPct val="100000"/>
                        </a:lnSpc>
                        <a:buNone/>
                      </a:pPr>
                      <a:r>
                        <a:rPr sz="1650" b="0">
                          <a:solidFill>
                            <a:srgbClr val="172F46"/>
                          </a:solidFill>
                          <a:latin typeface="Malgun Gothic"/>
                          <a:ea typeface="Malgun Gothic"/>
                          <a:cs typeface="Malgun Gothic"/>
                        </a:rPr>
                        <a:t>기판 수신 전 핀 Ready</a:t>
                      </a:r>
                    </a:p>
                    <a:p>
                      <a:pPr algn="l">
                        <a:lnSpc>
                          <a:spcPct val="100000"/>
                        </a:lnSpc>
                        <a:buNone/>
                      </a:pPr>
                      <a:r>
                        <a:rPr sz="1650" b="0">
                          <a:solidFill>
                            <a:srgbClr val="172F46"/>
                          </a:solidFill>
                          <a:latin typeface="Malgun Gothic"/>
                          <a:ea typeface="Malgun Gothic"/>
                          <a:cs typeface="Malgun Gothic"/>
                        </a:rPr>
                        <a:t>비전 Recipe·조건 적용 확인</a:t>
                      </a:r>
                    </a:p>
                  </a:txBody>
                  <a:tcPr marL="85725" marR="85725" marT="47625" marB="47625" anchor="ctr">
                    <a:solidFill>
                      <a:srgbClr val="F5F7FA"/>
                    </a:solidFill>
                  </a:tcPr>
                </a:tc>
                <a:tc>
                  <a:txBody>
                    <a:bodyPr wrap="square">
                      <a:noAutofit/>
                    </a:bodyPr>
                    <a:lstStyle/>
                    <a:p>
                      <a:pPr algn="l">
                        <a:lnSpc>
                          <a:spcPct val="100000"/>
                        </a:lnSpc>
                        <a:buNone/>
                      </a:pPr>
                      <a:r>
                        <a:rPr sz="1650" b="0">
                          <a:solidFill>
                            <a:srgbClr val="A64743"/>
                          </a:solidFill>
                          <a:latin typeface="Malgun Gothic"/>
                          <a:ea typeface="Malgun Gothic"/>
                          <a:cs typeface="Malgun Gothic"/>
                        </a:rPr>
                        <a:t>미도착·설정 NG이면</a:t>
                      </a:r>
                    </a:p>
                    <a:p>
                      <a:pPr algn="l">
                        <a:lnSpc>
                          <a:spcPct val="100000"/>
                        </a:lnSpc>
                        <a:buNone/>
                      </a:pPr>
                      <a:r>
                        <a:rPr sz="1650" b="0">
                          <a:solidFill>
                            <a:srgbClr val="A64743"/>
                          </a:solidFill>
                          <a:latin typeface="Malgun Gothic"/>
                          <a:ea typeface="Malgun Gothic"/>
                          <a:cs typeface="Malgun Gothic"/>
                        </a:rPr>
                        <a:t>수신·검사 허용 보류</a:t>
                      </a:r>
                    </a:p>
                  </a:txBody>
                  <a:tcPr marL="85725" marR="85725" marT="47625" marB="47625" anchor="ctr">
                    <a:solidFill>
                      <a:srgbClr val="F5F7FA"/>
                    </a:solidFill>
                  </a:tcPr>
                </a:tc>
              </a:tr>
              <a:tr h="857250">
                <a:tc>
                  <a:txBody>
                    <a:bodyPr wrap="square">
                      <a:noAutofit/>
                    </a:bodyPr>
                    <a:lstStyle/>
                    <a:p>
                      <a:pPr algn="ctr">
                        <a:lnSpc>
                          <a:spcPct val="100000"/>
                        </a:lnSpc>
                        <a:buNone/>
                      </a:pPr>
                      <a:r>
                        <a:rPr sz="1650" b="1">
                          <a:solidFill>
                            <a:srgbClr val="172F46"/>
                          </a:solidFill>
                          <a:latin typeface="Malgun Gothic"/>
                          <a:ea typeface="Malgun Gothic"/>
                          <a:cs typeface="Malgun Gothic"/>
                        </a:rPr>
                        <a:t>전셀검사</a:t>
                      </a:r>
                    </a:p>
                  </a:txBody>
                  <a:tcPr marL="85725" marR="85725" marT="47625" marB="47625" anchor="ctr">
                    <a:solidFill>
                      <a:srgbClr val="FFFFFF"/>
                    </a:solidFill>
                  </a:tcPr>
                </a:tc>
                <a:tc>
                  <a:txBody>
                    <a:bodyPr wrap="square">
                      <a:noAutofit/>
                    </a:bodyPr>
                    <a:lstStyle/>
                    <a:p>
                      <a:pPr algn="l">
                        <a:lnSpc>
                          <a:spcPct val="100000"/>
                        </a:lnSpc>
                        <a:buNone/>
                      </a:pPr>
                      <a:r>
                        <a:rPr sz="1650" b="0">
                          <a:solidFill>
                            <a:srgbClr val="172F46"/>
                          </a:solidFill>
                          <a:latin typeface="Malgun Gothic"/>
                          <a:ea typeface="Malgun Gothic"/>
                          <a:cs typeface="Malgun Gothic"/>
                        </a:rPr>
                        <a:t>모든 Cell의 측정 완료</a:t>
                      </a:r>
                    </a:p>
                    <a:p>
                      <a:pPr algn="l">
                        <a:lnSpc>
                          <a:spcPct val="100000"/>
                        </a:lnSpc>
                        <a:buNone/>
                      </a:pPr>
                      <a:r>
                        <a:rPr sz="1650" b="0">
                          <a:solidFill>
                            <a:srgbClr val="172F46"/>
                          </a:solidFill>
                          <a:latin typeface="Malgun Gothic"/>
                          <a:ea typeface="Malgun Gothic"/>
                          <a:cs typeface="Malgun Gothic"/>
                        </a:rPr>
                        <a:t>누락·중복·측정 NG 확인</a:t>
                      </a:r>
                    </a:p>
                    <a:p>
                      <a:pPr algn="l">
                        <a:lnSpc>
                          <a:spcPct val="100000"/>
                        </a:lnSpc>
                        <a:buNone/>
                      </a:pPr>
                      <a:r>
                        <a:rPr sz="1650" b="0">
                          <a:solidFill>
                            <a:srgbClr val="172F46"/>
                          </a:solidFill>
                          <a:latin typeface="Malgun Gothic"/>
                          <a:ea typeface="Malgun Gothic"/>
                          <a:cs typeface="Malgun Gothic"/>
                        </a:rPr>
                        <a:t>판정 허용오차 안에 있는지 확인</a:t>
                      </a:r>
                    </a:p>
                  </a:txBody>
                  <a:tcPr marL="85725" marR="85725" marT="47625" marB="47625" anchor="ctr">
                    <a:solidFill>
                      <a:srgbClr val="FFFFFF"/>
                    </a:solidFill>
                  </a:tcPr>
                </a:tc>
                <a:tc>
                  <a:txBody>
                    <a:bodyPr wrap="square">
                      <a:noAutofit/>
                    </a:bodyPr>
                    <a:lstStyle/>
                    <a:p>
                      <a:pPr algn="l">
                        <a:lnSpc>
                          <a:spcPct val="100000"/>
                        </a:lnSpc>
                        <a:buNone/>
                      </a:pPr>
                      <a:r>
                        <a:rPr sz="1650" b="0">
                          <a:solidFill>
                            <a:srgbClr val="A64743"/>
                          </a:solidFill>
                          <a:latin typeface="Malgun Gothic"/>
                          <a:ea typeface="Malgun Gothic"/>
                          <a:cs typeface="Malgun Gothic"/>
                        </a:rPr>
                        <a:t>실패값 0 처리 금지</a:t>
                      </a:r>
                    </a:p>
                    <a:p>
                      <a:pPr algn="l">
                        <a:lnSpc>
                          <a:spcPct val="100000"/>
                        </a:lnSpc>
                        <a:buNone/>
                      </a:pPr>
                      <a:r>
                        <a:rPr sz="1650" b="0">
                          <a:solidFill>
                            <a:srgbClr val="A64743"/>
                          </a:solidFill>
                          <a:latin typeface="Malgun Gothic"/>
                          <a:ea typeface="Malgun Gothic"/>
                          <a:cs typeface="Malgun Gothic"/>
                        </a:rPr>
                        <a:t>NG Cell 명시·재검사 협의</a:t>
                      </a:r>
                    </a:p>
                  </a:txBody>
                  <a:tcPr marL="85725" marR="85725" marT="47625" marB="47625" anchor="ctr">
                    <a:solidFill>
                      <a:srgbClr val="FFFFFF"/>
                    </a:solidFill>
                  </a:tcPr>
                </a:tc>
              </a:tr>
              <a:tr h="857250">
                <a:tc>
                  <a:txBody>
                    <a:bodyPr wrap="square">
                      <a:noAutofit/>
                    </a:bodyPr>
                    <a:lstStyle/>
                    <a:p>
                      <a:pPr algn="ctr">
                        <a:lnSpc>
                          <a:spcPct val="100000"/>
                        </a:lnSpc>
                        <a:buNone/>
                      </a:pPr>
                      <a:r>
                        <a:rPr sz="1650" b="1">
                          <a:solidFill>
                            <a:srgbClr val="172F46"/>
                          </a:solidFill>
                          <a:latin typeface="Malgun Gothic"/>
                          <a:ea typeface="Malgun Gothic"/>
                          <a:cs typeface="Malgun Gothic"/>
                        </a:rPr>
                        <a:t>보정 계산</a:t>
                      </a:r>
                    </a:p>
                  </a:txBody>
                  <a:tcPr marL="85725" marR="85725" marT="47625" marB="47625" anchor="ctr">
                    <a:solidFill>
                      <a:srgbClr val="F5F7FA"/>
                    </a:solidFill>
                  </a:tcPr>
                </a:tc>
                <a:tc>
                  <a:txBody>
                    <a:bodyPr wrap="square">
                      <a:noAutofit/>
                    </a:bodyPr>
                    <a:lstStyle/>
                    <a:p>
                      <a:pPr algn="l">
                        <a:lnSpc>
                          <a:spcPct val="100000"/>
                        </a:lnSpc>
                        <a:buNone/>
                      </a:pPr>
                      <a:r>
                        <a:rPr sz="1650" b="0">
                          <a:solidFill>
                            <a:srgbClr val="172F46"/>
                          </a:solidFill>
                          <a:latin typeface="Malgun Gothic"/>
                          <a:ea typeface="Malgun Gothic"/>
                          <a:cs typeface="Malgun Gothic"/>
                        </a:rPr>
                        <a:t>Head·Cell·Point 매칭</a:t>
                      </a:r>
                    </a:p>
                    <a:p>
                      <a:pPr algn="l">
                        <a:lnSpc>
                          <a:spcPct val="100000"/>
                        </a:lnSpc>
                        <a:buNone/>
                      </a:pPr>
                      <a:r>
                        <a:rPr sz="1650" b="0">
                          <a:solidFill>
                            <a:srgbClr val="172F46"/>
                          </a:solidFill>
                          <a:latin typeface="Malgun Gothic"/>
                          <a:ea typeface="Malgun Gothic"/>
                          <a:cs typeface="Malgun Gothic"/>
                        </a:rPr>
                        <a:t>단위·부호·보정량 범위 검증</a:t>
                      </a:r>
                    </a:p>
                    <a:p>
                      <a:pPr algn="l">
                        <a:lnSpc>
                          <a:spcPct val="100000"/>
                        </a:lnSpc>
                        <a:buNone/>
                      </a:pPr>
                      <a:r>
                        <a:rPr sz="1650" b="0">
                          <a:solidFill>
                            <a:srgbClr val="172F46"/>
                          </a:solidFill>
                          <a:latin typeface="Malgun Gothic"/>
                          <a:ea typeface="Malgun Gothic"/>
                          <a:cs typeface="Malgun Gothic"/>
                        </a:rPr>
                        <a:t>미측정·실패값 처리 확인</a:t>
                      </a:r>
                    </a:p>
                  </a:txBody>
                  <a:tcPr marL="85725" marR="85725" marT="47625" marB="47625" anchor="ctr">
                    <a:solidFill>
                      <a:srgbClr val="F5F7FA"/>
                    </a:solidFill>
                  </a:tcPr>
                </a:tc>
                <a:tc>
                  <a:txBody>
                    <a:bodyPr wrap="square">
                      <a:noAutofit/>
                    </a:bodyPr>
                    <a:lstStyle/>
                    <a:p>
                      <a:pPr algn="l">
                        <a:lnSpc>
                          <a:spcPct val="100000"/>
                        </a:lnSpc>
                        <a:buNone/>
                      </a:pPr>
                      <a:r>
                        <a:rPr sz="1650" b="0">
                          <a:solidFill>
                            <a:srgbClr val="A64743"/>
                          </a:solidFill>
                          <a:latin typeface="Malgun Gothic"/>
                          <a:ea typeface="Malgun Gothic"/>
                          <a:cs typeface="Malgun Gothic"/>
                        </a:rPr>
                        <a:t>보정량 초과 차단</a:t>
                      </a:r>
                    </a:p>
                    <a:p>
                      <a:pPr algn="l">
                        <a:lnSpc>
                          <a:spcPct val="100000"/>
                        </a:lnSpc>
                        <a:buNone/>
                      </a:pPr>
                      <a:r>
                        <a:rPr sz="1650" b="0">
                          <a:solidFill>
                            <a:srgbClr val="A64743"/>
                          </a:solidFill>
                          <a:latin typeface="Malgun Gothic"/>
                          <a:ea typeface="Malgun Gothic"/>
                          <a:cs typeface="Malgun Gothic"/>
                        </a:rPr>
                        <a:t>누락 보정 정책 협의</a:t>
                      </a:r>
                    </a:p>
                  </a:txBody>
                  <a:tcPr marL="85725" marR="85725" marT="47625" marB="47625" anchor="ctr">
                    <a:solidFill>
                      <a:srgbClr val="F5F7FA"/>
                    </a:solidFill>
                  </a:tcPr>
                </a:tc>
              </a:tr>
              <a:tr h="857250">
                <a:tc>
                  <a:txBody>
                    <a:bodyPr wrap="square">
                      <a:noAutofit/>
                    </a:bodyPr>
                    <a:lstStyle/>
                    <a:p>
                      <a:pPr algn="ctr">
                        <a:lnSpc>
                          <a:spcPct val="100000"/>
                        </a:lnSpc>
                        <a:buNone/>
                      </a:pPr>
                      <a:r>
                        <a:rPr sz="1650" b="1">
                          <a:solidFill>
                            <a:srgbClr val="172F46"/>
                          </a:solidFill>
                          <a:latin typeface="Malgun Gothic"/>
                          <a:ea typeface="Malgun Gothic"/>
                          <a:cs typeface="Malgun Gothic"/>
                        </a:rPr>
                        <a:t>테이블 확정</a:t>
                      </a:r>
                    </a:p>
                  </a:txBody>
                  <a:tcPr marL="85725" marR="85725" marT="47625" marB="47625" anchor="ctr">
                    <a:solidFill>
                      <a:srgbClr val="FFFFFF"/>
                    </a:solidFill>
                  </a:tcPr>
                </a:tc>
                <a:tc>
                  <a:txBody>
                    <a:bodyPr wrap="square">
                      <a:noAutofit/>
                    </a:bodyPr>
                    <a:lstStyle/>
                    <a:p>
                      <a:pPr algn="l">
                        <a:lnSpc>
                          <a:spcPct val="100000"/>
                        </a:lnSpc>
                        <a:buNone/>
                      </a:pPr>
                      <a:r>
                        <a:rPr sz="1650" b="0">
                          <a:solidFill>
                            <a:srgbClr val="172F46"/>
                          </a:solidFill>
                          <a:latin typeface="Malgun Gothic"/>
                          <a:ea typeface="Malgun Gothic"/>
                          <a:cs typeface="Malgun Gothic"/>
                        </a:rPr>
                        <a:t>새 모델·레시피 버전으로 저장</a:t>
                      </a:r>
                    </a:p>
                    <a:p>
                      <a:pPr algn="l">
                        <a:lnSpc>
                          <a:spcPct val="100000"/>
                        </a:lnSpc>
                        <a:buNone/>
                      </a:pPr>
                      <a:r>
                        <a:rPr sz="1650" b="0">
                          <a:solidFill>
                            <a:srgbClr val="172F46"/>
                          </a:solidFill>
                          <a:latin typeface="Malgun Gothic"/>
                          <a:ea typeface="Malgun Gothic"/>
                          <a:cs typeface="Malgun Gothic"/>
                        </a:rPr>
                        <a:t>재조회 일치·이중 적용 방지</a:t>
                      </a:r>
                    </a:p>
                    <a:p>
                      <a:pPr algn="l">
                        <a:lnSpc>
                          <a:spcPct val="100000"/>
                        </a:lnSpc>
                        <a:buNone/>
                      </a:pPr>
                      <a:r>
                        <a:rPr sz="1650" b="0">
                          <a:solidFill>
                            <a:srgbClr val="172F46"/>
                          </a:solidFill>
                          <a:latin typeface="Malgun Gothic"/>
                          <a:ea typeface="Malgun Gothic"/>
                          <a:cs typeface="Malgun Gothic"/>
                        </a:rPr>
                        <a:t>좌표·Script 갱신 확인</a:t>
                      </a:r>
                    </a:p>
                  </a:txBody>
                  <a:tcPr marL="85725" marR="85725" marT="47625" marB="47625" anchor="ctr">
                    <a:solidFill>
                      <a:srgbClr val="FFFFFF"/>
                    </a:solidFill>
                  </a:tcPr>
                </a:tc>
                <a:tc>
                  <a:txBody>
                    <a:bodyPr wrap="square">
                      <a:noAutofit/>
                    </a:bodyPr>
                    <a:lstStyle/>
                    <a:p>
                      <a:pPr algn="l">
                        <a:lnSpc>
                          <a:spcPct val="100000"/>
                        </a:lnSpc>
                        <a:buNone/>
                      </a:pPr>
                      <a:r>
                        <a:rPr sz="1650" b="0">
                          <a:solidFill>
                            <a:srgbClr val="A64743"/>
                          </a:solidFill>
                          <a:latin typeface="Malgun Gothic"/>
                          <a:ea typeface="Malgun Gothic"/>
                          <a:cs typeface="Malgun Gothic"/>
                        </a:rPr>
                        <a:t>이전 모델 값 혼용 차단</a:t>
                      </a:r>
                    </a:p>
                    <a:p>
                      <a:pPr algn="l">
                        <a:lnSpc>
                          <a:spcPct val="100000"/>
                        </a:lnSpc>
                        <a:buNone/>
                      </a:pPr>
                      <a:r>
                        <a:rPr sz="1650" b="0">
                          <a:solidFill>
                            <a:srgbClr val="A64743"/>
                          </a:solidFill>
                          <a:latin typeface="Malgun Gothic"/>
                          <a:ea typeface="Malgun Gothic"/>
                          <a:cs typeface="Malgun Gothic"/>
                        </a:rPr>
                        <a:t>확정 전 활성화 보류</a:t>
                      </a:r>
                    </a:p>
                  </a:txBody>
                  <a:tcPr marL="85725" marR="85725" marT="47625" marB="47625" anchor="ctr">
                    <a:solidFill>
                      <a:srgbClr val="FFFFFF"/>
                    </a:solidFill>
                  </a:tcPr>
                </a:tc>
              </a:tr>
              <a:tr h="857250">
                <a:tc>
                  <a:txBody>
                    <a:bodyPr wrap="square">
                      <a:noAutofit/>
                    </a:bodyPr>
                    <a:lstStyle/>
                    <a:p>
                      <a:pPr algn="ctr">
                        <a:lnSpc>
                          <a:spcPct val="100000"/>
                        </a:lnSpc>
                        <a:buNone/>
                      </a:pPr>
                      <a:r>
                        <a:rPr sz="1650" b="1">
                          <a:solidFill>
                            <a:srgbClr val="172F46"/>
                          </a:solidFill>
                          <a:latin typeface="Malgun Gothic"/>
                          <a:ea typeface="Malgun Gothic"/>
                          <a:cs typeface="Malgun Gothic"/>
                        </a:rPr>
                        <a:t>최종 허용</a:t>
                      </a:r>
                    </a:p>
                  </a:txBody>
                  <a:tcPr marL="85725" marR="85725" marT="47625" marB="47625" anchor="ctr">
                    <a:solidFill>
                      <a:srgbClr val="F5F7FA"/>
                    </a:solidFill>
                  </a:tcPr>
                </a:tc>
                <a:tc>
                  <a:txBody>
                    <a:bodyPr wrap="square">
                      <a:noAutofit/>
                    </a:bodyPr>
                    <a:lstStyle/>
                    <a:p>
                      <a:pPr algn="l">
                        <a:lnSpc>
                          <a:spcPct val="100000"/>
                        </a:lnSpc>
                        <a:buNone/>
                      </a:pPr>
                      <a:r>
                        <a:rPr sz="1650" b="0">
                          <a:solidFill>
                            <a:srgbClr val="172F46"/>
                          </a:solidFill>
                          <a:latin typeface="Malgun Gothic"/>
                          <a:ea typeface="Malgun Gothic"/>
                          <a:cs typeface="Malgun Gothic"/>
                        </a:rPr>
                        <a:t>직전 파워·승인 대상 일치</a:t>
                      </a:r>
                    </a:p>
                    <a:p>
                      <a:pPr algn="l">
                        <a:lnSpc>
                          <a:spcPct val="100000"/>
                        </a:lnSpc>
                        <a:buNone/>
                      </a:pPr>
                      <a:r>
                        <a:rPr sz="1650" b="0">
                          <a:solidFill>
                            <a:srgbClr val="172F46"/>
                          </a:solidFill>
                          <a:latin typeface="Malgun Gothic"/>
                          <a:ea typeface="Malgun Gothic"/>
                          <a:cs typeface="Malgun Gothic"/>
                        </a:rPr>
                        <a:t>보정테이블·좌표 버전 일치</a:t>
                      </a:r>
                    </a:p>
                    <a:p>
                      <a:pPr algn="l">
                        <a:lnSpc>
                          <a:spcPct val="100000"/>
                        </a:lnSpc>
                        <a:buNone/>
                      </a:pPr>
                      <a:r>
                        <a:rPr sz="1650" b="0">
                          <a:solidFill>
                            <a:srgbClr val="172F46"/>
                          </a:solidFill>
                          <a:latin typeface="Malgun Gothic"/>
                          <a:ea typeface="Malgun Gothic"/>
                          <a:cs typeface="Malgun Gothic"/>
                        </a:rPr>
                        <a:t>완료 회신·양산 준비</a:t>
                      </a:r>
                    </a:p>
                  </a:txBody>
                  <a:tcPr marL="85725" marR="85725" marT="47625" marB="47625" anchor="ctr">
                    <a:solidFill>
                      <a:srgbClr val="F5F7FA"/>
                    </a:solidFill>
                  </a:tcPr>
                </a:tc>
                <a:tc>
                  <a:txBody>
                    <a:bodyPr wrap="square">
                      <a:noAutofit/>
                    </a:bodyPr>
                    <a:lstStyle/>
                    <a:p>
                      <a:pPr algn="l">
                        <a:lnSpc>
                          <a:spcPct val="100000"/>
                        </a:lnSpc>
                        <a:buNone/>
                      </a:pPr>
                      <a:r>
                        <a:rPr sz="1650" b="0">
                          <a:solidFill>
                            <a:srgbClr val="A64743"/>
                          </a:solidFill>
                          <a:latin typeface="Malgun Gothic"/>
                          <a:ea typeface="Malgun Gothic"/>
                          <a:cs typeface="Malgun Gothic"/>
                        </a:rPr>
                        <a:t>완료·양산 Ready 보류</a:t>
                      </a:r>
                    </a:p>
                    <a:p>
                      <a:pPr algn="l">
                        <a:lnSpc>
                          <a:spcPct val="100000"/>
                        </a:lnSpc>
                        <a:buNone/>
                      </a:pPr>
                      <a:r>
                        <a:rPr sz="1650" b="0">
                          <a:solidFill>
                            <a:srgbClr val="A64743"/>
                          </a:solidFill>
                          <a:latin typeface="Malgun Gothic"/>
                          <a:ea typeface="Malgun Gothic"/>
                          <a:cs typeface="Malgun Gothic"/>
                        </a:rPr>
                        <a:t>원인·결과·시각 기록</a:t>
                      </a:r>
                    </a:p>
                  </a:txBody>
                  <a:tcPr marL="85725" marR="85725" marT="47625" marB="47625" anchor="ctr">
                    <a:solidFill>
                      <a:srgbClr val="F5F7FA"/>
                    </a:solidFill>
                  </a:tcPr>
                </a:tc>
              </a:tr>
            </a:tbl>
          </a:graphicData>
        </a:graphic>
      </p:graphicFrame>
      <p:sp>
        <p:nvSpPr>
          <p:cNvPr id="35" name="optics-note">
            <a:extLst xmlns:a="http://schemas.openxmlformats.org/drawingml/2006/main">
              <a:ext uri="{FF2B5EF4-FFF2-40B4-BE49-F238E27FC236}">
                <a16:creationId xmlns:a16="http://schemas.microsoft.com/office/drawing/2014/main" id="{06CC74E6-3C0A-4439-8DA9-301906848BA1}"/>
              </a:ext>
            </a:extLst>
          </p:cNvPr>
          <p:cNvSpPr>
            <a:spLocks xmlns:a="http://schemas.openxmlformats.org/drawingml/2006/main" noGrp="1"/>
          </p:cNvSpPr>
          <p:nvPr/>
        </p:nvSpPr>
        <p:spPr>
          <a:xfrm xmlns:a="http://schemas.openxmlformats.org/drawingml/2006/main">
            <a:off x="571500" y="8058150"/>
            <a:ext cx="676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5C6C7C"/>
                </a:solidFill>
                <a:latin typeface="Malgun Gothic"/>
                <a:ea typeface="Malgun Gothic"/>
                <a:cs typeface="Malgun Gothic"/>
              </a:defRPr>
            </a:defPPr>
          </a:lstStyle>
          <a:p xmlns:a="http://schemas.openxmlformats.org/drawingml/2006/main">
            <a:pPr algn="l">
              <a:buNone/>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모델 변경만으로 윈도우 교체하지 않음. 처리 후 파워 재확인</a:t>
            </a:r>
          </a:p>
        </p:txBody>
      </p:sp>
      <p:sp>
        <p:nvSpPr>
          <p:cNvPr id="36" name="pending-checks">
            <a:extLst xmlns:a="http://schemas.openxmlformats.org/drawingml/2006/main">
              <a:ext uri="{FF2B5EF4-FFF2-40B4-BE49-F238E27FC236}">
                <a16:creationId xmlns:a16="http://schemas.microsoft.com/office/drawing/2014/main" id="{8AA5F501-432E-48FD-A1FA-F3667842E738}"/>
              </a:ext>
            </a:extLst>
          </p:cNvPr>
          <p:cNvSpPr>
            <a:spLocks xmlns:a="http://schemas.openxmlformats.org/drawingml/2006/main" noGrp="1"/>
          </p:cNvSpPr>
          <p:nvPr/>
        </p:nvSpPr>
        <p:spPr>
          <a:xfrm xmlns:a="http://schemas.openxmlformats.org/drawingml/2006/main">
            <a:off x="7810500" y="7762875"/>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0">
                <a:solidFill>
                  <a:srgbClr val="9B611B"/>
                </a:solidFill>
                <a:latin typeface="Malgun Gothic"/>
                <a:ea typeface="Malgun Gothic"/>
                <a:cs typeface="Malgun Gothic"/>
              </a:defRPr>
            </a:defPPr>
          </a:lstStyle>
          <a:p xmlns:a="http://schemas.openxmlformats.org/drawingml/2006/main">
            <a:pPr algn="l">
              <a:buNone/>
              <a:defRPr sz="1425" b="0">
                <a:solidFill>
                  <a:srgbClr val="9B611B"/>
                </a:solidFill>
                <a:latin typeface="Malgun Gothic"/>
                <a:ea typeface="Malgun Gothic"/>
                <a:cs typeface="Malgun Gothic"/>
              </a:defRPr>
            </a:pPr>
            <a:r>
              <a:rPr sz="1425" b="0">
                <a:solidFill>
                  <a:srgbClr val="9B611B"/>
                </a:solidFill>
                <a:latin typeface="Malgun Gothic"/>
                <a:ea typeface="Malgun Gothic"/>
                <a:cs typeface="Malgun Gothic"/>
              </a:rPr>
              <a:t>협의: 허용오차·오염/사용량 기준·검사 대상·Cell 측정점·재시도/복구 방식</a:t>
            </a:r>
          </a:p>
        </p:txBody>
      </p:sp>
    </p:spTree>
    <p:extLst>
      <p:ext uri="{BB962C8B-B14F-4D97-AF65-F5344CB8AC3E}">
        <p14:creationId xmlns:p14="http://schemas.microsoft.com/office/powerpoint/2010/main" val="4812276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title">
            <a:extLst xmlns:a="http://schemas.openxmlformats.org/drawingml/2006/main">
              <a:ext uri="{FF2B5EF4-FFF2-40B4-BE49-F238E27FC236}">
                <a16:creationId xmlns:a16="http://schemas.microsoft.com/office/drawing/2014/main" id="{2234BE1E-35C0-4C1A-A46E-FA3348060091}"/>
              </a:ext>
            </a:extLst>
          </p:cNvPr>
          <p:cNvSpPr>
            <a:spLocks xmlns:a="http://schemas.openxmlformats.org/drawingml/2006/main" noGrp="1"/>
          </p:cNvSpPr>
          <p:nvPr/>
        </p:nvSpPr>
        <p:spPr>
          <a:xfrm xmlns:a="http://schemas.openxmlformats.org/drawingml/2006/main">
            <a:off x="571500" y="2667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72F46"/>
                </a:solidFill>
                <a:latin typeface="Malgun Gothic"/>
                <a:ea typeface="Malgun Gothic"/>
                <a:cs typeface="Malgun Gothic"/>
              </a:defRPr>
            </a:defPPr>
          </a:lstStyle>
          <a:p xmlns:a="http://schemas.openxmlformats.org/drawingml/2006/main">
            <a:pPr algn="l">
              <a:buNone/>
              <a:defRPr sz="3300" b="1">
                <a:solidFill>
                  <a:srgbClr val="172F46"/>
                </a:solidFill>
                <a:latin typeface="Malgun Gothic"/>
                <a:ea typeface="Malgun Gothic"/>
                <a:cs typeface="Malgun Gothic"/>
              </a:defRPr>
            </a:pPr>
            <a:r>
              <a:rPr sz="3300" b="1">
                <a:solidFill>
                  <a:srgbClr val="172F46"/>
                </a:solidFill>
                <a:latin typeface="Malgun Gothic"/>
                <a:ea typeface="Malgun Gothic"/>
                <a:cs typeface="Malgun Gothic"/>
              </a:rPr>
              <a:t>오토 잡체인지 타이밍과 완료 조건</a:t>
            </a:r>
          </a:p>
        </p:txBody>
      </p:sp>
      <p:sp>
        <p:nvSpPr>
          <p:cNvPr id="2" name="subtitle">
            <a:extLst xmlns:a="http://schemas.openxmlformats.org/drawingml/2006/main">
              <a:ext uri="{FF2B5EF4-FFF2-40B4-BE49-F238E27FC236}">
                <a16:creationId xmlns:a16="http://schemas.microsoft.com/office/drawing/2014/main" id="{79E6940A-7DC1-44B0-B316-DAD03F27011C}"/>
              </a:ext>
            </a:extLst>
          </p:cNvPr>
          <p:cNvSpPr>
            <a:spLocks xmlns:a="http://schemas.openxmlformats.org/drawingml/2006/main" noGrp="1"/>
          </p:cNvSpPr>
          <p:nvPr/>
        </p:nvSpPr>
        <p:spPr>
          <a:xfrm xmlns:a="http://schemas.openxmlformats.org/drawingml/2006/main">
            <a:off x="571500" y="9048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C6C7C"/>
                </a:solidFill>
                <a:latin typeface="Malgun Gothic"/>
                <a:ea typeface="Malgun Gothic"/>
                <a:cs typeface="Malgun Gothic"/>
              </a:defRPr>
            </a:defPPr>
          </a:lstStyle>
          <a:p xmlns:a="http://schemas.openxmlformats.org/drawingml/2006/main">
            <a:pPr algn="l">
              <a:buNone/>
              <a:defRPr sz="1800" b="0">
                <a:solidFill>
                  <a:srgbClr val="5C6C7C"/>
                </a:solidFill>
                <a:latin typeface="Malgun Gothic"/>
                <a:ea typeface="Malgun Gothic"/>
                <a:cs typeface="Malgun Gothic"/>
              </a:defRPr>
            </a:pPr>
            <a:r>
              <a:rPr sz="1800" b="0">
                <a:solidFill>
                  <a:srgbClr val="5C6C7C"/>
                </a:solidFill>
                <a:latin typeface="Malgun Gothic"/>
                <a:ea typeface="Malgun Gothic"/>
                <a:cs typeface="Malgun Gothic"/>
              </a:rPr>
              <a:t>tV 사전 승인 이후 변경 동작, 핀 Ready 이후 수신, 검사·보정 확정 이후 t3 최종 완료</a:t>
            </a:r>
          </a:p>
        </p:txBody>
      </p:sp>
      <p:cxnSp>
        <p:nvCxnSpPr>
          <p:cNvPr id="3" name="header-rule">
            <a:extLst xmlns:a="http://schemas.openxmlformats.org/drawingml/2006/main">
              <a:ext uri="{FF2B5EF4-FFF2-40B4-BE49-F238E27FC236}">
                <a16:creationId xmlns:a16="http://schemas.microsoft.com/office/drawing/2014/main" id="{5FF5FA16-08E8-48FE-850A-2F755FDF350E}"/>
              </a:ext>
            </a:extLst>
          </p:cNvPr>
          <p:cNvCxnSpPr/>
          <p:nvPr/>
        </p:nvCxnSpPr>
        <p:spPr>
          <a:xfrm xmlns:a="http://schemas.openxmlformats.org/drawingml/2006/main" flipH="0" flipV="0">
            <a:off x="571500" y="1457325"/>
            <a:ext cx="1409700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sp>
        <p:nvSpPr>
          <p:cNvPr id="4" name="page-number">
            <a:extLst xmlns:a="http://schemas.openxmlformats.org/drawingml/2006/main">
              <a:ext uri="{FF2B5EF4-FFF2-40B4-BE49-F238E27FC236}">
                <a16:creationId xmlns:a16="http://schemas.microsoft.com/office/drawing/2014/main" id="{27F11D3F-8DC4-417A-85E9-3EC3A13D0AC3}"/>
              </a:ext>
            </a:extLst>
          </p:cNvPr>
          <p:cNvSpPr>
            <a:spLocks xmlns:a="http://schemas.openxmlformats.org/drawingml/2006/main" noGrp="1"/>
          </p:cNvSpPr>
          <p:nvPr/>
        </p:nvSpPr>
        <p:spPr>
          <a:xfrm xmlns:a="http://schemas.openxmlformats.org/drawingml/2006/main">
            <a:off x="13906500" y="815340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5C6C7C"/>
                </a:solidFill>
                <a:latin typeface="Malgun Gothic"/>
                <a:ea typeface="Malgun Gothic"/>
                <a:cs typeface="Malgun Gothic"/>
              </a:defRPr>
            </a:defPPr>
          </a:lstStyle>
          <a:p xmlns:a="http://schemas.openxmlformats.org/drawingml/2006/main">
            <a:pPr algn="r">
              <a:buNone/>
              <a:defRPr sz="1425" b="0">
                <a:solidFill>
                  <a:srgbClr val="5C6C7C"/>
                </a:solidFill>
                <a:latin typeface="Malgun Gothic"/>
                <a:ea typeface="Malgun Gothic"/>
                <a:cs typeface="Malgun Gothic"/>
              </a:defRPr>
            </a:pPr>
            <a:r>
              <a:rPr sz="1425" b="0">
                <a:solidFill>
                  <a:srgbClr val="5C6C7C"/>
                </a:solidFill>
                <a:latin typeface="Malgun Gothic"/>
                <a:ea typeface="Malgun Gothic"/>
                <a:cs typeface="Malgun Gothic"/>
              </a:rPr>
              <a:t>4 / 4</a:t>
            </a:r>
          </a:p>
        </p:txBody>
      </p:sp>
      <p:sp>
        <p:nvSpPr>
          <p:cNvPr id="5" name="marker-label-0">
            <a:extLst xmlns:a="http://schemas.openxmlformats.org/drawingml/2006/main">
              <a:ext uri="{FF2B5EF4-FFF2-40B4-BE49-F238E27FC236}">
                <a16:creationId xmlns:a16="http://schemas.microsoft.com/office/drawing/2014/main" id="{54EDA44D-299E-4B64-8F56-429A4F344AEF}"/>
              </a:ext>
            </a:extLst>
          </p:cNvPr>
          <p:cNvSpPr>
            <a:spLocks xmlns:a="http://schemas.openxmlformats.org/drawingml/2006/main" noGrp="1"/>
          </p:cNvSpPr>
          <p:nvPr/>
        </p:nvSpPr>
        <p:spPr>
          <a:xfrm xmlns:a="http://schemas.openxmlformats.org/drawingml/2006/main">
            <a:off x="2619375" y="1647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667B2"/>
                </a:solidFill>
                <a:latin typeface="Malgun Gothic"/>
                <a:ea typeface="Malgun Gothic"/>
                <a:cs typeface="Malgun Gothic"/>
              </a:defRPr>
            </a:defPPr>
          </a:lstStyle>
          <a:p xmlns:a="http://schemas.openxmlformats.org/drawingml/2006/main">
            <a:pPr algn="ctr">
              <a:buNone/>
              <a:defRPr sz="1650" b="1">
                <a:solidFill>
                  <a:srgbClr val="1667B2"/>
                </a:solidFill>
                <a:latin typeface="Malgun Gothic"/>
                <a:ea typeface="Malgun Gothic"/>
                <a:cs typeface="Malgun Gothic"/>
              </a:defRPr>
            </a:pPr>
            <a:r>
              <a:rPr sz="1650" b="1">
                <a:solidFill>
                  <a:srgbClr val="1667B2"/>
                </a:solidFill>
                <a:latin typeface="Malgun Gothic"/>
                <a:ea typeface="Malgun Gothic"/>
                <a:cs typeface="Malgun Gothic"/>
              </a:rPr>
              <a:t>t0  요청</a:t>
            </a:r>
          </a:p>
        </p:txBody>
      </p:sp>
      <p:cxnSp>
        <p:nvCxnSpPr>
          <p:cNvPr id="6" name="marker-0">
            <a:extLst xmlns:a="http://schemas.openxmlformats.org/drawingml/2006/main">
              <a:ext uri="{FF2B5EF4-FFF2-40B4-BE49-F238E27FC236}">
                <a16:creationId xmlns:a16="http://schemas.microsoft.com/office/drawing/2014/main" id="{F6A752F2-12D6-4138-9985-B86CC3842B1C}"/>
              </a:ext>
            </a:extLst>
          </p:cNvPr>
          <p:cNvCxnSpPr/>
          <p:nvPr/>
        </p:nvCxnSpPr>
        <p:spPr>
          <a:xfrm xmlns:a="http://schemas.openxmlformats.org/drawingml/2006/main" flipH="0" flipV="0">
            <a:off x="3286125" y="2152650"/>
            <a:ext cx="0" cy="4352925"/>
          </a:xfrm>
          <a:prstGeom xmlns:a="http://schemas.openxmlformats.org/drawingml/2006/main" prst="straightConnector1">
            <a:avLst/>
          </a:prstGeom>
          <a:ln xmlns:a="http://schemas.openxmlformats.org/drawingml/2006/main" w="13335">
            <a:solidFill>
              <a:srgbClr val="1667B2"/>
            </a:solidFill>
            <a:prstDash val="dash"/>
            <a:tailEnd type="none" w="sm" len="sm"/>
          </a:ln>
        </p:spPr>
      </p:cxnSp>
      <p:sp>
        <p:nvSpPr>
          <p:cNvPr id="7" name="marker-label-1">
            <a:extLst xmlns:a="http://schemas.openxmlformats.org/drawingml/2006/main">
              <a:ext uri="{FF2B5EF4-FFF2-40B4-BE49-F238E27FC236}">
                <a16:creationId xmlns:a16="http://schemas.microsoft.com/office/drawing/2014/main" id="{262E9DE1-A39F-47BB-90E0-F477E9A28210}"/>
              </a:ext>
            </a:extLst>
          </p:cNvPr>
          <p:cNvSpPr>
            <a:spLocks xmlns:a="http://schemas.openxmlformats.org/drawingml/2006/main" noGrp="1"/>
          </p:cNvSpPr>
          <p:nvPr/>
        </p:nvSpPr>
        <p:spPr>
          <a:xfrm xmlns:a="http://schemas.openxmlformats.org/drawingml/2006/main">
            <a:off x="7810500" y="1647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667B2"/>
                </a:solidFill>
                <a:latin typeface="Malgun Gothic"/>
                <a:ea typeface="Malgun Gothic"/>
                <a:cs typeface="Malgun Gothic"/>
              </a:defRPr>
            </a:defPPr>
          </a:lstStyle>
          <a:p xmlns:a="http://schemas.openxmlformats.org/drawingml/2006/main">
            <a:pPr algn="ctr">
              <a:buNone/>
              <a:defRPr sz="1650" b="1">
                <a:solidFill>
                  <a:srgbClr val="1667B2"/>
                </a:solidFill>
                <a:latin typeface="Malgun Gothic"/>
                <a:ea typeface="Malgun Gothic"/>
                <a:cs typeface="Malgun Gothic"/>
              </a:defRPr>
            </a:pPr>
            <a:r>
              <a:rPr sz="1650" b="1">
                <a:solidFill>
                  <a:srgbClr val="1667B2"/>
                </a:solidFill>
                <a:latin typeface="Malgun Gothic"/>
                <a:ea typeface="Malgun Gothic"/>
                <a:cs typeface="Malgun Gothic"/>
              </a:rPr>
              <a:t>t1  SW 준비</a:t>
            </a:r>
          </a:p>
        </p:txBody>
      </p:sp>
      <p:cxnSp>
        <p:nvCxnSpPr>
          <p:cNvPr id="8" name="marker-1">
            <a:extLst xmlns:a="http://schemas.openxmlformats.org/drawingml/2006/main">
              <a:ext uri="{FF2B5EF4-FFF2-40B4-BE49-F238E27FC236}">
                <a16:creationId xmlns:a16="http://schemas.microsoft.com/office/drawing/2014/main" id="{8102E99D-9F30-49C7-8519-6FA540B78A7C}"/>
              </a:ext>
            </a:extLst>
          </p:cNvPr>
          <p:cNvCxnSpPr/>
          <p:nvPr/>
        </p:nvCxnSpPr>
        <p:spPr>
          <a:xfrm xmlns:a="http://schemas.openxmlformats.org/drawingml/2006/main" flipH="0" flipV="0">
            <a:off x="8572500" y="2152650"/>
            <a:ext cx="0" cy="4352925"/>
          </a:xfrm>
          <a:prstGeom xmlns:a="http://schemas.openxmlformats.org/drawingml/2006/main" prst="straightConnector1">
            <a:avLst/>
          </a:prstGeom>
          <a:ln xmlns:a="http://schemas.openxmlformats.org/drawingml/2006/main" w="13335">
            <a:solidFill>
              <a:srgbClr val="1667B2"/>
            </a:solidFill>
            <a:prstDash val="dash"/>
            <a:tailEnd type="none" w="sm" len="sm"/>
          </a:ln>
        </p:spPr>
      </p:cxnSp>
      <p:sp>
        <p:nvSpPr>
          <p:cNvPr id="9" name="marker-label-2">
            <a:extLst xmlns:a="http://schemas.openxmlformats.org/drawingml/2006/main">
              <a:ext uri="{FF2B5EF4-FFF2-40B4-BE49-F238E27FC236}">
                <a16:creationId xmlns:a16="http://schemas.microsoft.com/office/drawing/2014/main" id="{3FDC1172-4AB6-4507-8EAE-4C21DB9326F3}"/>
              </a:ext>
            </a:extLst>
          </p:cNvPr>
          <p:cNvSpPr>
            <a:spLocks xmlns:a="http://schemas.openxmlformats.org/drawingml/2006/main" noGrp="1"/>
          </p:cNvSpPr>
          <p:nvPr/>
        </p:nvSpPr>
        <p:spPr>
          <a:xfrm xmlns:a="http://schemas.openxmlformats.org/drawingml/2006/main">
            <a:off x="10001250" y="1647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97966"/>
                </a:solidFill>
                <a:latin typeface="Malgun Gothic"/>
                <a:ea typeface="Malgun Gothic"/>
                <a:cs typeface="Malgun Gothic"/>
              </a:defRPr>
            </a:defPPr>
          </a:lstStyle>
          <a:p xmlns:a="http://schemas.openxmlformats.org/drawingml/2006/main">
            <a:pPr algn="ctr">
              <a:buNone/>
              <a:defRPr sz="1650" b="1">
                <a:solidFill>
                  <a:srgbClr val="197966"/>
                </a:solidFill>
                <a:latin typeface="Malgun Gothic"/>
                <a:ea typeface="Malgun Gothic"/>
                <a:cs typeface="Malgun Gothic"/>
              </a:defRPr>
            </a:pPr>
            <a:r>
              <a:rPr sz="1650" b="1">
                <a:solidFill>
                  <a:srgbClr val="197966"/>
                </a:solidFill>
                <a:latin typeface="Malgun Gothic"/>
                <a:ea typeface="Malgun Gothic"/>
                <a:cs typeface="Malgun Gothic"/>
              </a:rPr>
              <a:t>t2  검사 가능</a:t>
            </a:r>
          </a:p>
        </p:txBody>
      </p:sp>
      <p:cxnSp>
        <p:nvCxnSpPr>
          <p:cNvPr id="10" name="marker-2">
            <a:extLst xmlns:a="http://schemas.openxmlformats.org/drawingml/2006/main">
              <a:ext uri="{FF2B5EF4-FFF2-40B4-BE49-F238E27FC236}">
                <a16:creationId xmlns:a16="http://schemas.microsoft.com/office/drawing/2014/main" id="{C858A9B8-8B36-430B-9547-C46777760193}"/>
              </a:ext>
            </a:extLst>
          </p:cNvPr>
          <p:cNvCxnSpPr/>
          <p:nvPr/>
        </p:nvCxnSpPr>
        <p:spPr>
          <a:xfrm xmlns:a="http://schemas.openxmlformats.org/drawingml/2006/main" flipH="0" flipV="0">
            <a:off x="10668000" y="2152650"/>
            <a:ext cx="0" cy="4352925"/>
          </a:xfrm>
          <a:prstGeom xmlns:a="http://schemas.openxmlformats.org/drawingml/2006/main" prst="straightConnector1">
            <a:avLst/>
          </a:prstGeom>
          <a:ln xmlns:a="http://schemas.openxmlformats.org/drawingml/2006/main" w="13335">
            <a:solidFill>
              <a:srgbClr val="197966"/>
            </a:solidFill>
            <a:prstDash val="dash"/>
            <a:tailEnd type="none" w="sm" len="sm"/>
          </a:ln>
        </p:spPr>
      </p:cxnSp>
      <p:sp>
        <p:nvSpPr>
          <p:cNvPr id="11" name="marker-label-3">
            <a:extLst xmlns:a="http://schemas.openxmlformats.org/drawingml/2006/main">
              <a:ext uri="{FF2B5EF4-FFF2-40B4-BE49-F238E27FC236}">
                <a16:creationId xmlns:a16="http://schemas.microsoft.com/office/drawing/2014/main" id="{C306A34A-390A-4F0F-AB91-6D3076B6E612}"/>
              </a:ext>
            </a:extLst>
          </p:cNvPr>
          <p:cNvSpPr>
            <a:spLocks xmlns:a="http://schemas.openxmlformats.org/drawingml/2006/main" noGrp="1"/>
          </p:cNvSpPr>
          <p:nvPr/>
        </p:nvSpPr>
        <p:spPr>
          <a:xfrm xmlns:a="http://schemas.openxmlformats.org/drawingml/2006/main">
            <a:off x="12906375" y="1647825"/>
            <a:ext cx="1762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97966"/>
                </a:solidFill>
                <a:latin typeface="Malgun Gothic"/>
                <a:ea typeface="Malgun Gothic"/>
                <a:cs typeface="Malgun Gothic"/>
              </a:defRPr>
            </a:defPPr>
          </a:lstStyle>
          <a:p xmlns:a="http://schemas.openxmlformats.org/drawingml/2006/main">
            <a:pPr algn="ctr">
              <a:buNone/>
              <a:defRPr sz="1650" b="1">
                <a:solidFill>
                  <a:srgbClr val="197966"/>
                </a:solidFill>
                <a:latin typeface="Malgun Gothic"/>
                <a:ea typeface="Malgun Gothic"/>
                <a:cs typeface="Malgun Gothic"/>
              </a:defRPr>
            </a:pPr>
            <a:r>
              <a:rPr sz="1650" b="1">
                <a:solidFill>
                  <a:srgbClr val="197966"/>
                </a:solidFill>
                <a:latin typeface="Malgun Gothic"/>
                <a:ea typeface="Malgun Gothic"/>
                <a:cs typeface="Malgun Gothic"/>
              </a:rPr>
              <a:t>t3  최종 완료</a:t>
            </a:r>
          </a:p>
        </p:txBody>
      </p:sp>
      <p:cxnSp>
        <p:nvCxnSpPr>
          <p:cNvPr id="12" name="marker-3">
            <a:extLst xmlns:a="http://schemas.openxmlformats.org/drawingml/2006/main">
              <a:ext uri="{FF2B5EF4-FFF2-40B4-BE49-F238E27FC236}">
                <a16:creationId xmlns:a16="http://schemas.microsoft.com/office/drawing/2014/main" id="{4EABA682-95D3-45A8-9464-9C0F93F24614}"/>
              </a:ext>
            </a:extLst>
          </p:cNvPr>
          <p:cNvCxnSpPr/>
          <p:nvPr/>
        </p:nvCxnSpPr>
        <p:spPr>
          <a:xfrm xmlns:a="http://schemas.openxmlformats.org/drawingml/2006/main" flipH="0" flipV="0">
            <a:off x="13906500" y="2152650"/>
            <a:ext cx="0" cy="4352925"/>
          </a:xfrm>
          <a:prstGeom xmlns:a="http://schemas.openxmlformats.org/drawingml/2006/main" prst="straightConnector1">
            <a:avLst/>
          </a:prstGeom>
          <a:ln xmlns:a="http://schemas.openxmlformats.org/drawingml/2006/main" w="13335">
            <a:solidFill>
              <a:srgbClr val="197966"/>
            </a:solidFill>
            <a:prstDash val="dash"/>
            <a:tailEnd type="none" w="sm" len="sm"/>
          </a:ln>
        </p:spPr>
      </p:cxnSp>
      <p:sp>
        <p:nvSpPr>
          <p:cNvPr id="13" name="row-label-0">
            <a:extLst xmlns:a="http://schemas.openxmlformats.org/drawingml/2006/main">
              <a:ext uri="{FF2B5EF4-FFF2-40B4-BE49-F238E27FC236}">
                <a16:creationId xmlns:a16="http://schemas.microsoft.com/office/drawing/2014/main" id="{B005E479-57A0-4EE8-8D73-9599689C5C1D}"/>
              </a:ext>
            </a:extLst>
          </p:cNvPr>
          <p:cNvSpPr>
            <a:spLocks xmlns:a="http://schemas.openxmlformats.org/drawingml/2006/main" noGrp="1"/>
          </p:cNvSpPr>
          <p:nvPr/>
        </p:nvSpPr>
        <p:spPr>
          <a:xfrm xmlns:a="http://schemas.openxmlformats.org/drawingml/2006/main">
            <a:off x="571500" y="23241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72F46"/>
                </a:solidFill>
                <a:latin typeface="Malgun Gothic"/>
                <a:ea typeface="Malgun Gothic"/>
                <a:cs typeface="Malgun Gothic"/>
              </a:defRPr>
            </a:defPPr>
          </a:lstStyle>
          <a:p xmlns:a="http://schemas.openxmlformats.org/drawingml/2006/main">
            <a:pPr algn="l">
              <a:buNone/>
              <a:defRPr sz="1725" b="1">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상위·CIM·RMS</a:t>
            </a:r>
          </a:p>
        </p:txBody>
      </p:sp>
      <p:cxnSp>
        <p:nvCxnSpPr>
          <p:cNvPr id="14" name="base-0">
            <a:extLst xmlns:a="http://schemas.openxmlformats.org/drawingml/2006/main">
              <a:ext uri="{FF2B5EF4-FFF2-40B4-BE49-F238E27FC236}">
                <a16:creationId xmlns:a16="http://schemas.microsoft.com/office/drawing/2014/main" id="{63CE903A-39A4-43F5-9605-395DFCAA6AC7}"/>
              </a:ext>
            </a:extLst>
          </p:cNvPr>
          <p:cNvCxnSpPr/>
          <p:nvPr/>
        </p:nvCxnSpPr>
        <p:spPr>
          <a:xfrm xmlns:a="http://schemas.openxmlformats.org/drawingml/2006/main" flipH="0" flipV="0">
            <a:off x="3143250" y="2543175"/>
            <a:ext cx="1152525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cxnSp>
        <p:nvCxnSpPr>
          <p:cNvPr id="15" name="rule-0">
            <a:extLst xmlns:a="http://schemas.openxmlformats.org/drawingml/2006/main">
              <a:ext uri="{FF2B5EF4-FFF2-40B4-BE49-F238E27FC236}">
                <a16:creationId xmlns:a16="http://schemas.microsoft.com/office/drawing/2014/main" id="{94A9320B-ABD0-4080-8BAA-B5D537316BD8}"/>
              </a:ext>
            </a:extLst>
          </p:cNvPr>
          <p:cNvCxnSpPr/>
          <p:nvPr/>
        </p:nvCxnSpPr>
        <p:spPr>
          <a:xfrm xmlns:a="http://schemas.openxmlformats.org/drawingml/2006/main" flipH="0" flipV="0">
            <a:off x="571500" y="2847975"/>
            <a:ext cx="14097000" cy="0"/>
          </a:xfrm>
          <a:prstGeom xmlns:a="http://schemas.openxmlformats.org/drawingml/2006/main" prst="straightConnector1">
            <a:avLst/>
          </a:prstGeom>
          <a:ln xmlns:a="http://schemas.openxmlformats.org/drawingml/2006/main" w="13335">
            <a:solidFill>
              <a:srgbClr val="E7EDF2"/>
            </a:solidFill>
            <a:prstDash val="solid"/>
            <a:tailEnd type="none" w="sm" len="sm"/>
          </a:ln>
        </p:spPr>
      </p:cxnSp>
      <p:sp>
        <p:nvSpPr>
          <p:cNvPr id="16" name="row-label-1">
            <a:extLst xmlns:a="http://schemas.openxmlformats.org/drawingml/2006/main">
              <a:ext uri="{FF2B5EF4-FFF2-40B4-BE49-F238E27FC236}">
                <a16:creationId xmlns:a16="http://schemas.microsoft.com/office/drawing/2014/main" id="{434FF9A0-5C44-47E0-B0A1-A07C78DDE6E7}"/>
              </a:ext>
            </a:extLst>
          </p:cNvPr>
          <p:cNvSpPr>
            <a:spLocks xmlns:a="http://schemas.openxmlformats.org/drawingml/2006/main" noGrp="1"/>
          </p:cNvSpPr>
          <p:nvPr/>
        </p:nvSpPr>
        <p:spPr>
          <a:xfrm xmlns:a="http://schemas.openxmlformats.org/drawingml/2006/main">
            <a:off x="571500" y="29337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72F46"/>
                </a:solidFill>
                <a:latin typeface="Malgun Gothic"/>
                <a:ea typeface="Malgun Gothic"/>
                <a:cs typeface="Malgun Gothic"/>
              </a:defRPr>
            </a:defPPr>
          </a:lstStyle>
          <a:p xmlns:a="http://schemas.openxmlformats.org/drawingml/2006/main">
            <a:pPr algn="l">
              <a:buNone/>
              <a:defRPr sz="1725" b="1">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가공 SW·광학계</a:t>
            </a:r>
          </a:p>
        </p:txBody>
      </p:sp>
      <p:cxnSp>
        <p:nvCxnSpPr>
          <p:cNvPr id="17" name="base-1">
            <a:extLst xmlns:a="http://schemas.openxmlformats.org/drawingml/2006/main">
              <a:ext uri="{FF2B5EF4-FFF2-40B4-BE49-F238E27FC236}">
                <a16:creationId xmlns:a16="http://schemas.microsoft.com/office/drawing/2014/main" id="{4E4572CE-0F70-40AA-B364-EBFAF532F4AE}"/>
              </a:ext>
            </a:extLst>
          </p:cNvPr>
          <p:cNvCxnSpPr/>
          <p:nvPr/>
        </p:nvCxnSpPr>
        <p:spPr>
          <a:xfrm xmlns:a="http://schemas.openxmlformats.org/drawingml/2006/main" flipH="0" flipV="0">
            <a:off x="3143250" y="3152775"/>
            <a:ext cx="1152525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cxnSp>
        <p:nvCxnSpPr>
          <p:cNvPr id="18" name="rule-1">
            <a:extLst xmlns:a="http://schemas.openxmlformats.org/drawingml/2006/main">
              <a:ext uri="{FF2B5EF4-FFF2-40B4-BE49-F238E27FC236}">
                <a16:creationId xmlns:a16="http://schemas.microsoft.com/office/drawing/2014/main" id="{11DB5257-29F8-4A22-9304-8F891B68795C}"/>
              </a:ext>
            </a:extLst>
          </p:cNvPr>
          <p:cNvCxnSpPr/>
          <p:nvPr/>
        </p:nvCxnSpPr>
        <p:spPr>
          <a:xfrm xmlns:a="http://schemas.openxmlformats.org/drawingml/2006/main" flipH="0" flipV="0">
            <a:off x="571500" y="3457575"/>
            <a:ext cx="14097000" cy="0"/>
          </a:xfrm>
          <a:prstGeom xmlns:a="http://schemas.openxmlformats.org/drawingml/2006/main" prst="straightConnector1">
            <a:avLst/>
          </a:prstGeom>
          <a:ln xmlns:a="http://schemas.openxmlformats.org/drawingml/2006/main" w="13335">
            <a:solidFill>
              <a:srgbClr val="E7EDF2"/>
            </a:solidFill>
            <a:prstDash val="solid"/>
            <a:tailEnd type="none" w="sm" len="sm"/>
          </a:ln>
        </p:spPr>
      </p:cxnSp>
      <p:sp>
        <p:nvSpPr>
          <p:cNvPr id="19" name="row-label-2">
            <a:extLst xmlns:a="http://schemas.openxmlformats.org/drawingml/2006/main">
              <a:ext uri="{FF2B5EF4-FFF2-40B4-BE49-F238E27FC236}">
                <a16:creationId xmlns:a16="http://schemas.microsoft.com/office/drawing/2014/main" id="{33DA59E6-2DDB-485D-BAC7-5F90042CF575}"/>
              </a:ext>
            </a:extLst>
          </p:cNvPr>
          <p:cNvSpPr>
            <a:spLocks xmlns:a="http://schemas.openxmlformats.org/drawingml/2006/main" noGrp="1"/>
          </p:cNvSpPr>
          <p:nvPr/>
        </p:nvSpPr>
        <p:spPr>
          <a:xfrm xmlns:a="http://schemas.openxmlformats.org/drawingml/2006/main">
            <a:off x="571500" y="35433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72F46"/>
                </a:solidFill>
                <a:latin typeface="Malgun Gothic"/>
                <a:ea typeface="Malgun Gothic"/>
                <a:cs typeface="Malgun Gothic"/>
              </a:defRPr>
            </a:defPPr>
          </a:lstStyle>
          <a:p xmlns:a="http://schemas.openxmlformats.org/drawingml/2006/main">
            <a:pPr algn="l">
              <a:buNone/>
              <a:defRPr sz="1725" b="1">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PLC 핀 위치</a:t>
            </a:r>
          </a:p>
        </p:txBody>
      </p:sp>
      <p:cxnSp>
        <p:nvCxnSpPr>
          <p:cNvPr id="20" name="base-2">
            <a:extLst xmlns:a="http://schemas.openxmlformats.org/drawingml/2006/main">
              <a:ext uri="{FF2B5EF4-FFF2-40B4-BE49-F238E27FC236}">
                <a16:creationId xmlns:a16="http://schemas.microsoft.com/office/drawing/2014/main" id="{059C8E60-22BA-442F-95EE-F8D3EB18278B}"/>
              </a:ext>
            </a:extLst>
          </p:cNvPr>
          <p:cNvCxnSpPr/>
          <p:nvPr/>
        </p:nvCxnSpPr>
        <p:spPr>
          <a:xfrm xmlns:a="http://schemas.openxmlformats.org/drawingml/2006/main" flipH="0" flipV="0">
            <a:off x="3143250" y="3762375"/>
            <a:ext cx="1152525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cxnSp>
        <p:nvCxnSpPr>
          <p:cNvPr id="21" name="rule-2">
            <a:extLst xmlns:a="http://schemas.openxmlformats.org/drawingml/2006/main">
              <a:ext uri="{FF2B5EF4-FFF2-40B4-BE49-F238E27FC236}">
                <a16:creationId xmlns:a16="http://schemas.microsoft.com/office/drawing/2014/main" id="{BB6DFDD4-486D-4B5F-BEE6-07EB92AB0936}"/>
              </a:ext>
            </a:extLst>
          </p:cNvPr>
          <p:cNvCxnSpPr/>
          <p:nvPr/>
        </p:nvCxnSpPr>
        <p:spPr>
          <a:xfrm xmlns:a="http://schemas.openxmlformats.org/drawingml/2006/main" flipH="0" flipV="0">
            <a:off x="571500" y="4067175"/>
            <a:ext cx="14097000" cy="0"/>
          </a:xfrm>
          <a:prstGeom xmlns:a="http://schemas.openxmlformats.org/drawingml/2006/main" prst="straightConnector1">
            <a:avLst/>
          </a:prstGeom>
          <a:ln xmlns:a="http://schemas.openxmlformats.org/drawingml/2006/main" w="13335">
            <a:solidFill>
              <a:srgbClr val="E7EDF2"/>
            </a:solidFill>
            <a:prstDash val="solid"/>
            <a:tailEnd type="none" w="sm" len="sm"/>
          </a:ln>
        </p:spPr>
      </p:cxnSp>
      <p:sp>
        <p:nvSpPr>
          <p:cNvPr id="22" name="row-label-3">
            <a:extLst xmlns:a="http://schemas.openxmlformats.org/drawingml/2006/main">
              <a:ext uri="{FF2B5EF4-FFF2-40B4-BE49-F238E27FC236}">
                <a16:creationId xmlns:a16="http://schemas.microsoft.com/office/drawing/2014/main" id="{B30D60B4-7284-4987-8BD8-8DA9160B53EA}"/>
              </a:ext>
            </a:extLst>
          </p:cNvPr>
          <p:cNvSpPr>
            <a:spLocks xmlns:a="http://schemas.openxmlformats.org/drawingml/2006/main" noGrp="1"/>
          </p:cNvSpPr>
          <p:nvPr/>
        </p:nvSpPr>
        <p:spPr>
          <a:xfrm xmlns:a="http://schemas.openxmlformats.org/drawingml/2006/main">
            <a:off x="571500" y="41529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72F46"/>
                </a:solidFill>
                <a:latin typeface="Malgun Gothic"/>
                <a:ea typeface="Malgun Gothic"/>
                <a:cs typeface="Malgun Gothic"/>
              </a:defRPr>
            </a:defPPr>
          </a:lstStyle>
          <a:p xmlns:a="http://schemas.openxmlformats.org/drawingml/2006/main">
            <a:pPr algn="l">
              <a:buNone/>
              <a:defRPr sz="1725" b="1">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비전 검사 조건</a:t>
            </a:r>
          </a:p>
        </p:txBody>
      </p:sp>
      <p:cxnSp>
        <p:nvCxnSpPr>
          <p:cNvPr id="23" name="base-3">
            <a:extLst xmlns:a="http://schemas.openxmlformats.org/drawingml/2006/main">
              <a:ext uri="{FF2B5EF4-FFF2-40B4-BE49-F238E27FC236}">
                <a16:creationId xmlns:a16="http://schemas.microsoft.com/office/drawing/2014/main" id="{40092643-6B46-4318-9BE6-B643F8A1BB8D}"/>
              </a:ext>
            </a:extLst>
          </p:cNvPr>
          <p:cNvCxnSpPr/>
          <p:nvPr/>
        </p:nvCxnSpPr>
        <p:spPr>
          <a:xfrm xmlns:a="http://schemas.openxmlformats.org/drawingml/2006/main" flipH="0" flipV="0">
            <a:off x="3143250" y="4371975"/>
            <a:ext cx="1152525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cxnSp>
        <p:nvCxnSpPr>
          <p:cNvPr id="24" name="rule-3">
            <a:extLst xmlns:a="http://schemas.openxmlformats.org/drawingml/2006/main">
              <a:ext uri="{FF2B5EF4-FFF2-40B4-BE49-F238E27FC236}">
                <a16:creationId xmlns:a16="http://schemas.microsoft.com/office/drawing/2014/main" id="{E26D5A6C-6590-4F56-A1BC-0F48BBD5DFA4}"/>
              </a:ext>
            </a:extLst>
          </p:cNvPr>
          <p:cNvCxnSpPr/>
          <p:nvPr/>
        </p:nvCxnSpPr>
        <p:spPr>
          <a:xfrm xmlns:a="http://schemas.openxmlformats.org/drawingml/2006/main" flipH="0" flipV="0">
            <a:off x="571500" y="4676775"/>
            <a:ext cx="14097000" cy="0"/>
          </a:xfrm>
          <a:prstGeom xmlns:a="http://schemas.openxmlformats.org/drawingml/2006/main" prst="straightConnector1">
            <a:avLst/>
          </a:prstGeom>
          <a:ln xmlns:a="http://schemas.openxmlformats.org/drawingml/2006/main" w="13335">
            <a:solidFill>
              <a:srgbClr val="E7EDF2"/>
            </a:solidFill>
            <a:prstDash val="solid"/>
            <a:tailEnd type="none" w="sm" len="sm"/>
          </a:ln>
        </p:spPr>
      </p:cxnSp>
      <p:sp>
        <p:nvSpPr>
          <p:cNvPr id="25" name="row-label-4">
            <a:extLst xmlns:a="http://schemas.openxmlformats.org/drawingml/2006/main">
              <a:ext uri="{FF2B5EF4-FFF2-40B4-BE49-F238E27FC236}">
                <a16:creationId xmlns:a16="http://schemas.microsoft.com/office/drawing/2014/main" id="{C90DF60E-FDC9-490E-9636-87AA5C9A300D}"/>
              </a:ext>
            </a:extLst>
          </p:cNvPr>
          <p:cNvSpPr>
            <a:spLocks xmlns:a="http://schemas.openxmlformats.org/drawingml/2006/main" noGrp="1"/>
          </p:cNvSpPr>
          <p:nvPr/>
        </p:nvSpPr>
        <p:spPr>
          <a:xfrm xmlns:a="http://schemas.openxmlformats.org/drawingml/2006/main">
            <a:off x="571500" y="47625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72F46"/>
                </a:solidFill>
                <a:latin typeface="Malgun Gothic"/>
                <a:ea typeface="Malgun Gothic"/>
                <a:cs typeface="Malgun Gothic"/>
              </a:defRPr>
            </a:defPPr>
          </a:lstStyle>
          <a:p xmlns:a="http://schemas.openxmlformats.org/drawingml/2006/main">
            <a:pPr algn="l">
              <a:buNone/>
              <a:defRPr sz="1725" b="1">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기판 수신·대상 준비</a:t>
            </a:r>
          </a:p>
        </p:txBody>
      </p:sp>
      <p:cxnSp>
        <p:nvCxnSpPr>
          <p:cNvPr id="26" name="base-4">
            <a:extLst xmlns:a="http://schemas.openxmlformats.org/drawingml/2006/main">
              <a:ext uri="{FF2B5EF4-FFF2-40B4-BE49-F238E27FC236}">
                <a16:creationId xmlns:a16="http://schemas.microsoft.com/office/drawing/2014/main" id="{FEC68C82-ADA5-4463-8CC8-D3019481E3C6}"/>
              </a:ext>
            </a:extLst>
          </p:cNvPr>
          <p:cNvCxnSpPr/>
          <p:nvPr/>
        </p:nvCxnSpPr>
        <p:spPr>
          <a:xfrm xmlns:a="http://schemas.openxmlformats.org/drawingml/2006/main" flipH="0" flipV="0">
            <a:off x="3143250" y="4981575"/>
            <a:ext cx="1152525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cxnSp>
        <p:nvCxnSpPr>
          <p:cNvPr id="27" name="rule-4">
            <a:extLst xmlns:a="http://schemas.openxmlformats.org/drawingml/2006/main">
              <a:ext uri="{FF2B5EF4-FFF2-40B4-BE49-F238E27FC236}">
                <a16:creationId xmlns:a16="http://schemas.microsoft.com/office/drawing/2014/main" id="{F404099C-9ACA-43FB-AE02-2C0D8E03A036}"/>
              </a:ext>
            </a:extLst>
          </p:cNvPr>
          <p:cNvCxnSpPr/>
          <p:nvPr/>
        </p:nvCxnSpPr>
        <p:spPr>
          <a:xfrm xmlns:a="http://schemas.openxmlformats.org/drawingml/2006/main" flipH="0" flipV="0">
            <a:off x="571500" y="5286375"/>
            <a:ext cx="14097000" cy="0"/>
          </a:xfrm>
          <a:prstGeom xmlns:a="http://schemas.openxmlformats.org/drawingml/2006/main" prst="straightConnector1">
            <a:avLst/>
          </a:prstGeom>
          <a:ln xmlns:a="http://schemas.openxmlformats.org/drawingml/2006/main" w="13335">
            <a:solidFill>
              <a:srgbClr val="E7EDF2"/>
            </a:solidFill>
            <a:prstDash val="solid"/>
            <a:tailEnd type="none" w="sm" len="sm"/>
          </a:ln>
        </p:spPr>
      </p:cxnSp>
      <p:sp>
        <p:nvSpPr>
          <p:cNvPr id="28" name="row-label-5">
            <a:extLst xmlns:a="http://schemas.openxmlformats.org/drawingml/2006/main">
              <a:ext uri="{FF2B5EF4-FFF2-40B4-BE49-F238E27FC236}">
                <a16:creationId xmlns:a16="http://schemas.microsoft.com/office/drawing/2014/main" id="{581ED60E-69C1-4254-8CF2-26B993730902}"/>
              </a:ext>
            </a:extLst>
          </p:cNvPr>
          <p:cNvSpPr>
            <a:spLocks xmlns:a="http://schemas.openxmlformats.org/drawingml/2006/main" noGrp="1"/>
          </p:cNvSpPr>
          <p:nvPr/>
        </p:nvSpPr>
        <p:spPr>
          <a:xfrm xmlns:a="http://schemas.openxmlformats.org/drawingml/2006/main">
            <a:off x="571500" y="53721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72F46"/>
                </a:solidFill>
                <a:latin typeface="Malgun Gothic"/>
                <a:ea typeface="Malgun Gothic"/>
                <a:cs typeface="Malgun Gothic"/>
              </a:defRPr>
            </a:defPPr>
          </a:lstStyle>
          <a:p xmlns:a="http://schemas.openxmlformats.org/drawingml/2006/main">
            <a:pPr algn="l">
              <a:buNone/>
              <a:defRPr sz="1725" b="1">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전셀검사</a:t>
            </a:r>
          </a:p>
        </p:txBody>
      </p:sp>
      <p:cxnSp>
        <p:nvCxnSpPr>
          <p:cNvPr id="29" name="base-5">
            <a:extLst xmlns:a="http://schemas.openxmlformats.org/drawingml/2006/main">
              <a:ext uri="{FF2B5EF4-FFF2-40B4-BE49-F238E27FC236}">
                <a16:creationId xmlns:a16="http://schemas.microsoft.com/office/drawing/2014/main" id="{6905D472-116D-40EB-8073-F58E9416336D}"/>
              </a:ext>
            </a:extLst>
          </p:cNvPr>
          <p:cNvCxnSpPr/>
          <p:nvPr/>
        </p:nvCxnSpPr>
        <p:spPr>
          <a:xfrm xmlns:a="http://schemas.openxmlformats.org/drawingml/2006/main" flipH="0" flipV="0">
            <a:off x="3143250" y="5591175"/>
            <a:ext cx="1152525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cxnSp>
        <p:nvCxnSpPr>
          <p:cNvPr id="30" name="rule-5">
            <a:extLst xmlns:a="http://schemas.openxmlformats.org/drawingml/2006/main">
              <a:ext uri="{FF2B5EF4-FFF2-40B4-BE49-F238E27FC236}">
                <a16:creationId xmlns:a16="http://schemas.microsoft.com/office/drawing/2014/main" id="{E6F39219-F905-4420-BEC1-295C0C5D06B5}"/>
              </a:ext>
            </a:extLst>
          </p:cNvPr>
          <p:cNvCxnSpPr/>
          <p:nvPr/>
        </p:nvCxnSpPr>
        <p:spPr>
          <a:xfrm xmlns:a="http://schemas.openxmlformats.org/drawingml/2006/main" flipH="0" flipV="0">
            <a:off x="571500" y="5895975"/>
            <a:ext cx="14097000" cy="0"/>
          </a:xfrm>
          <a:prstGeom xmlns:a="http://schemas.openxmlformats.org/drawingml/2006/main" prst="straightConnector1">
            <a:avLst/>
          </a:prstGeom>
          <a:ln xmlns:a="http://schemas.openxmlformats.org/drawingml/2006/main" w="13335">
            <a:solidFill>
              <a:srgbClr val="E7EDF2"/>
            </a:solidFill>
            <a:prstDash val="solid"/>
            <a:tailEnd type="none" w="sm" len="sm"/>
          </a:ln>
        </p:spPr>
      </p:cxnSp>
      <p:sp>
        <p:nvSpPr>
          <p:cNvPr id="31" name="row-label-6">
            <a:extLst xmlns:a="http://schemas.openxmlformats.org/drawingml/2006/main">
              <a:ext uri="{FF2B5EF4-FFF2-40B4-BE49-F238E27FC236}">
                <a16:creationId xmlns:a16="http://schemas.microsoft.com/office/drawing/2014/main" id="{20257BCB-3414-4ACF-85D8-EF4D59DCE26E}"/>
              </a:ext>
            </a:extLst>
          </p:cNvPr>
          <p:cNvSpPr>
            <a:spLocks xmlns:a="http://schemas.openxmlformats.org/drawingml/2006/main" noGrp="1"/>
          </p:cNvSpPr>
          <p:nvPr/>
        </p:nvSpPr>
        <p:spPr>
          <a:xfrm xmlns:a="http://schemas.openxmlformats.org/drawingml/2006/main">
            <a:off x="571500" y="598170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72F46"/>
                </a:solidFill>
                <a:latin typeface="Malgun Gothic"/>
                <a:ea typeface="Malgun Gothic"/>
                <a:cs typeface="Malgun Gothic"/>
              </a:defRPr>
            </a:defPPr>
          </a:lstStyle>
          <a:p xmlns:a="http://schemas.openxmlformats.org/drawingml/2006/main">
            <a:pPr algn="l">
              <a:buNone/>
              <a:defRPr sz="1725" b="1">
                <a:solidFill>
                  <a:srgbClr val="172F46"/>
                </a:solidFill>
                <a:latin typeface="Malgun Gothic"/>
                <a:ea typeface="Malgun Gothic"/>
                <a:cs typeface="Malgun Gothic"/>
              </a:defRPr>
            </a:pPr>
            <a:r>
              <a:rPr sz="1725" b="1">
                <a:solidFill>
                  <a:srgbClr val="172F46"/>
                </a:solidFill>
                <a:latin typeface="Malgun Gothic"/>
                <a:ea typeface="Malgun Gothic"/>
                <a:cs typeface="Malgun Gothic"/>
              </a:rPr>
              <a:t>보정테이블·완료</a:t>
            </a:r>
          </a:p>
        </p:txBody>
      </p:sp>
      <p:cxnSp>
        <p:nvCxnSpPr>
          <p:cNvPr id="32" name="base-6">
            <a:extLst xmlns:a="http://schemas.openxmlformats.org/drawingml/2006/main">
              <a:ext uri="{FF2B5EF4-FFF2-40B4-BE49-F238E27FC236}">
                <a16:creationId xmlns:a16="http://schemas.microsoft.com/office/drawing/2014/main" id="{7B526632-DA3E-43D6-9368-9F92A103FEC5}"/>
              </a:ext>
            </a:extLst>
          </p:cNvPr>
          <p:cNvCxnSpPr/>
          <p:nvPr/>
        </p:nvCxnSpPr>
        <p:spPr>
          <a:xfrm xmlns:a="http://schemas.openxmlformats.org/drawingml/2006/main" flipH="0" flipV="0">
            <a:off x="3143250" y="6200775"/>
            <a:ext cx="11525250" cy="0"/>
          </a:xfrm>
          <a:prstGeom xmlns:a="http://schemas.openxmlformats.org/drawingml/2006/main" prst="straightConnector1">
            <a:avLst/>
          </a:prstGeom>
          <a:ln xmlns:a="http://schemas.openxmlformats.org/drawingml/2006/main" w="13335">
            <a:solidFill>
              <a:srgbClr val="B8C4CF"/>
            </a:solidFill>
            <a:prstDash val="solid"/>
            <a:tailEnd type="none" w="sm" len="sm"/>
          </a:ln>
        </p:spPr>
      </p:cxnSp>
      <p:sp>
        <p:nvSpPr>
          <p:cNvPr id="33" name="request-bar">
            <a:extLst xmlns:a="http://schemas.openxmlformats.org/drawingml/2006/main">
              <a:ext uri="{FF2B5EF4-FFF2-40B4-BE49-F238E27FC236}">
                <a16:creationId xmlns:a16="http://schemas.microsoft.com/office/drawing/2014/main" id="{1E149343-88AC-48DE-A69D-78237BBC7597}"/>
              </a:ext>
            </a:extLst>
          </p:cNvPr>
          <p:cNvSpPr>
            <a:spLocks xmlns:a="http://schemas.openxmlformats.org/drawingml/2006/main" noGrp="1"/>
          </p:cNvSpPr>
          <p:nvPr/>
        </p:nvSpPr>
        <p:spPr>
          <a:xfrm xmlns:a="http://schemas.openxmlformats.org/drawingml/2006/main">
            <a:off x="3286125" y="2324100"/>
            <a:ext cx="742950" cy="428625"/>
          </a:xfrm>
          <a:prstGeom xmlns:a="http://schemas.openxmlformats.org/drawingml/2006/main" prst="rect">
            <a:avLst/>
          </a:prstGeom>
          <a:solidFill xmlns:a="http://schemas.openxmlformats.org/drawingml/2006/main">
            <a:srgbClr val="1667B2"/>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575">
                <a:solidFill>
                  <a:srgbClr val="FFFFFF"/>
                </a:solidFill>
                <a:latin typeface="Malgun Gothic"/>
                <a:ea typeface="Malgun Gothic"/>
                <a:cs typeface="Malgun Gothic"/>
              </a:defRPr>
            </a:defPPr>
          </a:lstStyle>
          <a:p xmlns:a="http://schemas.openxmlformats.org/drawingml/2006/main">
            <a:pPr algn="ctr">
              <a:buNone/>
              <a:defRPr sz="1575">
                <a:solidFill>
                  <a:srgbClr val="172F46"/>
                </a:solidFill>
                <a:latin typeface="Malgun Gothic"/>
                <a:ea typeface="Malgun Gothic"/>
                <a:cs typeface="Malgun Gothic"/>
              </a:defRPr>
            </a:pPr>
            <a:r>
              <a:rPr sz="1575">
                <a:solidFill>
                  <a:srgbClr val="FFFFFF"/>
                </a:solidFill>
                <a:latin typeface="Malgun Gothic"/>
                <a:ea typeface="Malgun Gothic"/>
                <a:cs typeface="Malgun Gothic"/>
              </a:rPr>
              <a:t>요청</a:t>
            </a:r>
          </a:p>
        </p:txBody>
      </p:sp>
      <p:sp>
        <p:nvSpPr>
          <p:cNvPr id="34" name="host-final">
            <a:extLst xmlns:a="http://schemas.openxmlformats.org/drawingml/2006/main">
              <a:ext uri="{FF2B5EF4-FFF2-40B4-BE49-F238E27FC236}">
                <a16:creationId xmlns:a16="http://schemas.microsoft.com/office/drawing/2014/main" id="{BF9B7B7E-C067-4275-8DBA-9838EF5A25F0}"/>
              </a:ext>
            </a:extLst>
          </p:cNvPr>
          <p:cNvSpPr>
            <a:spLocks xmlns:a="http://schemas.openxmlformats.org/drawingml/2006/main" noGrp="1"/>
          </p:cNvSpPr>
          <p:nvPr/>
        </p:nvSpPr>
        <p:spPr>
          <a:xfrm xmlns:a="http://schemas.openxmlformats.org/drawingml/2006/main">
            <a:off x="13906500" y="2324100"/>
            <a:ext cx="762000" cy="428625"/>
          </a:xfrm>
          <a:prstGeom xmlns:a="http://schemas.openxmlformats.org/drawingml/2006/main" prst="rect">
            <a:avLst/>
          </a:prstGeom>
          <a:solidFill xmlns:a="http://schemas.openxmlformats.org/drawingml/2006/main">
            <a:srgbClr val="197966"/>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575">
                <a:solidFill>
                  <a:srgbClr val="FFFFFF"/>
                </a:solidFill>
                <a:latin typeface="Malgun Gothic"/>
                <a:ea typeface="Malgun Gothic"/>
                <a:cs typeface="Malgun Gothic"/>
              </a:defRPr>
            </a:defPPr>
          </a:lstStyle>
          <a:p xmlns:a="http://schemas.openxmlformats.org/drawingml/2006/main">
            <a:pPr algn="ctr">
              <a:buNone/>
              <a:defRPr sz="1575">
                <a:solidFill>
                  <a:srgbClr val="172F46"/>
                </a:solidFill>
                <a:latin typeface="Malgun Gothic"/>
                <a:ea typeface="Malgun Gothic"/>
                <a:cs typeface="Malgun Gothic"/>
              </a:defRPr>
            </a:pPr>
            <a:r>
              <a:rPr sz="1575">
                <a:solidFill>
                  <a:srgbClr val="FFFFFF"/>
                </a:solidFill>
                <a:latin typeface="Malgun Gothic"/>
                <a:ea typeface="Malgun Gothic"/>
                <a:cs typeface="Malgun Gothic"/>
              </a:rPr>
              <a:t>완료</a:t>
            </a:r>
          </a:p>
        </p:txBody>
      </p:sp>
      <p:sp>
        <p:nvSpPr>
          <p:cNvPr id="35" name="recipe-bar">
            <a:extLst xmlns:a="http://schemas.openxmlformats.org/drawingml/2006/main">
              <a:ext uri="{FF2B5EF4-FFF2-40B4-BE49-F238E27FC236}">
                <a16:creationId xmlns:a16="http://schemas.microsoft.com/office/drawing/2014/main" id="{56F604C6-9171-44B8-BD33-D7756D0FE8EF}"/>
              </a:ext>
            </a:extLst>
          </p:cNvPr>
          <p:cNvSpPr>
            <a:spLocks xmlns:a="http://schemas.openxmlformats.org/drawingml/2006/main" noGrp="1"/>
          </p:cNvSpPr>
          <p:nvPr/>
        </p:nvSpPr>
        <p:spPr>
          <a:xfrm xmlns:a="http://schemas.openxmlformats.org/drawingml/2006/main">
            <a:off x="5429250" y="2933700"/>
            <a:ext cx="1095375" cy="428625"/>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buNone/>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레시피</a:t>
            </a:r>
          </a:p>
        </p:txBody>
      </p:sp>
      <p:sp>
        <p:nvSpPr>
          <p:cNvPr id="36" name="doez-bar">
            <a:extLst xmlns:a="http://schemas.openxmlformats.org/drawingml/2006/main">
              <a:ext uri="{FF2B5EF4-FFF2-40B4-BE49-F238E27FC236}">
                <a16:creationId xmlns:a16="http://schemas.microsoft.com/office/drawing/2014/main" id="{55918783-04D5-4FDC-A215-08529284E276}"/>
              </a:ext>
            </a:extLst>
          </p:cNvPr>
          <p:cNvSpPr>
            <a:spLocks xmlns:a="http://schemas.openxmlformats.org/drawingml/2006/main" noGrp="1"/>
          </p:cNvSpPr>
          <p:nvPr/>
        </p:nvSpPr>
        <p:spPr>
          <a:xfrm xmlns:a="http://schemas.openxmlformats.org/drawingml/2006/main">
            <a:off x="6524625" y="2933700"/>
            <a:ext cx="952500" cy="428625"/>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buNone/>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DOE Z</a:t>
            </a:r>
          </a:p>
        </p:txBody>
      </p:sp>
      <p:sp>
        <p:nvSpPr>
          <p:cNvPr id="37" name="power-bar">
            <a:extLst xmlns:a="http://schemas.openxmlformats.org/drawingml/2006/main">
              <a:ext uri="{FF2B5EF4-FFF2-40B4-BE49-F238E27FC236}">
                <a16:creationId xmlns:a16="http://schemas.microsoft.com/office/drawing/2014/main" id="{B4D18514-1A52-4C43-83B9-E0049A4B50F9}"/>
              </a:ext>
            </a:extLst>
          </p:cNvPr>
          <p:cNvSpPr>
            <a:spLocks xmlns:a="http://schemas.openxmlformats.org/drawingml/2006/main" noGrp="1"/>
          </p:cNvSpPr>
          <p:nvPr/>
        </p:nvSpPr>
        <p:spPr>
          <a:xfrm xmlns:a="http://schemas.openxmlformats.org/drawingml/2006/main">
            <a:off x="7477125" y="2933700"/>
            <a:ext cx="1095375" cy="428625"/>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buNone/>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파워 등</a:t>
            </a:r>
          </a:p>
        </p:txBody>
      </p:sp>
      <p:sp>
        <p:nvSpPr>
          <p:cNvPr id="38" name="sw-ready-state">
            <a:extLst xmlns:a="http://schemas.openxmlformats.org/drawingml/2006/main">
              <a:ext uri="{FF2B5EF4-FFF2-40B4-BE49-F238E27FC236}">
                <a16:creationId xmlns:a16="http://schemas.microsoft.com/office/drawing/2014/main" id="{D34DCDDB-A175-4C29-BAD8-7A4D7EE00445}"/>
              </a:ext>
            </a:extLst>
          </p:cNvPr>
          <p:cNvSpPr>
            <a:spLocks xmlns:a="http://schemas.openxmlformats.org/drawingml/2006/main" noGrp="1"/>
          </p:cNvSpPr>
          <p:nvPr/>
        </p:nvSpPr>
        <p:spPr>
          <a:xfrm xmlns:a="http://schemas.openxmlformats.org/drawingml/2006/main">
            <a:off x="8686800" y="2905125"/>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1667B2"/>
                </a:solidFill>
                <a:latin typeface="Malgun Gothic"/>
                <a:ea typeface="Malgun Gothic"/>
                <a:cs typeface="Malgun Gothic"/>
              </a:defRPr>
            </a:defPPr>
          </a:lstStyle>
          <a:p xmlns:a="http://schemas.openxmlformats.org/drawingml/2006/main">
            <a:pPr algn="l">
              <a:buNone/>
              <a:defRPr sz="1575" b="0">
                <a:solidFill>
                  <a:srgbClr val="1667B2"/>
                </a:solidFill>
                <a:latin typeface="Malgun Gothic"/>
                <a:ea typeface="Malgun Gothic"/>
                <a:cs typeface="Malgun Gothic"/>
              </a:defRPr>
            </a:pPr>
            <a:r>
              <a:rPr sz="1575" b="0">
                <a:solidFill>
                  <a:srgbClr val="1667B2"/>
                </a:solidFill>
                <a:latin typeface="Malgun Gothic"/>
                <a:ea typeface="Malgun Gothic"/>
                <a:cs typeface="Malgun Gothic"/>
              </a:rPr>
              <a:t>가공 SW 준비 완료 상태</a:t>
            </a:r>
          </a:p>
        </p:txBody>
      </p:sp>
      <p:sp>
        <p:nvSpPr>
          <p:cNvPr id="39" name="final-power-check">
            <a:extLst xmlns:a="http://schemas.openxmlformats.org/drawingml/2006/main">
              <a:ext uri="{FF2B5EF4-FFF2-40B4-BE49-F238E27FC236}">
                <a16:creationId xmlns:a16="http://schemas.microsoft.com/office/drawing/2014/main" id="{71401EBA-2C27-46F0-BC8E-9087BED894B7}"/>
              </a:ext>
            </a:extLst>
          </p:cNvPr>
          <p:cNvSpPr>
            <a:spLocks xmlns:a="http://schemas.openxmlformats.org/drawingml/2006/main" noGrp="1"/>
          </p:cNvSpPr>
          <p:nvPr/>
        </p:nvSpPr>
        <p:spPr>
          <a:xfrm xmlns:a="http://schemas.openxmlformats.org/drawingml/2006/main">
            <a:off x="12573000" y="2933700"/>
            <a:ext cx="1333500" cy="428625"/>
          </a:xfrm>
          <a:prstGeom xmlns:a="http://schemas.openxmlformats.org/drawingml/2006/main" prst="rect">
            <a:avLst/>
          </a:prstGeom>
          <a:solidFill xmlns:a="http://schemas.openxmlformats.org/drawingml/2006/main">
            <a:srgbClr val="EAF3FC"/>
          </a:solidFill>
          <a:ln xmlns:a="http://schemas.openxmlformats.org/drawingml/2006/main" w="15240">
            <a:solidFill>
              <a:srgbClr val="1667B2"/>
            </a:solidFill>
            <a:prstDash val="solid"/>
          </a:ln>
        </p:spPr>
        <p:txBody>
          <a:bodyPr xmlns:a="http://schemas.openxmlformats.org/drawingml/2006/main" wrap="square" lIns="95250" tIns="95250" rIns="95250" bIns="95250" anchor="ctr">
            <a:noAutofit/>
          </a:bodyPr>
          <a:lstStyle xmlns:a="http://schemas.openxmlformats.org/drawingml/2006/main">
            <a:defPPr algn="ctr">
              <a:defRPr sz="1575">
                <a:solidFill>
                  <a:srgbClr val="172F46"/>
                </a:solidFill>
                <a:latin typeface="Malgun Gothic"/>
                <a:ea typeface="Malgun Gothic"/>
                <a:cs typeface="Malgun Gothic"/>
              </a:defRPr>
            </a:defPPr>
          </a:lstStyle>
          <a:p xmlns:a="http://schemas.openxmlformats.org/drawingml/2006/main">
            <a:pPr algn="ctr">
              <a:buNone/>
              <a:defRPr sz="1575">
                <a:solidFill>
                  <a:srgbClr val="172F46"/>
                </a:solidFill>
                <a:latin typeface="Malgun Gothic"/>
                <a:ea typeface="Malgun Gothic"/>
                <a:cs typeface="Malgun Gothic"/>
              </a:defRPr>
            </a:pPr>
            <a:r>
              <a:rPr sz="1575">
                <a:solidFill>
                  <a:srgbClr val="172F46"/>
                </a:solidFill>
                <a:latin typeface="Malgun Gothic"/>
                <a:ea typeface="Malgun Gothic"/>
                <a:cs typeface="Malgun Gothic"/>
              </a:rPr>
              <a:t>직전 파워</a:t>
            </a:r>
          </a:p>
        </p:txBody>
      </p:sp>
      <p:sp>
        <p:nvSpPr>
          <p:cNvPr id="40" name="pin-bar">
            <a:extLst xmlns:a="http://schemas.openxmlformats.org/drawingml/2006/main">
              <a:ext uri="{FF2B5EF4-FFF2-40B4-BE49-F238E27FC236}">
                <a16:creationId xmlns:a16="http://schemas.microsoft.com/office/drawing/2014/main" id="{7BE2A2EC-3468-4116-8B5D-55BC1A107F1D}"/>
              </a:ext>
            </a:extLst>
          </p:cNvPr>
          <p:cNvSpPr>
            <a:spLocks xmlns:a="http://schemas.openxmlformats.org/drawingml/2006/main" noGrp="1"/>
          </p:cNvSpPr>
          <p:nvPr/>
        </p:nvSpPr>
        <p:spPr>
          <a:xfrm xmlns:a="http://schemas.openxmlformats.org/drawingml/2006/main">
            <a:off x="8572500" y="3543300"/>
            <a:ext cx="1524000" cy="428625"/>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buNone/>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핀 이동·확인</a:t>
            </a:r>
          </a:p>
        </p:txBody>
      </p:sp>
      <p:sp>
        <p:nvSpPr>
          <p:cNvPr id="41" name="pin-ready-state">
            <a:extLst xmlns:a="http://schemas.openxmlformats.org/drawingml/2006/main">
              <a:ext uri="{FF2B5EF4-FFF2-40B4-BE49-F238E27FC236}">
                <a16:creationId xmlns:a16="http://schemas.microsoft.com/office/drawing/2014/main" id="{66C85BB9-FB60-4C2B-8B20-67998E446B82}"/>
              </a:ext>
            </a:extLst>
          </p:cNvPr>
          <p:cNvSpPr>
            <a:spLocks xmlns:a="http://schemas.openxmlformats.org/drawingml/2006/main" noGrp="1"/>
          </p:cNvSpPr>
          <p:nvPr/>
        </p:nvSpPr>
        <p:spPr>
          <a:xfrm xmlns:a="http://schemas.openxmlformats.org/drawingml/2006/main">
            <a:off x="10163175" y="35433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197966"/>
                </a:solidFill>
                <a:latin typeface="Malgun Gothic"/>
                <a:ea typeface="Malgun Gothic"/>
                <a:cs typeface="Malgun Gothic"/>
              </a:defRPr>
            </a:defPPr>
          </a:lstStyle>
          <a:p xmlns:a="http://schemas.openxmlformats.org/drawingml/2006/main">
            <a:pPr algn="l">
              <a:buNone/>
              <a:defRPr sz="1575" b="0">
                <a:solidFill>
                  <a:srgbClr val="197966"/>
                </a:solidFill>
                <a:latin typeface="Malgun Gothic"/>
                <a:ea typeface="Malgun Gothic"/>
                <a:cs typeface="Malgun Gothic"/>
              </a:defRPr>
            </a:pPr>
            <a:r>
              <a:rPr sz="1575" b="0">
                <a:solidFill>
                  <a:srgbClr val="197966"/>
                </a:solidFill>
                <a:latin typeface="Malgun Gothic"/>
                <a:ea typeface="Malgun Gothic"/>
                <a:cs typeface="Malgun Gothic"/>
              </a:rPr>
              <a:t>Pin Ready</a:t>
            </a:r>
          </a:p>
        </p:txBody>
      </p:sp>
      <p:sp>
        <p:nvSpPr>
          <p:cNvPr id="42" name="vision-bar">
            <a:extLst xmlns:a="http://schemas.openxmlformats.org/drawingml/2006/main">
              <a:ext uri="{FF2B5EF4-FFF2-40B4-BE49-F238E27FC236}">
                <a16:creationId xmlns:a16="http://schemas.microsoft.com/office/drawing/2014/main" id="{C093A40C-D57E-4D28-845F-652D644F0626}"/>
              </a:ext>
            </a:extLst>
          </p:cNvPr>
          <p:cNvSpPr>
            <a:spLocks xmlns:a="http://schemas.openxmlformats.org/drawingml/2006/main" noGrp="1"/>
          </p:cNvSpPr>
          <p:nvPr/>
        </p:nvSpPr>
        <p:spPr>
          <a:xfrm xmlns:a="http://schemas.openxmlformats.org/drawingml/2006/main">
            <a:off x="8572500" y="4152900"/>
            <a:ext cx="1857375" cy="428625"/>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575">
                <a:solidFill>
                  <a:srgbClr val="172F46"/>
                </a:solidFill>
                <a:latin typeface="Malgun Gothic"/>
                <a:ea typeface="Malgun Gothic"/>
                <a:cs typeface="Malgun Gothic"/>
              </a:defRPr>
            </a:defPPr>
          </a:lstStyle>
          <a:p xmlns:a="http://schemas.openxmlformats.org/drawingml/2006/main">
            <a:pPr algn="ctr">
              <a:buNone/>
              <a:defRPr sz="1650">
                <a:solidFill>
                  <a:srgbClr val="172F46"/>
                </a:solidFill>
                <a:latin typeface="Malgun Gothic"/>
                <a:ea typeface="Malgun Gothic"/>
                <a:cs typeface="Malgun Gothic"/>
              </a:defRPr>
            </a:pPr>
            <a:r>
              <a:rPr sz="1575">
                <a:solidFill>
                  <a:srgbClr val="172F46"/>
                </a:solidFill>
                <a:latin typeface="Malgun Gothic"/>
                <a:ea typeface="Malgun Gothic"/>
                <a:cs typeface="Malgun Gothic"/>
              </a:rPr>
              <a:t>Recipe·조건 적용</a:t>
            </a:r>
          </a:p>
        </p:txBody>
      </p:sp>
      <p:sp>
        <p:nvSpPr>
          <p:cNvPr id="43" name="receive-bar">
            <a:extLst xmlns:a="http://schemas.openxmlformats.org/drawingml/2006/main">
              <a:ext uri="{FF2B5EF4-FFF2-40B4-BE49-F238E27FC236}">
                <a16:creationId xmlns:a16="http://schemas.microsoft.com/office/drawing/2014/main" id="{E9F954FF-25AE-4FF6-8C00-D5964668AA77}"/>
              </a:ext>
            </a:extLst>
          </p:cNvPr>
          <p:cNvSpPr>
            <a:spLocks xmlns:a="http://schemas.openxmlformats.org/drawingml/2006/main" noGrp="1"/>
          </p:cNvSpPr>
          <p:nvPr/>
        </p:nvSpPr>
        <p:spPr>
          <a:xfrm xmlns:a="http://schemas.openxmlformats.org/drawingml/2006/main">
            <a:off x="10096500" y="4762500"/>
            <a:ext cx="571500" cy="428625"/>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500">
                <a:solidFill>
                  <a:srgbClr val="172F46"/>
                </a:solidFill>
                <a:latin typeface="Malgun Gothic"/>
                <a:ea typeface="Malgun Gothic"/>
                <a:cs typeface="Malgun Gothic"/>
              </a:defRPr>
            </a:defPPr>
          </a:lstStyle>
          <a:p xmlns:a="http://schemas.openxmlformats.org/drawingml/2006/main">
            <a:pPr algn="ctr">
              <a:buNone/>
              <a:defRPr sz="1500">
                <a:solidFill>
                  <a:srgbClr val="172F46"/>
                </a:solidFill>
                <a:latin typeface="Malgun Gothic"/>
                <a:ea typeface="Malgun Gothic"/>
                <a:cs typeface="Malgun Gothic"/>
              </a:defRPr>
            </a:pPr>
            <a:r>
              <a:rPr sz="1500">
                <a:solidFill>
                  <a:srgbClr val="172F46"/>
                </a:solidFill>
                <a:latin typeface="Malgun Gothic"/>
                <a:ea typeface="Malgun Gothic"/>
                <a:cs typeface="Malgun Gothic"/>
              </a:rPr>
              <a:t>준비</a:t>
            </a:r>
          </a:p>
        </p:txBody>
      </p:sp>
      <p:sp>
        <p:nvSpPr>
          <p:cNvPr id="44" name="allcell-bar">
            <a:extLst xmlns:a="http://schemas.openxmlformats.org/drawingml/2006/main">
              <a:ext uri="{FF2B5EF4-FFF2-40B4-BE49-F238E27FC236}">
                <a16:creationId xmlns:a16="http://schemas.microsoft.com/office/drawing/2014/main" id="{D8C95AC0-BEB3-44CF-A7D0-C31676FDC19B}"/>
              </a:ext>
            </a:extLst>
          </p:cNvPr>
          <p:cNvSpPr>
            <a:spLocks xmlns:a="http://schemas.openxmlformats.org/drawingml/2006/main" noGrp="1"/>
          </p:cNvSpPr>
          <p:nvPr/>
        </p:nvSpPr>
        <p:spPr>
          <a:xfrm xmlns:a="http://schemas.openxmlformats.org/drawingml/2006/main">
            <a:off x="10668000" y="5372100"/>
            <a:ext cx="1666875" cy="428625"/>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575">
                <a:solidFill>
                  <a:srgbClr val="172F46"/>
                </a:solidFill>
                <a:latin typeface="Malgun Gothic"/>
                <a:ea typeface="Malgun Gothic"/>
                <a:cs typeface="Malgun Gothic"/>
              </a:defRPr>
            </a:defPPr>
          </a:lstStyle>
          <a:p xmlns:a="http://schemas.openxmlformats.org/drawingml/2006/main">
            <a:pPr algn="ctr">
              <a:buNone/>
              <a:defRPr sz="1650">
                <a:solidFill>
                  <a:srgbClr val="172F46"/>
                </a:solidFill>
                <a:latin typeface="Malgun Gothic"/>
                <a:ea typeface="Malgun Gothic"/>
                <a:cs typeface="Malgun Gothic"/>
              </a:defRPr>
            </a:pPr>
            <a:r>
              <a:rPr sz="1575">
                <a:solidFill>
                  <a:srgbClr val="172F46"/>
                </a:solidFill>
                <a:latin typeface="Malgun Gothic"/>
                <a:ea typeface="Malgun Gothic"/>
                <a:cs typeface="Malgun Gothic"/>
              </a:rPr>
              <a:t>전셀검사·확인</a:t>
            </a:r>
          </a:p>
        </p:txBody>
      </p:sp>
      <p:sp>
        <p:nvSpPr>
          <p:cNvPr id="45" name="offset-bar">
            <a:extLst xmlns:a="http://schemas.openxmlformats.org/drawingml/2006/main">
              <a:ext uri="{FF2B5EF4-FFF2-40B4-BE49-F238E27FC236}">
                <a16:creationId xmlns:a16="http://schemas.microsoft.com/office/drawing/2014/main" id="{A6E5D2FF-9438-4946-A2F9-50E36B5A9660}"/>
              </a:ext>
            </a:extLst>
          </p:cNvPr>
          <p:cNvSpPr>
            <a:spLocks xmlns:a="http://schemas.openxmlformats.org/drawingml/2006/main" noGrp="1"/>
          </p:cNvSpPr>
          <p:nvPr/>
        </p:nvSpPr>
        <p:spPr>
          <a:xfrm xmlns:a="http://schemas.openxmlformats.org/drawingml/2006/main">
            <a:off x="12334875" y="5981700"/>
            <a:ext cx="1571625" cy="428625"/>
          </a:xfrm>
          <a:prstGeom xmlns:a="http://schemas.openxmlformats.org/drawingml/2006/main" prst="rect">
            <a:avLst/>
          </a:prstGeom>
          <a:solidFill xmlns:a="http://schemas.openxmlformats.org/drawingml/2006/main">
            <a:srgbClr val="EAF6F1"/>
          </a:solidFill>
          <a:ln xmlns:a="http://schemas.openxmlformats.org/drawingml/2006/main" w="15240">
            <a:solidFill>
              <a:srgbClr val="197966"/>
            </a:solidFill>
            <a:prstDash val="solid"/>
          </a:ln>
        </p:spPr>
        <p:txBody>
          <a:bodyPr xmlns:a="http://schemas.openxmlformats.org/drawingml/2006/main" wrap="square" lIns="95250" tIns="95250" rIns="95250" bIns="95250" anchor="ctr">
            <a:noAutofit/>
          </a:bodyPr>
          <a:lstStyle xmlns:a="http://schemas.openxmlformats.org/drawingml/2006/main">
            <a:defPPr algn="ctr">
              <a:defRPr sz="1650">
                <a:solidFill>
                  <a:srgbClr val="172F46"/>
                </a:solidFill>
                <a:latin typeface="Malgun Gothic"/>
                <a:ea typeface="Malgun Gothic"/>
                <a:cs typeface="Malgun Gothic"/>
              </a:defRPr>
            </a:defPPr>
          </a:lstStyle>
          <a:p xmlns:a="http://schemas.openxmlformats.org/drawingml/2006/main">
            <a:pPr algn="ctr">
              <a:buNone/>
              <a:defRPr sz="1650">
                <a:solidFill>
                  <a:srgbClr val="172F46"/>
                </a:solidFill>
                <a:latin typeface="Malgun Gothic"/>
                <a:ea typeface="Malgun Gothic"/>
                <a:cs typeface="Malgun Gothic"/>
              </a:defRPr>
            </a:pPr>
            <a:r>
              <a:rPr sz="1650">
                <a:solidFill>
                  <a:srgbClr val="172F46"/>
                </a:solidFill>
                <a:latin typeface="Malgun Gothic"/>
                <a:ea typeface="Malgun Gothic"/>
                <a:cs typeface="Malgun Gothic"/>
              </a:rPr>
              <a:t>보정 확정</a:t>
            </a:r>
          </a:p>
        </p:txBody>
      </p:sp>
      <p:sp>
        <p:nvSpPr>
          <p:cNvPr id="46" name="receive-test-gate">
            <a:extLst xmlns:a="http://schemas.openxmlformats.org/drawingml/2006/main">
              <a:ext uri="{FF2B5EF4-FFF2-40B4-BE49-F238E27FC236}">
                <a16:creationId xmlns:a16="http://schemas.microsoft.com/office/drawing/2014/main" id="{A441382A-97F8-4044-BF93-93A8B3183BCF}"/>
              </a:ext>
            </a:extLst>
          </p:cNvPr>
          <p:cNvSpPr>
            <a:spLocks xmlns:a="http://schemas.openxmlformats.org/drawingml/2006/main" noGrp="1"/>
          </p:cNvSpPr>
          <p:nvPr/>
        </p:nvSpPr>
        <p:spPr>
          <a:xfrm xmlns:a="http://schemas.openxmlformats.org/drawingml/2006/main">
            <a:off x="10763250" y="4714875"/>
            <a:ext cx="333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197966"/>
                </a:solidFill>
                <a:latin typeface="Malgun Gothic"/>
                <a:ea typeface="Malgun Gothic"/>
                <a:cs typeface="Malgun Gothic"/>
              </a:defRPr>
            </a:defPPr>
          </a:lstStyle>
          <a:p xmlns:a="http://schemas.openxmlformats.org/drawingml/2006/main">
            <a:pPr algn="l">
              <a:buNone/>
              <a:defRPr sz="1575" b="0">
                <a:solidFill>
                  <a:srgbClr val="197966"/>
                </a:solidFill>
                <a:latin typeface="Malgun Gothic"/>
                <a:ea typeface="Malgun Gothic"/>
                <a:cs typeface="Malgun Gothic"/>
              </a:defRPr>
            </a:pPr>
            <a:r>
              <a:rPr sz="1575" b="0">
                <a:solidFill>
                  <a:srgbClr val="197966"/>
                </a:solidFill>
                <a:latin typeface="Malgun Gothic"/>
                <a:ea typeface="Malgun Gothic"/>
                <a:cs typeface="Malgun Gothic"/>
              </a:rPr>
              <a:t>핀 Ready 후 수신</a:t>
            </a:r>
          </a:p>
          <a:p xmlns:a="http://schemas.openxmlformats.org/drawingml/2006/main">
            <a:pPr algn="l">
              <a:buNone/>
              <a:defRPr sz="1575" b="0">
                <a:solidFill>
                  <a:srgbClr val="197966"/>
                </a:solidFill>
                <a:latin typeface="Malgun Gothic"/>
                <a:ea typeface="Malgun Gothic"/>
                <a:cs typeface="Malgun Gothic"/>
              </a:defRPr>
            </a:pPr>
            <a:r>
              <a:rPr sz="1575" b="0">
                <a:solidFill>
                  <a:srgbClr val="197966"/>
                </a:solidFill>
                <a:latin typeface="Malgun Gothic"/>
                <a:ea typeface="Malgun Gothic"/>
                <a:cs typeface="Malgun Gothic"/>
              </a:rPr>
              <a:t>비전 Ready 후 검사</a:t>
            </a:r>
          </a:p>
        </p:txBody>
      </p:sp>
      <p:sp>
        <p:nvSpPr>
          <p:cNvPr id="47" name="timing-scale">
            <a:extLst xmlns:a="http://schemas.openxmlformats.org/drawingml/2006/main">
              <a:ext uri="{FF2B5EF4-FFF2-40B4-BE49-F238E27FC236}">
                <a16:creationId xmlns:a16="http://schemas.microsoft.com/office/drawing/2014/main" id="{B8C0E09D-CCB1-42CA-B8A2-CC468C6F8E3E}"/>
              </a:ext>
            </a:extLst>
          </p:cNvPr>
          <p:cNvSpPr>
            <a:spLocks xmlns:a="http://schemas.openxmlformats.org/drawingml/2006/main" noGrp="1"/>
          </p:cNvSpPr>
          <p:nvPr/>
        </p:nvSpPr>
        <p:spPr>
          <a:xfrm xmlns:a="http://schemas.openxmlformats.org/drawingml/2006/main">
            <a:off x="571500" y="6543675"/>
            <a:ext cx="1409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5C6C7C"/>
                </a:solidFill>
                <a:latin typeface="Malgun Gothic"/>
                <a:ea typeface="Malgun Gothic"/>
                <a:cs typeface="Malgun Gothic"/>
              </a:defRPr>
            </a:defPPr>
          </a:lstStyle>
          <a:p xmlns:a="http://schemas.openxmlformats.org/drawingml/2006/main">
            <a:pPr algn="l">
              <a:buNone/>
              <a:defRPr sz="1500" b="0">
                <a:solidFill>
                  <a:srgbClr val="5C6C7C"/>
                </a:solidFill>
                <a:latin typeface="Malgun Gothic"/>
                <a:ea typeface="Malgun Gothic"/>
                <a:cs typeface="Malgun Gothic"/>
              </a:defRPr>
            </a:pPr>
            <a:r>
              <a:rPr sz="1500" b="0">
                <a:solidFill>
                  <a:srgbClr val="5C6C7C"/>
                </a:solidFill>
                <a:latin typeface="Malgun Gothic"/>
                <a:ea typeface="Malgun Gothic"/>
                <a:cs typeface="Malgun Gothic"/>
              </a:rPr>
              <a:t>tV: 로컬 검사·RMS PASS·대상 일치 확인    가로 길이는 순서 표시용이며 실제 시간 비율이 아님</a:t>
            </a:r>
          </a:p>
        </p:txBody>
      </p:sp>
      <p:sp>
        <p:nvSpPr>
          <p:cNvPr id="48" name="time-goal">
            <a:extLst xmlns:a="http://schemas.openxmlformats.org/drawingml/2006/main">
              <a:ext uri="{FF2B5EF4-FFF2-40B4-BE49-F238E27FC236}">
                <a16:creationId xmlns:a16="http://schemas.microsoft.com/office/drawing/2014/main" id="{8DE685B3-5850-463A-8E23-EB339A97F69C}"/>
              </a:ext>
            </a:extLst>
          </p:cNvPr>
          <p:cNvSpPr>
            <a:spLocks xmlns:a="http://schemas.openxmlformats.org/drawingml/2006/main" noGrp="1"/>
          </p:cNvSpPr>
          <p:nvPr/>
        </p:nvSpPr>
        <p:spPr>
          <a:xfrm xmlns:a="http://schemas.openxmlformats.org/drawingml/2006/main">
            <a:off x="571500" y="6896100"/>
            <a:ext cx="1409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667B2"/>
                </a:solidFill>
                <a:latin typeface="Malgun Gothic"/>
                <a:ea typeface="Malgun Gothic"/>
                <a:cs typeface="Malgun Gothic"/>
              </a:defRPr>
            </a:defPPr>
          </a:lstStyle>
          <a:p xmlns:a="http://schemas.openxmlformats.org/drawingml/2006/main">
            <a:pPr algn="l">
              <a:buNone/>
              <a:defRPr sz="1875" b="1">
                <a:solidFill>
                  <a:srgbClr val="1667B2"/>
                </a:solidFill>
                <a:latin typeface="Malgun Gothic"/>
                <a:ea typeface="Malgun Gothic"/>
                <a:cs typeface="Malgun Gothic"/>
              </a:defRPr>
            </a:pPr>
            <a:r>
              <a:rPr sz="1875" b="1">
                <a:solidFill>
                  <a:srgbClr val="1667B2"/>
                </a:solidFill>
                <a:latin typeface="Malgun Gothic"/>
                <a:ea typeface="Malgun Gothic"/>
                <a:cs typeface="Malgun Gothic"/>
              </a:rPr>
              <a:t>전환 목표: 최대 3분 이내    보호윈도우 미교체: 1~2분    사용자 미팅 정리 기준의 설계 목표</a:t>
            </a:r>
          </a:p>
        </p:txBody>
      </p:sp>
      <p:sp>
        <p:nvSpPr>
          <p:cNvPr id="49" name="time-scope">
            <a:extLst xmlns:a="http://schemas.openxmlformats.org/drawingml/2006/main">
              <a:ext uri="{FF2B5EF4-FFF2-40B4-BE49-F238E27FC236}">
                <a16:creationId xmlns:a16="http://schemas.microsoft.com/office/drawing/2014/main" id="{EA48FE23-14B9-4018-BACD-BC7A22623C11}"/>
              </a:ext>
            </a:extLst>
          </p:cNvPr>
          <p:cNvSpPr>
            <a:spLocks xmlns:a="http://schemas.openxmlformats.org/drawingml/2006/main" noGrp="1"/>
          </p:cNvSpPr>
          <p:nvPr/>
        </p:nvSpPr>
        <p:spPr>
          <a:xfrm xmlns:a="http://schemas.openxmlformats.org/drawingml/2006/main">
            <a:off x="571500" y="7258050"/>
            <a:ext cx="1409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9B611B"/>
                </a:solidFill>
                <a:latin typeface="Malgun Gothic"/>
                <a:ea typeface="Malgun Gothic"/>
                <a:cs typeface="Malgun Gothic"/>
              </a:defRPr>
            </a:defPPr>
          </a:lstStyle>
          <a:p xmlns:a="http://schemas.openxmlformats.org/drawingml/2006/main">
            <a:pPr algn="l">
              <a:buNone/>
              <a:defRPr sz="1575" b="0">
                <a:solidFill>
                  <a:srgbClr val="9B611B"/>
                </a:solidFill>
                <a:latin typeface="Malgun Gothic"/>
                <a:ea typeface="Malgun Gothic"/>
                <a:cs typeface="Malgun Gothic"/>
              </a:defRPr>
            </a:pPr>
            <a:r>
              <a:rPr sz="1575" b="0">
                <a:solidFill>
                  <a:srgbClr val="9B611B"/>
                </a:solidFill>
                <a:latin typeface="Malgun Gothic"/>
                <a:ea typeface="Malgun Gothic"/>
                <a:cs typeface="Malgun Gothic"/>
              </a:rPr>
              <a:t>시간 측정 시작점, RMS 응답·기존 Job 처리·검사 대상 기판 대기 포함 범위는 협의 후 실측</a:t>
            </a:r>
          </a:p>
        </p:txBody>
      </p:sp>
      <p:sp>
        <p:nvSpPr>
          <p:cNvPr id="50" name="final-gate">
            <a:extLst xmlns:a="http://schemas.openxmlformats.org/drawingml/2006/main">
              <a:ext uri="{FF2B5EF4-FFF2-40B4-BE49-F238E27FC236}">
                <a16:creationId xmlns:a16="http://schemas.microsoft.com/office/drawing/2014/main" id="{AECA40EF-3A4C-4222-B8E2-FCA8A6F004C7}"/>
              </a:ext>
            </a:extLst>
          </p:cNvPr>
          <p:cNvSpPr>
            <a:spLocks xmlns:a="http://schemas.openxmlformats.org/drawingml/2006/main" noGrp="1"/>
          </p:cNvSpPr>
          <p:nvPr/>
        </p:nvSpPr>
        <p:spPr>
          <a:xfrm xmlns:a="http://schemas.openxmlformats.org/drawingml/2006/main">
            <a:off x="571500" y="7667625"/>
            <a:ext cx="1409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97966"/>
                </a:solidFill>
                <a:latin typeface="Malgun Gothic"/>
                <a:ea typeface="Malgun Gothic"/>
                <a:cs typeface="Malgun Gothic"/>
              </a:defRPr>
            </a:defPPr>
          </a:lstStyle>
          <a:p xmlns:a="http://schemas.openxmlformats.org/drawingml/2006/main">
            <a:pPr algn="l">
              <a:buNone/>
              <a:defRPr sz="1725" b="1">
                <a:solidFill>
                  <a:srgbClr val="197966"/>
                </a:solidFill>
                <a:latin typeface="Malgun Gothic"/>
                <a:ea typeface="Malgun Gothic"/>
                <a:cs typeface="Malgun Gothic"/>
              </a:defRPr>
            </a:pPr>
            <a:r>
              <a:rPr sz="1725" b="1">
                <a:solidFill>
                  <a:srgbClr val="197966"/>
                </a:solidFill>
                <a:latin typeface="Malgun Gothic"/>
                <a:ea typeface="Malgun Gothic"/>
                <a:cs typeface="Malgun Gothic"/>
              </a:rPr>
              <a:t>t3 조건: 승인·적용 대상 일치 + 직전 파워·핀·비전 정상 + 전셀검사 정상 + 보정·좌표 버전 일치</a:t>
            </a:r>
          </a:p>
        </p:txBody>
      </p:sp>
      <p:sp>
        <p:nvSpPr>
          <p:cNvPr id="51" name="pending-items">
            <a:extLst xmlns:a="http://schemas.openxmlformats.org/drawingml/2006/main">
              <a:ext uri="{FF2B5EF4-FFF2-40B4-BE49-F238E27FC236}">
                <a16:creationId xmlns:a16="http://schemas.microsoft.com/office/drawing/2014/main" id="{D2B72F45-C668-4A7C-8A76-AD14AAF83455}"/>
              </a:ext>
            </a:extLst>
          </p:cNvPr>
          <p:cNvSpPr>
            <a:spLocks xmlns:a="http://schemas.openxmlformats.org/drawingml/2006/main" noGrp="1"/>
          </p:cNvSpPr>
          <p:nvPr/>
        </p:nvSpPr>
        <p:spPr>
          <a:xfrm xmlns:a="http://schemas.openxmlformats.org/drawingml/2006/main">
            <a:off x="571500" y="8077200"/>
            <a:ext cx="1304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5C6C7C"/>
                </a:solidFill>
                <a:latin typeface="Malgun Gothic"/>
                <a:ea typeface="Malgun Gothic"/>
                <a:cs typeface="Malgun Gothic"/>
              </a:defRPr>
            </a:defPPr>
          </a:lstStyle>
          <a:p xmlns:a="http://schemas.openxmlformats.org/drawingml/2006/main">
            <a:pPr algn="l">
              <a:buNone/>
              <a:defRPr sz="1500" b="0">
                <a:solidFill>
                  <a:srgbClr val="5C6C7C"/>
                </a:solidFill>
                <a:latin typeface="Malgun Gothic"/>
                <a:ea typeface="Malgun Gothic"/>
                <a:cs typeface="Malgun Gothic"/>
              </a:defRPr>
            </a:pPr>
            <a:r>
              <a:rPr sz="1500" b="0">
                <a:solidFill>
                  <a:srgbClr val="5C6C7C"/>
                </a:solidFill>
                <a:latin typeface="Malgun Gothic"/>
                <a:ea typeface="Malgun Gothic"/>
                <a:cs typeface="Malgun Gothic"/>
              </a:rPr>
              <a:t>FAIL·Timeout·대상 불일치이면 tV 미성립, 실제 변경 시작 금지. 동작 중 NG이면 t3·양산 허용 보류</a:t>
            </a:r>
          </a:p>
        </p:txBody>
      </p:sp>
      <p:sp>
        <p:nvSpPr>
          <p:cNvPr id="53" name="rms-check-bar">
            <a:extLst xmlns:a="http://schemas.openxmlformats.org/drawingml/2006/main">
              <a:ext uri="{FF2B5EF4-FFF2-40B4-BE49-F238E27FC236}">
                <a16:creationId xmlns:a16="http://schemas.microsoft.com/office/drawing/2014/main" id="{F08077F3-9E70-4A8B-8C83-111F1131006D}"/>
              </a:ext>
            </a:extLst>
          </p:cNvPr>
          <p:cNvSpPr>
            <a:spLocks xmlns:a="http://schemas.openxmlformats.org/drawingml/2006/main" noGrp="1"/>
          </p:cNvSpPr>
          <p:nvPr/>
        </p:nvSpPr>
        <p:spPr>
          <a:xfrm xmlns:a="http://schemas.openxmlformats.org/drawingml/2006/main">
            <a:off x="4029075" y="2324100"/>
            <a:ext cx="1400175" cy="428625"/>
          </a:xfrm>
          <a:prstGeom xmlns:a="http://schemas.openxmlformats.org/drawingml/2006/main" prst="rect">
            <a:avLst/>
          </a:prstGeom>
          <a:solidFill xmlns:a="http://schemas.openxmlformats.org/drawingml/2006/main">
            <a:srgbClr val="FFF4E3"/>
          </a:solidFill>
          <a:ln xmlns:a="http://schemas.openxmlformats.org/drawingml/2006/main" w="15240">
            <a:solidFill>
              <a:srgbClr val="9B611B"/>
            </a:solidFill>
            <a:prstDash val="solid"/>
          </a:ln>
        </p:spPr>
        <p:txBody>
          <a:bodyPr xmlns:a="http://schemas.openxmlformats.org/drawingml/2006/main" wrap="square" lIns="95250" tIns="95250" rIns="95250" bIns="95250" anchor="ctr">
            <a:noAutofit/>
          </a:bodyPr>
          <a:lstStyle xmlns:a="http://schemas.openxmlformats.org/drawingml/2006/main">
            <a:defPPr algn="ctr">
              <a:defRPr sz="1575">
                <a:solidFill>
                  <a:srgbClr val="172F46"/>
                </a:solidFill>
                <a:latin typeface="Malgun Gothic"/>
                <a:ea typeface="Malgun Gothic"/>
                <a:cs typeface="Malgun Gothic"/>
              </a:defRPr>
            </a:defPPr>
          </a:lstStyle>
          <a:p xmlns:a="http://schemas.openxmlformats.org/drawingml/2006/main">
            <a:pPr algn="ctr">
              <a:defRPr sz="1575">
                <a:solidFill>
                  <a:srgbClr val="172F46"/>
                </a:solidFill>
                <a:latin typeface="Malgun Gothic"/>
                <a:ea typeface="Malgun Gothic"/>
                <a:cs typeface="Malgun Gothic"/>
              </a:defRPr>
            </a:pPr>
            <a:r>
              <a:rPr sz="1575">
                <a:solidFill>
                  <a:srgbClr val="172F46"/>
                </a:solidFill>
                <a:latin typeface="Malgun Gothic"/>
                <a:ea typeface="Malgun Gothic"/>
                <a:cs typeface="Malgun Gothic"/>
              </a:rPr>
              <a:t>유효성 검사</a:t>
            </a:r>
          </a:p>
        </p:txBody>
      </p:sp>
      <p:sp>
        <p:nvSpPr>
          <p:cNvPr id="54" name="validation-marker-label">
            <a:extLst xmlns:a="http://schemas.openxmlformats.org/drawingml/2006/main">
              <a:ext uri="{FF2B5EF4-FFF2-40B4-BE49-F238E27FC236}">
                <a16:creationId xmlns:a16="http://schemas.microsoft.com/office/drawing/2014/main" id="{0145BFEB-22CB-4EF2-921D-2B7AB65C147E}"/>
              </a:ext>
            </a:extLst>
          </p:cNvPr>
          <p:cNvSpPr>
            <a:spLocks xmlns:a="http://schemas.openxmlformats.org/drawingml/2006/main" noGrp="1"/>
          </p:cNvSpPr>
          <p:nvPr/>
        </p:nvSpPr>
        <p:spPr>
          <a:xfrm xmlns:a="http://schemas.openxmlformats.org/drawingml/2006/main">
            <a:off x="4762500" y="1647825"/>
            <a:ext cx="133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9B611B"/>
                </a:solidFill>
                <a:latin typeface="Malgun Gothic"/>
                <a:ea typeface="Malgun Gothic"/>
                <a:cs typeface="Malgun Gothic"/>
              </a:defRPr>
            </a:defPPr>
          </a:lstStyle>
          <a:p xmlns:a="http://schemas.openxmlformats.org/drawingml/2006/main">
            <a:pPr algn="l">
              <a:defRPr sz="1725" b="1">
                <a:solidFill>
                  <a:srgbClr val="9B611B"/>
                </a:solidFill>
                <a:latin typeface="Malgun Gothic"/>
                <a:ea typeface="Malgun Gothic"/>
                <a:cs typeface="Malgun Gothic"/>
              </a:defRPr>
            </a:pPr>
            <a:r>
              <a:rPr sz="1725" b="1">
                <a:solidFill>
                  <a:srgbClr val="9B611B"/>
                </a:solidFill>
                <a:latin typeface="Malgun Gothic"/>
                <a:ea typeface="Malgun Gothic"/>
                <a:cs typeface="Malgun Gothic"/>
              </a:rPr>
              <a:t>tV  승인</a:t>
            </a:r>
          </a:p>
        </p:txBody>
      </p:sp>
      <p:cxnSp>
        <p:nvCxnSpPr>
          <p:cNvPr id="55" name="validation-marker">
            <a:extLst xmlns:a="http://schemas.openxmlformats.org/drawingml/2006/main">
              <a:ext uri="{FF2B5EF4-FFF2-40B4-BE49-F238E27FC236}">
                <a16:creationId xmlns:a16="http://schemas.microsoft.com/office/drawing/2014/main" id="{D5DA62EA-B91D-47D0-9A03-56A8ECDBDB4D}"/>
              </a:ext>
            </a:extLst>
          </p:cNvPr>
          <p:cNvCxnSpPr/>
          <p:nvPr/>
        </p:nvCxnSpPr>
        <p:spPr>
          <a:xfrm xmlns:a="http://schemas.openxmlformats.org/drawingml/2006/main" flipH="0" flipV="0">
            <a:off x="5429250" y="2152650"/>
            <a:ext cx="0" cy="4352925"/>
          </a:xfrm>
          <a:prstGeom xmlns:a="http://schemas.openxmlformats.org/drawingml/2006/main" prst="straightConnector1">
            <a:avLst/>
          </a:prstGeom>
          <a:ln xmlns:a="http://schemas.openxmlformats.org/drawingml/2006/main" w="13335">
            <a:solidFill>
              <a:srgbClr val="9B611B"/>
            </a:solidFill>
            <a:prstDash val="dash"/>
            <a:tailEnd type="none" w="sm" len="sm"/>
          </a:ln>
        </p:spPr>
      </p:cxnSp>
    </p:spTree>
    <p:extLst>
      <p:ext uri="{BB962C8B-B14F-4D97-AF65-F5344CB8AC3E}">
        <p14:creationId xmlns:p14="http://schemas.microsoft.com/office/powerpoint/2010/main" val="5697960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2026-10-13T06:24:09.6340000Z</dcterms:created>
  <dcterms:modified xsi:type="dcterms:W3CDTF">2026-10-13T06:24:09.6340000Z</dcterms:modified>
</coreProperties>
</file>