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 id="2147483804" r:id="rId2"/>
    <p:sldMasterId id="2147483809" r:id="rId3"/>
  </p:sldMasterIdLst>
  <p:notesMasterIdLst>
    <p:notesMasterId r:id="rId9"/>
  </p:notesMasterIdLst>
  <p:handoutMasterIdLst>
    <p:handoutMasterId r:id="rId10"/>
  </p:handoutMasterIdLst>
  <p:sldIdLst>
    <p:sldId id="2141413016" r:id="rId4"/>
    <p:sldId id="2141413017" r:id="rId5"/>
    <p:sldId id="2141413018" r:id="rId6"/>
    <p:sldId id="2141413012" r:id="rId7"/>
    <p:sldId id="2141413015" r:id="rId8"/>
  </p:sldIdLst>
  <p:sldSz cx="9901238"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B373CBC6-344B-4333-86FE-3BEF84CDA059}">
          <p14:sldIdLst>
            <p14:sldId id="2141413016"/>
            <p14:sldId id="2141413017"/>
            <p14:sldId id="2141413018"/>
            <p14:sldId id="2141413012"/>
            <p14:sldId id="2141413015"/>
          </p14:sldIdLst>
        </p14:section>
      </p14:sectionLst>
    </p:ext>
    <p:ext uri="{EFAFB233-063F-42B5-8137-9DF3F51BA10A}">
      <p15:sldGuideLst xmlns:p15="http://schemas.microsoft.com/office/powerpoint/2012/main">
        <p15:guide id="1" orient="horz" pos="618" userDrawn="1">
          <p15:clr>
            <a:srgbClr val="A4A3A4"/>
          </p15:clr>
        </p15:guide>
        <p15:guide id="5" pos="3255" userDrawn="1">
          <p15:clr>
            <a:srgbClr val="A4A3A4"/>
          </p15:clr>
        </p15:guide>
        <p15:guide id="6" orient="horz" pos="4088" userDrawn="1">
          <p15:clr>
            <a:srgbClr val="A4A3A4"/>
          </p15:clr>
        </p15:guide>
        <p15:guide id="7" orient="horz" pos="3748" userDrawn="1">
          <p15:clr>
            <a:srgbClr val="A4A3A4"/>
          </p15:clr>
        </p15:guide>
        <p15:guide id="8" pos="374" userDrawn="1">
          <p15:clr>
            <a:srgbClr val="A4A3A4"/>
          </p15:clr>
        </p15:guide>
        <p15:guide id="9" pos="3005" userDrawn="1">
          <p15:clr>
            <a:srgbClr val="A4A3A4"/>
          </p15:clr>
        </p15:guide>
        <p15:guide id="10" pos="5999" userDrawn="1">
          <p15:clr>
            <a:srgbClr val="A4A3A4"/>
          </p15:clr>
        </p15:guide>
        <p15:guide id="11" orient="horz" pos="4042" userDrawn="1">
          <p15:clr>
            <a:srgbClr val="A4A3A4"/>
          </p15:clr>
        </p15:guide>
        <p15:guide id="12" orient="horz" pos="43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김 재철" initials="김재" lastIdx="1" clrIdx="0"/>
  <p:cmAuthor id="2" name="황 정철" initials="황정" lastIdx="1" clrIdx="1"/>
  <p:cmAuthor id="3" name="최 성근" initials="최성" lastIdx="2" clrIdx="2">
    <p:extLst>
      <p:ext uri="{19B8F6BF-5375-455C-9EA6-DF929625EA0E}">
        <p15:presenceInfo xmlns:p15="http://schemas.microsoft.com/office/powerpoint/2012/main" userId="S-1-5-21-2466483774-3049606652-1447174927-2134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C395"/>
    <a:srgbClr val="0000FF"/>
    <a:srgbClr val="7C3AED"/>
    <a:srgbClr val="2ECC71"/>
    <a:srgbClr val="FFFFEF"/>
    <a:srgbClr val="FFFFCC"/>
    <a:srgbClr val="FF66FF"/>
    <a:srgbClr val="33CCCC"/>
    <a:srgbClr val="DAD99F"/>
    <a:srgbClr val="B2BE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94" autoAdjust="0"/>
    <p:restoredTop sz="87086" autoAdjust="0"/>
  </p:normalViewPr>
  <p:slideViewPr>
    <p:cSldViewPr snapToGrid="0">
      <p:cViewPr varScale="1">
        <p:scale>
          <a:sx n="119" d="100"/>
          <a:sy n="119" d="100"/>
        </p:scale>
        <p:origin x="1176" y="84"/>
      </p:cViewPr>
      <p:guideLst>
        <p:guide orient="horz" pos="618"/>
        <p:guide pos="3255"/>
        <p:guide orient="horz" pos="4088"/>
        <p:guide orient="horz" pos="3748"/>
        <p:guide pos="374"/>
        <p:guide pos="3005"/>
        <p:guide pos="5999"/>
        <p:guide orient="horz" pos="4042"/>
        <p:guide orient="horz" pos="436"/>
      </p:guideLst>
    </p:cSldViewPr>
  </p:slideViewPr>
  <p:notesTextViewPr>
    <p:cViewPr>
      <p:scale>
        <a:sx n="200" d="100"/>
        <a:sy n="200" d="100"/>
      </p:scale>
      <p:origin x="0" y="0"/>
    </p:cViewPr>
  </p:notesTextViewPr>
  <p:sorterViewPr>
    <p:cViewPr>
      <p:scale>
        <a:sx n="200" d="100"/>
        <a:sy n="200" d="100"/>
      </p:scale>
      <p:origin x="0" y="0"/>
    </p:cViewPr>
  </p:sorterViewPr>
  <p:notesViewPr>
    <p:cSldViewPr snapToGrid="0" showGuides="1">
      <p:cViewPr varScale="1">
        <p:scale>
          <a:sx n="80" d="100"/>
          <a:sy n="80" d="100"/>
        </p:scale>
        <p:origin x="401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ko-KR" altLang="en-US" dirty="0">
              <a:latin typeface="나눔고딕" panose="020D0604000000000000" pitchFamily="50" charset="-127"/>
              <a:ea typeface="나눔고딕" panose="020D0604000000000000"/>
            </a:endParaRPr>
          </a:p>
        </p:txBody>
      </p:sp>
      <p:sp>
        <p:nvSpPr>
          <p:cNvPr id="3" name="날짜 개체 틀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C9B231A-2D1C-4C91-A1B5-298AE64F0ACE}" type="datetimeFigureOut">
              <a:rPr lang="ko-KR" altLang="en-US" smtClean="0">
                <a:latin typeface="나눔고딕" panose="020D0604000000000000" pitchFamily="50" charset="-127"/>
                <a:ea typeface="나눔고딕" panose="020D0604000000000000"/>
              </a:rPr>
              <a:t>2026-10-20</a:t>
            </a:fld>
            <a:endParaRPr lang="ko-KR" altLang="en-US" dirty="0">
              <a:latin typeface="나눔고딕" panose="020D0604000000000000" pitchFamily="50" charset="-127"/>
              <a:ea typeface="나눔고딕" panose="020D0604000000000000"/>
            </a:endParaRPr>
          </a:p>
        </p:txBody>
      </p:sp>
      <p:sp>
        <p:nvSpPr>
          <p:cNvPr id="4" name="바닥글 개체 틀 3"/>
          <p:cNvSpPr>
            <a:spLocks noGrp="1"/>
          </p:cNvSpPr>
          <p:nvPr>
            <p:ph type="ftr" sz="quarter" idx="2"/>
          </p:nvPr>
        </p:nvSpPr>
        <p:spPr>
          <a:xfrm>
            <a:off x="0" y="9429753"/>
            <a:ext cx="2946400" cy="496888"/>
          </a:xfrm>
          <a:prstGeom prst="rect">
            <a:avLst/>
          </a:prstGeom>
        </p:spPr>
        <p:txBody>
          <a:bodyPr vert="horz" lIns="91440" tIns="45720" rIns="91440" bIns="45720" rtlCol="0" anchor="b"/>
          <a:lstStyle>
            <a:lvl1pPr algn="l">
              <a:defRPr sz="1200"/>
            </a:lvl1pPr>
          </a:lstStyle>
          <a:p>
            <a:endParaRPr lang="ko-KR" altLang="en-US" dirty="0">
              <a:latin typeface="나눔고딕" panose="020D0604000000000000" pitchFamily="50" charset="-127"/>
              <a:ea typeface="나눔고딕" panose="020D0604000000000000"/>
            </a:endParaRPr>
          </a:p>
        </p:txBody>
      </p:sp>
      <p:sp>
        <p:nvSpPr>
          <p:cNvPr id="5" name="슬라이드 번호 개체 틀 4"/>
          <p:cNvSpPr>
            <a:spLocks noGrp="1"/>
          </p:cNvSpPr>
          <p:nvPr>
            <p:ph type="sldNum" sz="quarter" idx="3"/>
          </p:nvPr>
        </p:nvSpPr>
        <p:spPr>
          <a:xfrm>
            <a:off x="3849688" y="9429753"/>
            <a:ext cx="2946400" cy="496888"/>
          </a:xfrm>
          <a:prstGeom prst="rect">
            <a:avLst/>
          </a:prstGeom>
        </p:spPr>
        <p:txBody>
          <a:bodyPr vert="horz" lIns="91440" tIns="45720" rIns="91440" bIns="45720" rtlCol="0" anchor="b"/>
          <a:lstStyle>
            <a:lvl1pPr algn="r">
              <a:defRPr sz="1200"/>
            </a:lvl1pPr>
          </a:lstStyle>
          <a:p>
            <a:fld id="{9073F6B7-55BA-4023-A77E-0E88C5D71800}" type="slidenum">
              <a:rPr lang="ko-KR" altLang="en-US" smtClean="0">
                <a:latin typeface="나눔고딕" panose="020D0604000000000000" pitchFamily="50" charset="-127"/>
                <a:ea typeface="나눔고딕" panose="020D0604000000000000"/>
              </a:rPr>
              <a:t>‹#›</a:t>
            </a:fld>
            <a:endParaRPr lang="ko-KR" altLang="en-US" dirty="0">
              <a:latin typeface="나눔고딕" panose="020D0604000000000000" pitchFamily="50" charset="-127"/>
              <a:ea typeface="나눔고딕" panose="020D0604000000000000"/>
            </a:endParaRPr>
          </a:p>
        </p:txBody>
      </p:sp>
    </p:spTree>
    <p:extLst>
      <p:ext uri="{BB962C8B-B14F-4D97-AF65-F5344CB8AC3E}">
        <p14:creationId xmlns:p14="http://schemas.microsoft.com/office/powerpoint/2010/main" val="9338129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6" y="0"/>
            <a:ext cx="2945659" cy="498056"/>
          </a:xfrm>
          <a:prstGeom prst="rect">
            <a:avLst/>
          </a:prstGeom>
        </p:spPr>
        <p:txBody>
          <a:bodyPr vert="horz" lIns="91440" tIns="45720" rIns="91440" bIns="45720" rtlCol="0"/>
          <a:lstStyle>
            <a:lvl1pPr algn="l">
              <a:defRPr sz="1200">
                <a:latin typeface="나눔고딕" panose="020D0604000000000000" pitchFamily="50" charset="-127"/>
                <a:ea typeface="나눔고딕" panose="020D0604000000000000"/>
              </a:defRPr>
            </a:lvl1pPr>
          </a:lstStyle>
          <a:p>
            <a:endParaRPr lang="ko-KR" altLang="en-US" dirty="0"/>
          </a:p>
        </p:txBody>
      </p:sp>
      <p:sp>
        <p:nvSpPr>
          <p:cNvPr id="3" name="날짜 개체 틀 2"/>
          <p:cNvSpPr>
            <a:spLocks noGrp="1"/>
          </p:cNvSpPr>
          <p:nvPr>
            <p:ph type="dt" idx="1"/>
          </p:nvPr>
        </p:nvSpPr>
        <p:spPr>
          <a:xfrm>
            <a:off x="3850449" y="0"/>
            <a:ext cx="2945659" cy="498056"/>
          </a:xfrm>
          <a:prstGeom prst="rect">
            <a:avLst/>
          </a:prstGeom>
        </p:spPr>
        <p:txBody>
          <a:bodyPr vert="horz" lIns="91440" tIns="45720" rIns="91440" bIns="45720" rtlCol="0"/>
          <a:lstStyle>
            <a:lvl1pPr algn="r">
              <a:defRPr sz="1200">
                <a:latin typeface="나눔고딕" panose="020D0604000000000000" pitchFamily="50" charset="-127"/>
                <a:ea typeface="나눔고딕" panose="020D0604000000000000"/>
              </a:defRPr>
            </a:lvl1pPr>
          </a:lstStyle>
          <a:p>
            <a:fld id="{B26C9447-5504-4FBA-89BB-21C885EAEB17}" type="datetimeFigureOut">
              <a:rPr lang="ko-KR" altLang="en-US" smtClean="0"/>
              <a:pPr/>
              <a:t>2026-10-20</a:t>
            </a:fld>
            <a:endParaRPr lang="ko-KR" altLang="en-US" dirty="0"/>
          </a:p>
        </p:txBody>
      </p:sp>
      <p:sp>
        <p:nvSpPr>
          <p:cNvPr id="4" name="슬라이드 이미지 개체 틀 3"/>
          <p:cNvSpPr>
            <a:spLocks noGrp="1" noRot="1" noChangeAspect="1"/>
          </p:cNvSpPr>
          <p:nvPr>
            <p:ph type="sldImg" idx="2"/>
          </p:nvPr>
        </p:nvSpPr>
        <p:spPr>
          <a:xfrm>
            <a:off x="981075" y="1241425"/>
            <a:ext cx="4835525" cy="3349625"/>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79768" y="4777197"/>
            <a:ext cx="5438140" cy="3908614"/>
          </a:xfrm>
          <a:prstGeom prst="rect">
            <a:avLst/>
          </a:prstGeom>
        </p:spPr>
        <p:txBody>
          <a:bodyPr vert="horz" lIns="91440" tIns="45720" rIns="91440" bIns="45720" rtlCol="0"/>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6" y="9428587"/>
            <a:ext cx="2945659" cy="498055"/>
          </a:xfrm>
          <a:prstGeom prst="rect">
            <a:avLst/>
          </a:prstGeom>
        </p:spPr>
        <p:txBody>
          <a:bodyPr vert="horz" lIns="91440" tIns="45720" rIns="91440" bIns="45720" rtlCol="0" anchor="b"/>
          <a:lstStyle>
            <a:lvl1pPr algn="l">
              <a:defRPr sz="1200">
                <a:latin typeface="나눔고딕" panose="020D0604000000000000" pitchFamily="50" charset="-127"/>
                <a:ea typeface="나눔고딕" panose="020D0604000000000000"/>
              </a:defRPr>
            </a:lvl1pPr>
          </a:lstStyle>
          <a:p>
            <a:endParaRPr lang="ko-KR" altLang="en-US" dirty="0"/>
          </a:p>
        </p:txBody>
      </p:sp>
      <p:sp>
        <p:nvSpPr>
          <p:cNvPr id="7" name="슬라이드 번호 개체 틀 6"/>
          <p:cNvSpPr>
            <a:spLocks noGrp="1"/>
          </p:cNvSpPr>
          <p:nvPr>
            <p:ph type="sldNum" sz="quarter" idx="5"/>
          </p:nvPr>
        </p:nvSpPr>
        <p:spPr>
          <a:xfrm>
            <a:off x="3850449" y="9428587"/>
            <a:ext cx="2945659" cy="498055"/>
          </a:xfrm>
          <a:prstGeom prst="rect">
            <a:avLst/>
          </a:prstGeom>
        </p:spPr>
        <p:txBody>
          <a:bodyPr vert="horz" lIns="91440" tIns="45720" rIns="91440" bIns="45720" rtlCol="0" anchor="b"/>
          <a:lstStyle>
            <a:lvl1pPr algn="r">
              <a:defRPr sz="1200">
                <a:latin typeface="나눔고딕" panose="020D0604000000000000" pitchFamily="50" charset="-127"/>
                <a:ea typeface="나눔고딕" panose="020D0604000000000000"/>
              </a:defRPr>
            </a:lvl1pPr>
          </a:lstStyle>
          <a:p>
            <a:fld id="{BEAE340A-231E-469E-9748-6AD8B6A45E1D}" type="slidenum">
              <a:rPr lang="ko-KR" altLang="en-US" smtClean="0"/>
              <a:pPr/>
              <a:t>‹#›</a:t>
            </a:fld>
            <a:endParaRPr lang="ko-KR" altLang="en-US" dirty="0"/>
          </a:p>
        </p:txBody>
      </p:sp>
      <p:pic>
        <p:nvPicPr>
          <p:cNvPr id="8" name="그림 7">
            <a:extLst>
              <a:ext uri="{FF2B5EF4-FFF2-40B4-BE49-F238E27FC236}">
                <a16:creationId xmlns:a16="http://schemas.microsoft.com/office/drawing/2014/main" id="{8D31EC9E-E7FB-4B4F-BEC8-4A0D6F6C3AC5}"/>
              </a:ext>
            </a:extLst>
          </p:cNvPr>
          <p:cNvPicPr>
            <a:picLocks noChangeAspect="1"/>
          </p:cNvPicPr>
          <p:nvPr/>
        </p:nvPicPr>
        <p:blipFill>
          <a:blip r:embed="rId2"/>
          <a:stretch>
            <a:fillRect/>
          </a:stretch>
        </p:blipFill>
        <p:spPr>
          <a:xfrm>
            <a:off x="4711304" y="4279796"/>
            <a:ext cx="1093264" cy="313508"/>
          </a:xfrm>
          <a:prstGeom prst="rect">
            <a:avLst/>
          </a:prstGeom>
        </p:spPr>
      </p:pic>
    </p:spTree>
    <p:extLst>
      <p:ext uri="{BB962C8B-B14F-4D97-AF65-F5344CB8AC3E}">
        <p14:creationId xmlns:p14="http://schemas.microsoft.com/office/powerpoint/2010/main" val="249733608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나눔고딕" panose="020D0604000000000000" pitchFamily="50" charset="-127"/>
        <a:ea typeface="나눔고딕" panose="020D0604000000000000"/>
        <a:cs typeface="+mn-cs"/>
      </a:defRPr>
    </a:lvl1pPr>
    <a:lvl2pPr marL="457200" algn="l" defTabSz="914400" rtl="0" eaLnBrk="1" latinLnBrk="1" hangingPunct="1">
      <a:defRPr sz="1200" kern="1200">
        <a:solidFill>
          <a:schemeClr val="tx1"/>
        </a:solidFill>
        <a:latin typeface="나눔고딕" panose="020D0604000000000000" pitchFamily="50" charset="-127"/>
        <a:ea typeface="나눔고딕" panose="020D0604000000000000"/>
        <a:cs typeface="+mn-cs"/>
      </a:defRPr>
    </a:lvl2pPr>
    <a:lvl3pPr marL="914400" algn="l" defTabSz="914400" rtl="0" eaLnBrk="1" latinLnBrk="1" hangingPunct="1">
      <a:defRPr sz="1200" kern="1200">
        <a:solidFill>
          <a:schemeClr val="tx1"/>
        </a:solidFill>
        <a:latin typeface="나눔고딕" panose="020D0604000000000000" pitchFamily="50" charset="-127"/>
        <a:ea typeface="나눔고딕" panose="020D0604000000000000"/>
        <a:cs typeface="+mn-cs"/>
      </a:defRPr>
    </a:lvl3pPr>
    <a:lvl4pPr marL="1371600" algn="l" defTabSz="914400" rtl="0" eaLnBrk="1" latinLnBrk="1" hangingPunct="1">
      <a:defRPr sz="1200" kern="1200">
        <a:solidFill>
          <a:schemeClr val="tx1"/>
        </a:solidFill>
        <a:latin typeface="나눔고딕" panose="020D0604000000000000" pitchFamily="50" charset="-127"/>
        <a:ea typeface="나눔고딕" panose="020D0604000000000000"/>
        <a:cs typeface="+mn-cs"/>
      </a:defRPr>
    </a:lvl4pPr>
    <a:lvl5pPr marL="1828800" algn="l" defTabSz="914400" rtl="0" eaLnBrk="1" latinLnBrk="1" hangingPunct="1">
      <a:defRPr sz="1200" kern="1200">
        <a:solidFill>
          <a:schemeClr val="tx1"/>
        </a:solidFill>
        <a:latin typeface="나눔고딕" panose="020D0604000000000000" pitchFamily="50" charset="-127"/>
        <a:ea typeface="나눔고딕" panose="020D0604000000000000"/>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수량 및 규격은 제공 자료 2장 기준이다. 검토 전제는 설비와 독립된 동일 층 UI Rack에 PC와 조작부를 집약하는 것이다. STAGE PC와 VISION PC는 설비 운용의 주요 시스템으로 조작 빈도가 높으므로 키보드·마우스 조작 여유를 확보한다. 챔버 후면은 아이솔레이션, 비전, 계측기 유지보수를 위한 진입구이므로 모니터·키보드와 정비 작업의 접촉·파손 우려를 줄이도록 배치한다. 하부층에 PC를 두면 케이블 점검·재부팅 시 상·하부 왕복이 필요하다. 동일 층 Rack에서 이 작업을 수행할 수 있도록 구성한다. 3장 라인 배치는 Rack 크기를 가늠하는 예시이며, 실제 정비 진입·도어 개방·부품 반출 동선과 조작 여유 확인 후 최종 배치를 확정한다. 1안·2안의 선택 취지와 운영상 이점은 제안 사항이며 실제 상세 설계 및 기능·성능 검증 결과를 뜻하지 않는다.</a:t>
            </a:r>
          </a:p>
        </p:txBody>
      </p:sp>
      <p:sp>
        <p:nvSpPr>
          <p:cNvPr id="4" name="슬라이드 번호 개체 틀 3"/>
          <p:cNvSpPr>
            <a:spLocks noGrp="1"/>
          </p:cNvSpPr>
          <p:nvPr>
            <p:ph type="sldNum" sz="quarter" idx="5"/>
          </p:nvPr>
        </p:nvSpPr>
        <p:spPr/>
        <p:txBody>
          <a:bodyPr/>
          <a:lstStyle/>
          <a:p>
            <a:fld id="{BEAE340A-231E-469E-9748-6AD8B6A45E1D}" type="slidenum">
              <a:rPr lang="ko-KR" altLang="en-US" smtClean="0"/>
              <a:pPr/>
              <a:t>1</a:t>
            </a:fld>
            <a:endParaRPr lang="ko-KR" altLang="en-US" dirty="0"/>
          </a:p>
        </p:txBody>
      </p:sp>
    </p:spTree>
    <p:extLst>
      <p:ext uri="{BB962C8B-B14F-4D97-AF65-F5344CB8AC3E}">
        <p14:creationId xmlns:p14="http://schemas.microsoft.com/office/powerpoint/2010/main" val="1366905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BEAE340A-231E-469E-9748-6AD8B6A45E1D}" type="slidenum">
              <a:rPr lang="ko-KR" altLang="en-US" smtClean="0"/>
              <a:pPr/>
              <a:t>4</a:t>
            </a:fld>
            <a:endParaRPr lang="ko-KR" altLang="en-US" dirty="0"/>
          </a:p>
        </p:txBody>
      </p:sp>
    </p:spTree>
    <p:extLst>
      <p:ext uri="{BB962C8B-B14F-4D97-AF65-F5344CB8AC3E}">
        <p14:creationId xmlns:p14="http://schemas.microsoft.com/office/powerpoint/2010/main" val="358832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BEAE340A-231E-469E-9748-6AD8B6A45E1D}" type="slidenum">
              <a:rPr lang="ko-KR" altLang="en-US" smtClean="0"/>
              <a:pPr/>
              <a:t>5</a:t>
            </a:fld>
            <a:endParaRPr lang="ko-KR" altLang="en-US" dirty="0"/>
          </a:p>
        </p:txBody>
      </p:sp>
    </p:spTree>
    <p:extLst>
      <p:ext uri="{BB962C8B-B14F-4D97-AF65-F5344CB8AC3E}">
        <p14:creationId xmlns:p14="http://schemas.microsoft.com/office/powerpoint/2010/main" val="33583564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3.jpe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3.jpe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tags" Target="../tags/tag3.xml"/><Relationship Id="rId5" Type="http://schemas.openxmlformats.org/officeDocument/2006/relationships/image" Target="../media/image3.jpe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4.xml"/><Relationship Id="rId5" Type="http://schemas.openxmlformats.org/officeDocument/2006/relationships/image" Target="../media/image3.jpe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3.jpe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제목 슬라이드">
    <p:spTree>
      <p:nvGrpSpPr>
        <p:cNvPr id="1" name=""/>
        <p:cNvGrpSpPr/>
        <p:nvPr/>
      </p:nvGrpSpPr>
      <p:grpSpPr>
        <a:xfrm>
          <a:off x="0" y="0"/>
          <a:ext cx="0" cy="0"/>
          <a:chOff x="0" y="0"/>
          <a:chExt cx="0" cy="0"/>
        </a:xfrm>
      </p:grpSpPr>
      <p:sp>
        <p:nvSpPr>
          <p:cNvPr id="2" name="CoverBarOutliner" hidden="1"/>
          <p:cNvSpPr>
            <a:spLocks noChangeArrowheads="1"/>
          </p:cNvSpPr>
          <p:nvPr>
            <p:custDataLst>
              <p:tags r:id="rId1"/>
            </p:custDataLst>
          </p:nvPr>
        </p:nvSpPr>
        <p:spPr bwMode="white">
          <a:xfrm>
            <a:off x="0" y="2014540"/>
            <a:ext cx="9901238" cy="282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6pPr>
            <a:lvl7pPr marL="29718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7pPr>
            <a:lvl8pPr marL="34290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8pPr>
            <a:lvl9pPr marL="38862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9pPr>
          </a:lstStyle>
          <a:p>
            <a:pPr algn="ctr">
              <a:spcBef>
                <a:spcPct val="50000"/>
              </a:spcBef>
              <a:defRPr/>
            </a:pPr>
            <a:endParaRPr kumimoji="0" lang="ko-KR" altLang="en-US" sz="1199" dirty="0">
              <a:latin typeface="나눔고딕" panose="020D0604000000000000" pitchFamily="50" charset="-127"/>
              <a:ea typeface="굴림" pitchFamily="50" charset="-127"/>
            </a:endParaRPr>
          </a:p>
        </p:txBody>
      </p:sp>
      <p:pic>
        <p:nvPicPr>
          <p:cNvPr id="3" name="LogoMainW" descr="MER_FC_w"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4051" y="406402"/>
            <a:ext cx="3040063"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AdditionalLogoW" descr="Pillars_w" hidden="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57813" y="304800"/>
            <a:ext cx="424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그림 6"/>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074785"/>
      </p:ext>
    </p:extLst>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제목만">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3" name="직선 연결선 2"/>
          <p:cNvCxnSpPr/>
          <p:nvPr userDrawn="1"/>
        </p:nvCxnSpPr>
        <p:spPr>
          <a:xfrm>
            <a:off x="704191" y="2127856"/>
            <a:ext cx="8492859" cy="0"/>
          </a:xfrm>
          <a:prstGeom prst="line">
            <a:avLst/>
          </a:prstGeom>
          <a:ln>
            <a:gradFill flip="none" rotWithShape="1">
              <a:gsLst>
                <a:gs pos="0">
                  <a:schemeClr val="accent1">
                    <a:tint val="66000"/>
                    <a:satMod val="160000"/>
                    <a:alpha val="0"/>
                  </a:schemeClr>
                </a:gs>
                <a:gs pos="50000">
                  <a:srgbClr val="0070C0"/>
                </a:gs>
                <a:gs pos="100000">
                  <a:schemeClr val="accent1">
                    <a:tint val="23500"/>
                    <a:satMod val="16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 name="직선 연결선 3"/>
          <p:cNvCxnSpPr/>
          <p:nvPr userDrawn="1"/>
        </p:nvCxnSpPr>
        <p:spPr>
          <a:xfrm>
            <a:off x="704191" y="3097818"/>
            <a:ext cx="8492859" cy="0"/>
          </a:xfrm>
          <a:prstGeom prst="line">
            <a:avLst/>
          </a:prstGeom>
          <a:ln>
            <a:gradFill flip="none" rotWithShape="1">
              <a:gsLst>
                <a:gs pos="0">
                  <a:schemeClr val="accent1">
                    <a:tint val="66000"/>
                    <a:satMod val="160000"/>
                    <a:alpha val="0"/>
                  </a:schemeClr>
                </a:gs>
                <a:gs pos="50000">
                  <a:srgbClr val="0070C0"/>
                </a:gs>
                <a:gs pos="100000">
                  <a:schemeClr val="accent1">
                    <a:tint val="23500"/>
                    <a:satMod val="16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제목 1"/>
          <p:cNvSpPr>
            <a:spLocks noGrp="1"/>
          </p:cNvSpPr>
          <p:nvPr>
            <p:ph type="title"/>
          </p:nvPr>
        </p:nvSpPr>
        <p:spPr>
          <a:xfrm>
            <a:off x="428292" y="2204865"/>
            <a:ext cx="9044655" cy="858561"/>
          </a:xfrm>
        </p:spPr>
        <p:txBody>
          <a:bodyPr>
            <a:noAutofit/>
          </a:bodyPr>
          <a:lstStyle>
            <a:lvl1pPr algn="ctr">
              <a:defRPr lang="ko-KR" altLang="en-US" sz="4400" b="1" kern="1200">
                <a:ln>
                  <a:solidFill>
                    <a:schemeClr val="bg1"/>
                  </a:solidFill>
                </a:ln>
                <a:solidFill>
                  <a:schemeClr val="tx1"/>
                </a:solidFill>
                <a:effectLst/>
                <a:latin typeface="나눔고딕" panose="020D0804000000000000" pitchFamily="50" charset="-127"/>
                <a:ea typeface="나눔고딕" panose="020D0804000000000000" pitchFamily="50" charset="-127"/>
                <a:cs typeface="+mn-cs"/>
              </a:defRPr>
            </a:lvl1pPr>
          </a:lstStyle>
          <a:p>
            <a:r>
              <a:rPr lang="ko-KR" altLang="en-US" dirty="0"/>
              <a:t>마스터 제목 스타일 편집</a:t>
            </a:r>
          </a:p>
        </p:txBody>
      </p:sp>
      <p:sp>
        <p:nvSpPr>
          <p:cNvPr id="6"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7" name="그룹 6"/>
          <p:cNvGrpSpPr/>
          <p:nvPr userDrawn="1"/>
        </p:nvGrpSpPr>
        <p:grpSpPr>
          <a:xfrm>
            <a:off x="6455575" y="96321"/>
            <a:ext cx="3245018" cy="370021"/>
            <a:chOff x="7859466" y="-43715"/>
            <a:chExt cx="3644574" cy="454000"/>
          </a:xfrm>
        </p:grpSpPr>
        <p:pic>
          <p:nvPicPr>
            <p:cNvPr id="8" name="그림 3" descr="영문시그니춰_대문자(R)2.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10" name="직사각형 9"/>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1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3914740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빈 화면">
    <p:spTree>
      <p:nvGrpSpPr>
        <p:cNvPr id="1" name=""/>
        <p:cNvGrpSpPr/>
        <p:nvPr/>
      </p:nvGrpSpPr>
      <p:grpSpPr>
        <a:xfrm>
          <a:off x="0" y="0"/>
          <a:ext cx="0" cy="0"/>
          <a:chOff x="0" y="0"/>
          <a:chExt cx="0" cy="0"/>
        </a:xfrm>
      </p:grpSpPr>
      <p:sp>
        <p:nvSpPr>
          <p:cNvPr id="16"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17" name="그룹 16"/>
          <p:cNvGrpSpPr/>
          <p:nvPr userDrawn="1"/>
        </p:nvGrpSpPr>
        <p:grpSpPr>
          <a:xfrm>
            <a:off x="6455575" y="96321"/>
            <a:ext cx="3245018" cy="370021"/>
            <a:chOff x="7859466" y="-43715"/>
            <a:chExt cx="3644574" cy="454000"/>
          </a:xfrm>
        </p:grpSpPr>
        <p:pic>
          <p:nvPicPr>
            <p:cNvPr id="18"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20" name="직사각형 19"/>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2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2151037194"/>
      </p:ext>
    </p:extLst>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본문(헤드메시지 포함)">
    <p:spTree>
      <p:nvGrpSpPr>
        <p:cNvPr id="1" name=""/>
        <p:cNvGrpSpPr/>
        <p:nvPr/>
      </p:nvGrpSpPr>
      <p:grpSpPr>
        <a:xfrm>
          <a:off x="0" y="0"/>
          <a:ext cx="0" cy="0"/>
          <a:chOff x="0" y="0"/>
          <a:chExt cx="0" cy="0"/>
        </a:xfrm>
      </p:grpSpPr>
      <p:sp>
        <p:nvSpPr>
          <p:cNvPr id="12"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13" name="그룹 12"/>
          <p:cNvGrpSpPr/>
          <p:nvPr userDrawn="1"/>
        </p:nvGrpSpPr>
        <p:grpSpPr>
          <a:xfrm>
            <a:off x="6455575" y="96321"/>
            <a:ext cx="3245018" cy="370021"/>
            <a:chOff x="7859466" y="-43715"/>
            <a:chExt cx="3644574" cy="454000"/>
          </a:xfrm>
        </p:grpSpPr>
        <p:pic>
          <p:nvPicPr>
            <p:cNvPr id="14"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17" name="직사각형 16"/>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18"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2429519134"/>
      </p:ext>
    </p:extLst>
  </p:cSld>
  <p:clrMapOvr>
    <a:masterClrMapping/>
  </p:clrMapOvr>
  <p:extLst>
    <p:ext uri="{DCECCB84-F9BA-43D5-87BE-67443E8EF086}">
      <p15:sldGuideLst xmlns:p15="http://schemas.microsoft.com/office/powerpoint/2012/main">
        <p15:guide id="1" pos="158">
          <p15:clr>
            <a:srgbClr val="FBAE40"/>
          </p15:clr>
        </p15:guide>
        <p15:guide id="2" pos="5602">
          <p15:clr>
            <a:srgbClr val="FBAE40"/>
          </p15:clr>
        </p15:guide>
        <p15:guide id="3" orient="horz" pos="527">
          <p15:clr>
            <a:srgbClr val="FBAE40"/>
          </p15:clr>
        </p15:guide>
        <p15:guide id="4" orient="horz" pos="9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본문(헤드메시지, 키워드)">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a:xfrm>
            <a:off x="6992749" y="6356352"/>
            <a:ext cx="2227779" cy="365125"/>
          </a:xfrm>
        </p:spPr>
        <p:txBody>
          <a:bodyPr/>
          <a:lstStyle/>
          <a:p>
            <a:fld id="{665D8D78-ACD2-4BC4-A456-69709E753C5A}" type="slidenum">
              <a:rPr lang="ko-KR" altLang="en-US" smtClean="0"/>
              <a:t>‹#›</a:t>
            </a:fld>
            <a:endParaRPr lang="ko-KR" altLang="en-US"/>
          </a:p>
        </p:txBody>
      </p:sp>
      <p:grpSp>
        <p:nvGrpSpPr>
          <p:cNvPr id="18" name="그룹 17"/>
          <p:cNvGrpSpPr/>
          <p:nvPr userDrawn="1"/>
        </p:nvGrpSpPr>
        <p:grpSpPr>
          <a:xfrm>
            <a:off x="6455575" y="96321"/>
            <a:ext cx="3245018" cy="370021"/>
            <a:chOff x="7859466" y="-43715"/>
            <a:chExt cx="3644574" cy="454000"/>
          </a:xfrm>
        </p:grpSpPr>
        <p:pic>
          <p:nvPicPr>
            <p:cNvPr id="19"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2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
        <p:nvSpPr>
          <p:cNvPr id="22"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
        <p:nvSpPr>
          <p:cNvPr id="23" name="직사각형 22"/>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59425604"/>
      </p:ext>
    </p:extLst>
  </p:cSld>
  <p:clrMapOvr>
    <a:masterClrMapping/>
  </p:clrMapOvr>
  <p:extLst>
    <p:ext uri="{DCECCB84-F9BA-43D5-87BE-67443E8EF086}">
      <p15:sldGuideLst xmlns:p15="http://schemas.microsoft.com/office/powerpoint/2012/main">
        <p15:guide id="1" pos="158">
          <p15:clr>
            <a:srgbClr val="FBAE40"/>
          </p15:clr>
        </p15:guide>
        <p15:guide id="2" pos="5602">
          <p15:clr>
            <a:srgbClr val="FBAE40"/>
          </p15:clr>
        </p15:guide>
        <p15:guide id="3" orient="horz" pos="527">
          <p15:clr>
            <a:srgbClr val="FBAE40"/>
          </p15:clr>
        </p15:guide>
        <p15:guide id="4" orient="horz" pos="93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2_제목 슬라이드">
    <p:spTree>
      <p:nvGrpSpPr>
        <p:cNvPr id="1" name=""/>
        <p:cNvGrpSpPr/>
        <p:nvPr/>
      </p:nvGrpSpPr>
      <p:grpSpPr>
        <a:xfrm>
          <a:off x="0" y="0"/>
          <a:ext cx="0" cy="0"/>
          <a:chOff x="0" y="0"/>
          <a:chExt cx="0" cy="0"/>
        </a:xfrm>
      </p:grpSpPr>
      <p:sp>
        <p:nvSpPr>
          <p:cNvPr id="2" name="CoverBarOutliner" hidden="1"/>
          <p:cNvSpPr>
            <a:spLocks noChangeArrowheads="1"/>
          </p:cNvSpPr>
          <p:nvPr>
            <p:custDataLst>
              <p:tags r:id="rId1"/>
            </p:custDataLst>
          </p:nvPr>
        </p:nvSpPr>
        <p:spPr bwMode="white">
          <a:xfrm>
            <a:off x="0" y="2014540"/>
            <a:ext cx="9901238" cy="282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6pPr>
            <a:lvl7pPr marL="29718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7pPr>
            <a:lvl8pPr marL="34290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8pPr>
            <a:lvl9pPr marL="38862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9pPr>
          </a:lstStyle>
          <a:p>
            <a:pPr algn="ctr">
              <a:spcBef>
                <a:spcPct val="50000"/>
              </a:spcBef>
              <a:defRPr/>
            </a:pPr>
            <a:endParaRPr kumimoji="0" lang="ko-KR" altLang="en-US" sz="1199" dirty="0">
              <a:latin typeface="나눔고딕" panose="020D0604000000000000" pitchFamily="50" charset="-127"/>
              <a:ea typeface="굴림" pitchFamily="50" charset="-127"/>
            </a:endParaRPr>
          </a:p>
        </p:txBody>
      </p:sp>
      <p:pic>
        <p:nvPicPr>
          <p:cNvPr id="3" name="LogoMainW" descr="MER_FC_w"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4051" y="406402"/>
            <a:ext cx="3040063"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AdditionalLogoW" descr="Pillars_w" hidden="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57813" y="304800"/>
            <a:ext cx="424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그림 6"/>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그림 3" descr="영문시그니춰_대문자(R)2.png"/>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649481" y="433284"/>
            <a:ext cx="1814885" cy="370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CCCF58B0-D38F-405A-9403-072ABC4F5DB5}"/>
              </a:ext>
            </a:extLst>
          </p:cNvPr>
          <p:cNvSpPr txBox="1"/>
          <p:nvPr userDrawn="1"/>
        </p:nvSpPr>
        <p:spPr>
          <a:xfrm>
            <a:off x="6232879" y="6252036"/>
            <a:ext cx="3505872" cy="395814"/>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50000"/>
              </a:lnSpc>
            </a:pPr>
            <a:r>
              <a:rPr lang="en-US" altLang="ko-KR" sz="1500" b="1" i="1" dirty="0">
                <a:solidFill>
                  <a:srgbClr val="0E5296"/>
                </a:solidFill>
                <a:latin typeface="Arial" panose="020B0604020202020204" pitchFamily="34" charset="0"/>
                <a:ea typeface="+mj-ea"/>
                <a:cs typeface="Arial" panose="020B0604020202020204" pitchFamily="34" charset="0"/>
              </a:rPr>
              <a:t>“Dynamic IPS, Make BIG Difference”</a:t>
            </a:r>
            <a:endParaRPr lang="ko-KR" altLang="en-US" sz="1500" b="1" i="1" dirty="0">
              <a:solidFill>
                <a:srgbClr val="0E5296"/>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714669796"/>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E66A4B6-FA9D-40FA-8F71-0B4F6C83A888}"/>
              </a:ext>
            </a:extLst>
          </p:cNvPr>
          <p:cNvSpPr/>
          <p:nvPr userDrawn="1"/>
        </p:nvSpPr>
        <p:spPr>
          <a:xfrm>
            <a:off x="5902438" y="6519446"/>
            <a:ext cx="3798155" cy="338554"/>
          </a:xfrm>
          <a:prstGeom prst="rect">
            <a:avLst/>
          </a:prstGeom>
        </p:spPr>
        <p:txBody>
          <a:bodyPr wrap="square">
            <a:spAutoFit/>
          </a:bodyPr>
          <a:lstStyle/>
          <a:p>
            <a:pPr algn="r"/>
            <a:r>
              <a:rPr lang="en-US" altLang="ko-KR" sz="1599"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599" b="1" i="0" dirty="0">
              <a:solidFill>
                <a:srgbClr val="000000"/>
              </a:solidFill>
              <a:effectLst/>
              <a:latin typeface="Arial" panose="020B0604020202020204" pitchFamily="34" charset="0"/>
              <a:ea typeface="+mn-ea"/>
              <a:cs typeface="Arial" panose="020B0604020202020204" pitchFamily="34" charset="0"/>
            </a:endParaRPr>
          </a:p>
        </p:txBody>
      </p:sp>
      <p:sp>
        <p:nvSpPr>
          <p:cNvPr id="10" name="Line 29">
            <a:extLst>
              <a:ext uri="{FF2B5EF4-FFF2-40B4-BE49-F238E27FC236}">
                <a16:creationId xmlns:a16="http://schemas.microsoft.com/office/drawing/2014/main" id="{439F5EAC-15BD-4587-B728-B82A58930012}"/>
              </a:ext>
            </a:extLst>
          </p:cNvPr>
          <p:cNvSpPr>
            <a:spLocks noChangeShapeType="1"/>
          </p:cNvSpPr>
          <p:nvPr userDrawn="1"/>
        </p:nvSpPr>
        <p:spPr bwMode="auto">
          <a:xfrm>
            <a:off x="340593" y="6542723"/>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sz="1799" dirty="0">
              <a:ea typeface="굴림" charset="-127"/>
            </a:endParaRPr>
          </a:p>
        </p:txBody>
      </p:sp>
      <p:sp>
        <p:nvSpPr>
          <p:cNvPr id="11" name="Line 29">
            <a:extLst>
              <a:ext uri="{FF2B5EF4-FFF2-40B4-BE49-F238E27FC236}">
                <a16:creationId xmlns:a16="http://schemas.microsoft.com/office/drawing/2014/main" id="{9BF94AC9-9B72-43D4-A29C-3A85C6E8B536}"/>
              </a:ext>
            </a:extLst>
          </p:cNvPr>
          <p:cNvSpPr>
            <a:spLocks noChangeShapeType="1"/>
          </p:cNvSpPr>
          <p:nvPr userDrawn="1"/>
        </p:nvSpPr>
        <p:spPr bwMode="auto">
          <a:xfrm>
            <a:off x="270930" y="532420"/>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sz="1799" dirty="0">
              <a:ea typeface="굴림" charset="-127"/>
            </a:endParaRPr>
          </a:p>
        </p:txBody>
      </p:sp>
      <p:pic>
        <p:nvPicPr>
          <p:cNvPr id="16" name="그림 3" descr="영문시그니춰_대문자(R)2.png">
            <a:extLst>
              <a:ext uri="{FF2B5EF4-FFF2-40B4-BE49-F238E27FC236}">
                <a16:creationId xmlns:a16="http://schemas.microsoft.com/office/drawing/2014/main" id="{5D5A0335-7F30-4A5C-87E5-C9FFCD363D7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60621" y="28085"/>
            <a:ext cx="1814885" cy="370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바닥글 개체 틀 1">
            <a:extLst>
              <a:ext uri="{FF2B5EF4-FFF2-40B4-BE49-F238E27FC236}">
                <a16:creationId xmlns:a16="http://schemas.microsoft.com/office/drawing/2014/main" id="{62D3A512-F635-4795-A647-6348B70E0EC4}"/>
              </a:ext>
            </a:extLst>
          </p:cNvPr>
          <p:cNvSpPr txBox="1">
            <a:spLocks/>
          </p:cNvSpPr>
          <p:nvPr userDrawn="1"/>
        </p:nvSpPr>
        <p:spPr>
          <a:xfrm>
            <a:off x="8270462" y="340401"/>
            <a:ext cx="1430133" cy="241950"/>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999"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999" dirty="0">
              <a:latin typeface="Arial" panose="020B0604020202020204" pitchFamily="34" charset="0"/>
              <a:ea typeface="KoPubWorld돋움체 Medium" panose="00000600000000000000" pitchFamily="2" charset="-127"/>
              <a:cs typeface="Arial" panose="020B0604020202020204" pitchFamily="34" charset="0"/>
            </a:endParaRPr>
          </a:p>
        </p:txBody>
      </p:sp>
    </p:spTree>
    <p:extLst>
      <p:ext uri="{BB962C8B-B14F-4D97-AF65-F5344CB8AC3E}">
        <p14:creationId xmlns:p14="http://schemas.microsoft.com/office/powerpoint/2010/main" val="108519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5E66A4B6-FA9D-40FA-8F71-0B4F6C83A888}"/>
              </a:ext>
            </a:extLst>
          </p:cNvPr>
          <p:cNvSpPr/>
          <p:nvPr userDrawn="1"/>
        </p:nvSpPr>
        <p:spPr>
          <a:xfrm>
            <a:off x="5902438" y="6546344"/>
            <a:ext cx="3798155" cy="276999"/>
          </a:xfrm>
          <a:prstGeom prst="rect">
            <a:avLst/>
          </a:prstGeom>
        </p:spPr>
        <p:txBody>
          <a:bodyPr wrap="square">
            <a:spAutoFit/>
          </a:bodyPr>
          <a:lstStyle/>
          <a:p>
            <a:pPr algn="r"/>
            <a:r>
              <a:rPr lang="en-US" altLang="ko-KR" sz="1199"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199" b="1" i="0" dirty="0">
              <a:solidFill>
                <a:srgbClr val="000000"/>
              </a:solidFill>
              <a:effectLst/>
              <a:latin typeface="Arial" panose="020B0604020202020204" pitchFamily="34" charset="0"/>
              <a:ea typeface="+mn-ea"/>
              <a:cs typeface="Arial" panose="020B0604020202020204" pitchFamily="34" charset="0"/>
            </a:endParaRPr>
          </a:p>
        </p:txBody>
      </p:sp>
      <p:sp>
        <p:nvSpPr>
          <p:cNvPr id="10" name="Line 29">
            <a:extLst>
              <a:ext uri="{FF2B5EF4-FFF2-40B4-BE49-F238E27FC236}">
                <a16:creationId xmlns:a16="http://schemas.microsoft.com/office/drawing/2014/main" id="{439F5EAC-15BD-4587-B728-B82A58930012}"/>
              </a:ext>
            </a:extLst>
          </p:cNvPr>
          <p:cNvSpPr>
            <a:spLocks noChangeShapeType="1"/>
          </p:cNvSpPr>
          <p:nvPr userDrawn="1"/>
        </p:nvSpPr>
        <p:spPr bwMode="auto">
          <a:xfrm>
            <a:off x="340593" y="6542723"/>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sz="1799">
              <a:ea typeface="굴림" charset="-127"/>
            </a:endParaRPr>
          </a:p>
        </p:txBody>
      </p:sp>
      <p:sp>
        <p:nvSpPr>
          <p:cNvPr id="11" name="Line 29">
            <a:extLst>
              <a:ext uri="{FF2B5EF4-FFF2-40B4-BE49-F238E27FC236}">
                <a16:creationId xmlns:a16="http://schemas.microsoft.com/office/drawing/2014/main" id="{9BF94AC9-9B72-43D4-A29C-3A85C6E8B536}"/>
              </a:ext>
            </a:extLst>
          </p:cNvPr>
          <p:cNvSpPr>
            <a:spLocks noChangeShapeType="1"/>
          </p:cNvSpPr>
          <p:nvPr userDrawn="1"/>
        </p:nvSpPr>
        <p:spPr bwMode="auto">
          <a:xfrm>
            <a:off x="270930" y="532420"/>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sz="1799">
              <a:ea typeface="굴림" charset="-127"/>
            </a:endParaRPr>
          </a:p>
        </p:txBody>
      </p:sp>
      <p:grpSp>
        <p:nvGrpSpPr>
          <p:cNvPr id="12" name="그룹 11">
            <a:extLst>
              <a:ext uri="{FF2B5EF4-FFF2-40B4-BE49-F238E27FC236}">
                <a16:creationId xmlns:a16="http://schemas.microsoft.com/office/drawing/2014/main" id="{F082A88B-392E-4E61-8395-42FA04492C18}"/>
              </a:ext>
            </a:extLst>
          </p:cNvPr>
          <p:cNvGrpSpPr/>
          <p:nvPr userDrawn="1"/>
        </p:nvGrpSpPr>
        <p:grpSpPr>
          <a:xfrm>
            <a:off x="8345671" y="79022"/>
            <a:ext cx="1354926" cy="465802"/>
            <a:chOff x="9982283" y="-64939"/>
            <a:chExt cx="1521756" cy="571517"/>
          </a:xfrm>
        </p:grpSpPr>
        <p:pic>
          <p:nvPicPr>
            <p:cNvPr id="13" name="그림 3" descr="영문시그니춰_대문자(R)2.png">
              <a:extLst>
                <a:ext uri="{FF2B5EF4-FFF2-40B4-BE49-F238E27FC236}">
                  <a16:creationId xmlns:a16="http://schemas.microsoft.com/office/drawing/2014/main" id="{99FC1FED-2D37-4C42-B571-05DC1011C8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82283" y="-64939"/>
              <a:ext cx="1521753" cy="338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바닥글 개체 틀 1">
              <a:extLst>
                <a:ext uri="{FF2B5EF4-FFF2-40B4-BE49-F238E27FC236}">
                  <a16:creationId xmlns:a16="http://schemas.microsoft.com/office/drawing/2014/main" id="{D4812CB6-755E-43FC-8185-FAD9CFBA8F3D}"/>
                </a:ext>
              </a:extLst>
            </p:cNvPr>
            <p:cNvSpPr txBox="1">
              <a:spLocks/>
            </p:cNvSpPr>
            <p:nvPr userDrawn="1"/>
          </p:nvSpPr>
          <p:spPr>
            <a:xfrm>
              <a:off x="10212705" y="209716"/>
              <a:ext cx="129133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l" fontAlgn="auto">
                <a:spcBef>
                  <a:spcPts val="0"/>
                </a:spcBef>
                <a:spcAft>
                  <a:spcPts val="0"/>
                </a:spcAft>
                <a:defRPr/>
              </a:pPr>
              <a:r>
                <a:rPr kumimoji="0" lang="en-US" altLang="ko-KR" sz="8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8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8" name="슬라이드 번호 개체 틀 4">
            <a:extLst>
              <a:ext uri="{FF2B5EF4-FFF2-40B4-BE49-F238E27FC236}">
                <a16:creationId xmlns:a16="http://schemas.microsoft.com/office/drawing/2014/main" id="{52D42A12-E6D6-419C-99ED-0B10466AD090}"/>
              </a:ext>
            </a:extLst>
          </p:cNvPr>
          <p:cNvSpPr txBox="1">
            <a:spLocks/>
          </p:cNvSpPr>
          <p:nvPr userDrawn="1"/>
        </p:nvSpPr>
        <p:spPr>
          <a:xfrm>
            <a:off x="3182442" y="6542725"/>
            <a:ext cx="3507247" cy="365125"/>
          </a:xfrm>
          <a:prstGeom prst="rect">
            <a:avLst/>
          </a:prstGeom>
        </p:spPr>
        <p:txBody>
          <a:bodyPr vert="horz" lIns="91440" tIns="45720" rIns="91440" bIns="45720" rtlCol="0" anchor="ctr"/>
          <a:lstStyle>
            <a:defPPr>
              <a:defRPr lang="ko-KR"/>
            </a:defPPr>
            <a:lvl1pPr marL="0" algn="ctr" defTabSz="914400" rtl="0" eaLnBrk="1" latinLnBrk="1" hangingPunct="1">
              <a:defRPr sz="1000" kern="1200">
                <a:solidFill>
                  <a:schemeClr val="tx1">
                    <a:tint val="75000"/>
                  </a:schemeClr>
                </a:solidFill>
                <a:latin typeface="현대산스 Text Medium" panose="020B0600000101010101" pitchFamily="50" charset="-127"/>
                <a:ea typeface="현대산스 Text Medium" panose="020B0600000101010101" pitchFamily="50"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1" hangingPunct="1">
              <a:lnSpc>
                <a:spcPct val="100000"/>
              </a:lnSpc>
              <a:spcBef>
                <a:spcPts val="0"/>
              </a:spcBef>
              <a:spcAft>
                <a:spcPts val="0"/>
              </a:spcAft>
              <a:buClrTx/>
              <a:buSzTx/>
              <a:buFontTx/>
              <a:buNone/>
              <a:tabLst/>
              <a:defRPr/>
            </a:pPr>
            <a:fld id="{84782BAE-520B-4D27-BC31-860BE610106F}" type="slidenum">
              <a:rPr kumimoji="0" lang="ko-KR" altLang="en-US" sz="900" b="0" i="0" u="none" strike="noStrike" kern="1200" cap="none" spc="0" normalizeH="0" baseline="0" noProof="0" smtClean="0">
                <a:ln>
                  <a:noFill/>
                </a:ln>
                <a:solidFill>
                  <a:prstClr val="black">
                    <a:tint val="75000"/>
                  </a:prstClr>
                </a:solidFill>
                <a:effectLst/>
                <a:uLnTx/>
                <a:uFillTx/>
                <a:latin typeface="KoPubWorld돋움체 Medium" panose="00000600000000000000" pitchFamily="2" charset="-127"/>
                <a:ea typeface="KoPubWorld돋움체 Medium" panose="00000600000000000000" pitchFamily="2" charset="-127"/>
                <a:cs typeface="+mn-cs"/>
              </a:rPr>
              <a:pPr marL="0" marR="0" lvl="0" indent="0" algn="ctr" defTabSz="914400" rtl="0" eaLnBrk="1" fontAlgn="auto" latinLnBrk="1" hangingPunct="1">
                <a:lnSpc>
                  <a:spcPct val="100000"/>
                </a:lnSpc>
                <a:spcBef>
                  <a:spcPts val="0"/>
                </a:spcBef>
                <a:spcAft>
                  <a:spcPts val="0"/>
                </a:spcAft>
                <a:buClrTx/>
                <a:buSzTx/>
                <a:buFontTx/>
                <a:buNone/>
                <a:tabLst/>
                <a:defRPr/>
              </a:pPr>
              <a:t>‹#›</a:t>
            </a:fld>
            <a:r>
              <a:rPr kumimoji="0" lang="en-US" altLang="ko-KR" sz="900" b="0" i="0" u="none" strike="noStrike" kern="1200" cap="none" spc="0" normalizeH="0" baseline="0" noProof="0" dirty="0">
                <a:ln>
                  <a:noFill/>
                </a:ln>
                <a:solidFill>
                  <a:prstClr val="black">
                    <a:tint val="75000"/>
                  </a:prstClr>
                </a:solidFill>
                <a:effectLst/>
                <a:uLnTx/>
                <a:uFillTx/>
                <a:latin typeface="KoPubWorld돋움체 Medium" panose="00000600000000000000" pitchFamily="2" charset="-127"/>
                <a:ea typeface="KoPubWorld돋움체 Medium" panose="00000600000000000000" pitchFamily="2" charset="-127"/>
                <a:cs typeface="+mn-cs"/>
              </a:rPr>
              <a:t>/13</a:t>
            </a:r>
            <a:endParaRPr kumimoji="0" lang="ko-KR" altLang="en-US" sz="900" b="0" i="0" u="none" strike="noStrike" kern="1200" cap="none" spc="0" normalizeH="0" baseline="0" noProof="0" dirty="0">
              <a:ln>
                <a:noFill/>
              </a:ln>
              <a:solidFill>
                <a:prstClr val="black">
                  <a:tint val="75000"/>
                </a:prstClr>
              </a:solidFill>
              <a:effectLst/>
              <a:uLnTx/>
              <a:uFillTx/>
              <a:latin typeface="KoPubWorld돋움체 Medium" panose="00000600000000000000" pitchFamily="2" charset="-127"/>
              <a:ea typeface="KoPubWorld돋움체 Medium" panose="00000600000000000000" pitchFamily="2" charset="-127"/>
              <a:cs typeface="+mn-cs"/>
            </a:endParaRPr>
          </a:p>
        </p:txBody>
      </p:sp>
    </p:spTree>
    <p:extLst>
      <p:ext uri="{BB962C8B-B14F-4D97-AF65-F5344CB8AC3E}">
        <p14:creationId xmlns:p14="http://schemas.microsoft.com/office/powerpoint/2010/main" val="829997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제목 슬라이드">
    <p:spTree>
      <p:nvGrpSpPr>
        <p:cNvPr id="1" name=""/>
        <p:cNvGrpSpPr/>
        <p:nvPr/>
      </p:nvGrpSpPr>
      <p:grpSpPr>
        <a:xfrm>
          <a:off x="0" y="0"/>
          <a:ext cx="0" cy="0"/>
          <a:chOff x="0" y="0"/>
          <a:chExt cx="0" cy="0"/>
        </a:xfrm>
      </p:grpSpPr>
      <p:sp>
        <p:nvSpPr>
          <p:cNvPr id="2" name="CoverBarOutliner" hidden="1"/>
          <p:cNvSpPr>
            <a:spLocks noChangeArrowheads="1"/>
          </p:cNvSpPr>
          <p:nvPr>
            <p:custDataLst>
              <p:tags r:id="rId1"/>
            </p:custDataLst>
          </p:nvPr>
        </p:nvSpPr>
        <p:spPr bwMode="white">
          <a:xfrm>
            <a:off x="0" y="2014541"/>
            <a:ext cx="9901238" cy="282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6pPr>
            <a:lvl7pPr marL="29718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7pPr>
            <a:lvl8pPr marL="34290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8pPr>
            <a:lvl9pPr marL="38862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9pPr>
          </a:lstStyle>
          <a:p>
            <a:pPr algn="ctr">
              <a:spcBef>
                <a:spcPct val="50000"/>
              </a:spcBef>
              <a:defRPr/>
            </a:pPr>
            <a:endParaRPr kumimoji="0" lang="ko-KR" altLang="en-US" sz="1198" dirty="0">
              <a:latin typeface="나눔고딕" panose="020D0604000000000000" pitchFamily="50" charset="-127"/>
              <a:ea typeface="굴림" pitchFamily="50" charset="-127"/>
            </a:endParaRPr>
          </a:p>
        </p:txBody>
      </p:sp>
      <p:pic>
        <p:nvPicPr>
          <p:cNvPr id="3" name="LogoMainW" descr="MER_FC_w"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4052" y="406404"/>
            <a:ext cx="3040063"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AdditionalLogoW" descr="Pillars_w" hidden="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57813" y="304800"/>
            <a:ext cx="424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그림 6"/>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620442"/>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제목만">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AC71F45-3D84-4383-8CD3-A3907B2CF275}"/>
              </a:ext>
            </a:extLst>
          </p:cNvPr>
          <p:cNvSpPr/>
          <p:nvPr userDrawn="1"/>
        </p:nvSpPr>
        <p:spPr>
          <a:xfrm>
            <a:off x="3517900" y="1346200"/>
            <a:ext cx="3225800" cy="812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661"/>
          </a:p>
        </p:txBody>
      </p:sp>
      <p:sp>
        <p:nvSpPr>
          <p:cNvPr id="12" name="TextBox 11">
            <a:extLst>
              <a:ext uri="{FF2B5EF4-FFF2-40B4-BE49-F238E27FC236}">
                <a16:creationId xmlns:a16="http://schemas.microsoft.com/office/drawing/2014/main" id="{4C53CC6F-0E2B-4E69-A5AC-7DE021BFDB2B}"/>
              </a:ext>
            </a:extLst>
          </p:cNvPr>
          <p:cNvSpPr txBox="1"/>
          <p:nvPr userDrawn="1"/>
        </p:nvSpPr>
        <p:spPr>
          <a:xfrm>
            <a:off x="6322527" y="6422365"/>
            <a:ext cx="3505872" cy="372538"/>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50000"/>
              </a:lnSpc>
            </a:pPr>
            <a:r>
              <a:rPr lang="en-US" altLang="ko-KR" sz="1384" b="1" i="1" dirty="0">
                <a:solidFill>
                  <a:srgbClr val="0E5296"/>
                </a:solidFill>
                <a:latin typeface="Arial" panose="020B0604020202020204" pitchFamily="34" charset="0"/>
                <a:ea typeface="+mj-ea"/>
                <a:cs typeface="Arial" panose="020B0604020202020204" pitchFamily="34" charset="0"/>
              </a:rPr>
              <a:t>“Dynamic IPS, Make BIG Difference”</a:t>
            </a:r>
            <a:endParaRPr lang="ko-KR" altLang="en-US" sz="1384" b="1" i="1" dirty="0">
              <a:solidFill>
                <a:srgbClr val="0E5296"/>
              </a:solidFill>
              <a:latin typeface="Arial" panose="020B0604020202020204" pitchFamily="34" charset="0"/>
              <a:ea typeface="+mj-ea"/>
              <a:cs typeface="Arial" panose="020B0604020202020204" pitchFamily="34" charset="0"/>
            </a:endParaRPr>
          </a:p>
        </p:txBody>
      </p:sp>
      <p:sp>
        <p:nvSpPr>
          <p:cNvPr id="4" name="직사각형 3">
            <a:extLst>
              <a:ext uri="{FF2B5EF4-FFF2-40B4-BE49-F238E27FC236}">
                <a16:creationId xmlns:a16="http://schemas.microsoft.com/office/drawing/2014/main" id="{6D02C4B2-143D-481B-B2EC-1C5B2539DF28}"/>
              </a:ext>
            </a:extLst>
          </p:cNvPr>
          <p:cNvSpPr/>
          <p:nvPr userDrawn="1"/>
        </p:nvSpPr>
        <p:spPr>
          <a:xfrm>
            <a:off x="1" y="0"/>
            <a:ext cx="3916093" cy="6858000"/>
          </a:xfrm>
          <a:prstGeom prst="rect">
            <a:avLst/>
          </a:prstGeom>
          <a:solidFill>
            <a:srgbClr val="4491FE">
              <a:alpha val="80000"/>
            </a:srgb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799" dirty="0"/>
          </a:p>
        </p:txBody>
      </p:sp>
    </p:spTree>
    <p:extLst>
      <p:ext uri="{BB962C8B-B14F-4D97-AF65-F5344CB8AC3E}">
        <p14:creationId xmlns:p14="http://schemas.microsoft.com/office/powerpoint/2010/main" val="3352225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
        <p:nvSpPr>
          <p:cNvPr id="3" name="Line 29">
            <a:extLst>
              <a:ext uri="{FF2B5EF4-FFF2-40B4-BE49-F238E27FC236}">
                <a16:creationId xmlns:a16="http://schemas.microsoft.com/office/drawing/2014/main" id="{B9237C9F-D263-43AD-BEFA-D67E000F5296}"/>
              </a:ext>
            </a:extLst>
          </p:cNvPr>
          <p:cNvSpPr>
            <a:spLocks noChangeShapeType="1"/>
          </p:cNvSpPr>
          <p:nvPr userDrawn="1"/>
        </p:nvSpPr>
        <p:spPr bwMode="auto">
          <a:xfrm>
            <a:off x="271463" y="577850"/>
            <a:ext cx="9359900" cy="0"/>
          </a:xfrm>
          <a:prstGeom prst="line">
            <a:avLst/>
          </a:prstGeom>
          <a:noFill/>
          <a:ln w="28575">
            <a:solidFill>
              <a:srgbClr val="808389"/>
            </a:solidFill>
            <a:round/>
            <a:headEnd/>
            <a:tailEnd/>
          </a:ln>
          <a:effectLst/>
        </p:spPr>
        <p:txBody>
          <a:bodyPr/>
          <a:lstStyle/>
          <a:p>
            <a:pPr algn="ctr" eaLnBrk="1" fontAlgn="auto" hangingPunct="1">
              <a:lnSpc>
                <a:spcPct val="130000"/>
              </a:lnSpc>
              <a:spcBef>
                <a:spcPts val="0"/>
              </a:spcBef>
              <a:spcAft>
                <a:spcPts val="0"/>
              </a:spcAft>
              <a:buFont typeface="Wingdings" panose="05000000000000000000" pitchFamily="2" charset="2"/>
              <a:buNone/>
              <a:defRPr/>
            </a:pPr>
            <a:endParaRPr lang="ko-KR" altLang="en-US" sz="1798" dirty="0">
              <a:latin typeface="+mn-lt"/>
              <a:ea typeface="굴림" charset="-127"/>
            </a:endParaRPr>
          </a:p>
        </p:txBody>
      </p:sp>
      <p:grpSp>
        <p:nvGrpSpPr>
          <p:cNvPr id="4" name="그룹 7">
            <a:extLst>
              <a:ext uri="{FF2B5EF4-FFF2-40B4-BE49-F238E27FC236}">
                <a16:creationId xmlns:a16="http://schemas.microsoft.com/office/drawing/2014/main" id="{9C6B7211-9FB4-4FF7-8D92-E8095CA9B01E}"/>
              </a:ext>
            </a:extLst>
          </p:cNvPr>
          <p:cNvGrpSpPr>
            <a:grpSpLocks/>
          </p:cNvGrpSpPr>
          <p:nvPr userDrawn="1"/>
        </p:nvGrpSpPr>
        <p:grpSpPr bwMode="auto">
          <a:xfrm>
            <a:off x="6456366" y="96844"/>
            <a:ext cx="3244850" cy="369887"/>
            <a:chOff x="7859466" y="-43715"/>
            <a:chExt cx="3644574" cy="454000"/>
          </a:xfrm>
        </p:grpSpPr>
        <p:pic>
          <p:nvPicPr>
            <p:cNvPr id="5" name="그림 4" descr="영문시그니춰_대문자(R)2.png">
              <a:extLst>
                <a:ext uri="{FF2B5EF4-FFF2-40B4-BE49-F238E27FC236}">
                  <a16:creationId xmlns:a16="http://schemas.microsoft.com/office/drawing/2014/main" id="{C7143F7F-298E-4BFE-8ECB-05466B3EA2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바닥글 개체 틀 1">
              <a:extLst>
                <a:ext uri="{FF2B5EF4-FFF2-40B4-BE49-F238E27FC236}">
                  <a16:creationId xmlns:a16="http://schemas.microsoft.com/office/drawing/2014/main" id="{3A88A647-64BB-4886-B95F-288117EC9C7F}"/>
                </a:ext>
              </a:extLst>
            </p:cNvPr>
            <p:cNvSpPr txBox="1">
              <a:spLocks/>
            </p:cNvSpPr>
            <p:nvPr/>
          </p:nvSpPr>
          <p:spPr>
            <a:xfrm>
              <a:off x="9897503" y="114113"/>
              <a:ext cx="1606537" cy="29617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lang="en-US" altLang="ko-KR" sz="999"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lang="ko-KR" altLang="en-US" sz="999"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7" name="직사각형 10">
            <a:extLst>
              <a:ext uri="{FF2B5EF4-FFF2-40B4-BE49-F238E27FC236}">
                <a16:creationId xmlns:a16="http://schemas.microsoft.com/office/drawing/2014/main" id="{21706A48-4105-4E40-89A0-C252C873ADE9}"/>
              </a:ext>
            </a:extLst>
          </p:cNvPr>
          <p:cNvSpPr>
            <a:spLocks noChangeArrowheads="1"/>
          </p:cNvSpPr>
          <p:nvPr userDrawn="1"/>
        </p:nvSpPr>
        <p:spPr bwMode="auto">
          <a:xfrm>
            <a:off x="5902328" y="6519869"/>
            <a:ext cx="37988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r" eaLnBrk="1" hangingPunct="1"/>
            <a:r>
              <a:rPr lang="en-US" altLang="ko-KR" sz="1598" b="1" i="1">
                <a:solidFill>
                  <a:srgbClr val="000000"/>
                </a:solidFill>
                <a:latin typeface="Arial" panose="020B0604020202020204" pitchFamily="34" charset="0"/>
                <a:cs typeface="Arial" panose="020B0604020202020204" pitchFamily="34" charset="0"/>
              </a:rPr>
              <a:t> Dynamic IPS _ Make BIG Difference</a:t>
            </a:r>
            <a:endParaRPr lang="en-US" altLang="ko-KR" sz="1598" b="1">
              <a:solidFill>
                <a:srgbClr val="000000"/>
              </a:solidFill>
              <a:latin typeface="Arial" panose="020B0604020202020204" pitchFamily="34" charset="0"/>
              <a:cs typeface="Arial" panose="020B0604020202020204" pitchFamily="34" charset="0"/>
            </a:endParaRPr>
          </a:p>
        </p:txBody>
      </p:sp>
      <p:sp>
        <p:nvSpPr>
          <p:cNvPr id="8" name="Line 29">
            <a:extLst>
              <a:ext uri="{FF2B5EF4-FFF2-40B4-BE49-F238E27FC236}">
                <a16:creationId xmlns:a16="http://schemas.microsoft.com/office/drawing/2014/main" id="{8B34495B-589E-4E24-A5CA-0DFCC1B14961}"/>
              </a:ext>
            </a:extLst>
          </p:cNvPr>
          <p:cNvSpPr>
            <a:spLocks noChangeShapeType="1"/>
          </p:cNvSpPr>
          <p:nvPr userDrawn="1"/>
        </p:nvSpPr>
        <p:spPr bwMode="auto">
          <a:xfrm>
            <a:off x="271463" y="6519863"/>
            <a:ext cx="9359900" cy="0"/>
          </a:xfrm>
          <a:prstGeom prst="line">
            <a:avLst/>
          </a:prstGeom>
          <a:noFill/>
          <a:ln w="9525">
            <a:solidFill>
              <a:srgbClr val="808389"/>
            </a:solidFill>
            <a:round/>
            <a:headEnd/>
            <a:tailEnd/>
          </a:ln>
          <a:effectLst/>
        </p:spPr>
        <p:txBody>
          <a:bodyPr/>
          <a:lstStyle/>
          <a:p>
            <a:pPr algn="ctr" eaLnBrk="1" fontAlgn="auto" hangingPunct="1">
              <a:lnSpc>
                <a:spcPct val="130000"/>
              </a:lnSpc>
              <a:spcBef>
                <a:spcPts val="0"/>
              </a:spcBef>
              <a:spcAft>
                <a:spcPts val="0"/>
              </a:spcAft>
              <a:buFont typeface="Wingdings" panose="05000000000000000000" pitchFamily="2" charset="2"/>
              <a:buNone/>
              <a:defRPr/>
            </a:pPr>
            <a:endParaRPr lang="ko-KR" altLang="en-US" sz="1798">
              <a:latin typeface="+mn-lt"/>
              <a:ea typeface="굴림" charset="-127"/>
            </a:endParaRPr>
          </a:p>
        </p:txBody>
      </p:sp>
    </p:spTree>
    <p:extLst>
      <p:ext uri="{BB962C8B-B14F-4D97-AF65-F5344CB8AC3E}">
        <p14:creationId xmlns:p14="http://schemas.microsoft.com/office/powerpoint/2010/main" val="449040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제목 슬라이드">
    <p:spTree>
      <p:nvGrpSpPr>
        <p:cNvPr id="1" name=""/>
        <p:cNvGrpSpPr/>
        <p:nvPr/>
      </p:nvGrpSpPr>
      <p:grpSpPr>
        <a:xfrm>
          <a:off x="0" y="0"/>
          <a:ext cx="0" cy="0"/>
          <a:chOff x="0" y="0"/>
          <a:chExt cx="0" cy="0"/>
        </a:xfrm>
      </p:grpSpPr>
      <p:sp>
        <p:nvSpPr>
          <p:cNvPr id="2" name="CoverBarOutliner" hidden="1"/>
          <p:cNvSpPr>
            <a:spLocks noChangeArrowheads="1"/>
          </p:cNvSpPr>
          <p:nvPr>
            <p:custDataLst>
              <p:tags r:id="rId1"/>
            </p:custDataLst>
          </p:nvPr>
        </p:nvSpPr>
        <p:spPr bwMode="white">
          <a:xfrm>
            <a:off x="0" y="2014540"/>
            <a:ext cx="9901238" cy="282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6pPr>
            <a:lvl7pPr marL="29718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7pPr>
            <a:lvl8pPr marL="34290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8pPr>
            <a:lvl9pPr marL="38862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9pPr>
          </a:lstStyle>
          <a:p>
            <a:pPr algn="ctr">
              <a:spcBef>
                <a:spcPct val="50000"/>
              </a:spcBef>
              <a:defRPr/>
            </a:pPr>
            <a:endParaRPr kumimoji="0" lang="ko-KR" altLang="en-US" sz="1199" dirty="0">
              <a:latin typeface="나눔고딕" panose="020D0604000000000000" pitchFamily="50" charset="-127"/>
              <a:ea typeface="굴림" pitchFamily="50" charset="-127"/>
            </a:endParaRPr>
          </a:p>
        </p:txBody>
      </p:sp>
      <p:pic>
        <p:nvPicPr>
          <p:cNvPr id="3" name="LogoMainW" descr="MER_FC_w"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4051" y="406402"/>
            <a:ext cx="3040063"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AdditionalLogoW" descr="Pillars_w" hidden="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57813" y="304800"/>
            <a:ext cx="424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그림 6"/>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6711269"/>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제목만">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3" name="직선 연결선 2"/>
          <p:cNvCxnSpPr/>
          <p:nvPr userDrawn="1"/>
        </p:nvCxnSpPr>
        <p:spPr>
          <a:xfrm>
            <a:off x="704191" y="2127856"/>
            <a:ext cx="8492859" cy="0"/>
          </a:xfrm>
          <a:prstGeom prst="line">
            <a:avLst/>
          </a:prstGeom>
          <a:ln>
            <a:gradFill flip="none" rotWithShape="1">
              <a:gsLst>
                <a:gs pos="0">
                  <a:schemeClr val="accent1">
                    <a:tint val="66000"/>
                    <a:satMod val="160000"/>
                    <a:alpha val="0"/>
                  </a:schemeClr>
                </a:gs>
                <a:gs pos="50000">
                  <a:srgbClr val="0070C0"/>
                </a:gs>
                <a:gs pos="100000">
                  <a:schemeClr val="accent1">
                    <a:tint val="23500"/>
                    <a:satMod val="16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4" name="직선 연결선 3"/>
          <p:cNvCxnSpPr/>
          <p:nvPr userDrawn="1"/>
        </p:nvCxnSpPr>
        <p:spPr>
          <a:xfrm>
            <a:off x="704191" y="3097818"/>
            <a:ext cx="8492859" cy="0"/>
          </a:xfrm>
          <a:prstGeom prst="line">
            <a:avLst/>
          </a:prstGeom>
          <a:ln>
            <a:gradFill flip="none" rotWithShape="1">
              <a:gsLst>
                <a:gs pos="0">
                  <a:schemeClr val="accent1">
                    <a:tint val="66000"/>
                    <a:satMod val="160000"/>
                    <a:alpha val="0"/>
                  </a:schemeClr>
                </a:gs>
                <a:gs pos="50000">
                  <a:srgbClr val="0070C0"/>
                </a:gs>
                <a:gs pos="100000">
                  <a:schemeClr val="accent1">
                    <a:tint val="23500"/>
                    <a:satMod val="160000"/>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제목 1"/>
          <p:cNvSpPr>
            <a:spLocks noGrp="1"/>
          </p:cNvSpPr>
          <p:nvPr>
            <p:ph type="title"/>
          </p:nvPr>
        </p:nvSpPr>
        <p:spPr>
          <a:xfrm>
            <a:off x="428292" y="2204865"/>
            <a:ext cx="9044655" cy="858561"/>
          </a:xfrm>
        </p:spPr>
        <p:txBody>
          <a:bodyPr>
            <a:noAutofit/>
          </a:bodyPr>
          <a:lstStyle>
            <a:lvl1pPr algn="ctr">
              <a:defRPr lang="ko-KR" altLang="en-US" sz="4400" b="1" kern="1200">
                <a:ln>
                  <a:solidFill>
                    <a:schemeClr val="bg1"/>
                  </a:solidFill>
                </a:ln>
                <a:solidFill>
                  <a:schemeClr val="tx1"/>
                </a:solidFill>
                <a:effectLst/>
                <a:latin typeface="나눔고딕" panose="020D0804000000000000" pitchFamily="50" charset="-127"/>
                <a:ea typeface="나눔고딕" panose="020D0804000000000000" pitchFamily="50" charset="-127"/>
                <a:cs typeface="+mn-cs"/>
              </a:defRPr>
            </a:lvl1pPr>
          </a:lstStyle>
          <a:p>
            <a:r>
              <a:rPr lang="ko-KR" altLang="en-US" dirty="0"/>
              <a:t>마스터 제목 스타일 편집</a:t>
            </a:r>
          </a:p>
        </p:txBody>
      </p:sp>
      <p:sp>
        <p:nvSpPr>
          <p:cNvPr id="6"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7" name="그룹 6"/>
          <p:cNvGrpSpPr/>
          <p:nvPr userDrawn="1"/>
        </p:nvGrpSpPr>
        <p:grpSpPr>
          <a:xfrm>
            <a:off x="6455575" y="96321"/>
            <a:ext cx="3245018" cy="370021"/>
            <a:chOff x="7859466" y="-43715"/>
            <a:chExt cx="3644574" cy="454000"/>
          </a:xfrm>
        </p:grpSpPr>
        <p:pic>
          <p:nvPicPr>
            <p:cNvPr id="8" name="그림 3" descr="영문시그니춰_대문자(R)2.png"/>
            <p:cNvPicPr>
              <a:picLocks noChangeAspect="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10" name="직사각형 9"/>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1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2711417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빈 화면">
    <p:spTree>
      <p:nvGrpSpPr>
        <p:cNvPr id="1" name=""/>
        <p:cNvGrpSpPr/>
        <p:nvPr/>
      </p:nvGrpSpPr>
      <p:grpSpPr>
        <a:xfrm>
          <a:off x="0" y="0"/>
          <a:ext cx="0" cy="0"/>
          <a:chOff x="0" y="0"/>
          <a:chExt cx="0" cy="0"/>
        </a:xfrm>
      </p:grpSpPr>
      <p:sp>
        <p:nvSpPr>
          <p:cNvPr id="16"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17" name="그룹 16"/>
          <p:cNvGrpSpPr/>
          <p:nvPr userDrawn="1"/>
        </p:nvGrpSpPr>
        <p:grpSpPr>
          <a:xfrm>
            <a:off x="6455575" y="96321"/>
            <a:ext cx="3245018" cy="370021"/>
            <a:chOff x="7859466" y="-43715"/>
            <a:chExt cx="3644574" cy="454000"/>
          </a:xfrm>
        </p:grpSpPr>
        <p:pic>
          <p:nvPicPr>
            <p:cNvPr id="18"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20" name="직사각형 19"/>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2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3173751554"/>
      </p:ext>
    </p:extLst>
  </p:cSld>
  <p:clrMapOvr>
    <a:masterClrMapping/>
  </p:clrMapOvr>
  <p:transition advClick="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본문(헤드메시지 포함)">
    <p:spTree>
      <p:nvGrpSpPr>
        <p:cNvPr id="1" name=""/>
        <p:cNvGrpSpPr/>
        <p:nvPr/>
      </p:nvGrpSpPr>
      <p:grpSpPr>
        <a:xfrm>
          <a:off x="0" y="0"/>
          <a:ext cx="0" cy="0"/>
          <a:chOff x="0" y="0"/>
          <a:chExt cx="0" cy="0"/>
        </a:xfrm>
      </p:grpSpPr>
      <p:sp>
        <p:nvSpPr>
          <p:cNvPr id="12"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grpSp>
        <p:nvGrpSpPr>
          <p:cNvPr id="13" name="그룹 12"/>
          <p:cNvGrpSpPr/>
          <p:nvPr userDrawn="1"/>
        </p:nvGrpSpPr>
        <p:grpSpPr>
          <a:xfrm>
            <a:off x="6455575" y="96321"/>
            <a:ext cx="3245018" cy="370021"/>
            <a:chOff x="7859466" y="-43715"/>
            <a:chExt cx="3644574" cy="454000"/>
          </a:xfrm>
        </p:grpSpPr>
        <p:pic>
          <p:nvPicPr>
            <p:cNvPr id="14"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17" name="직사각형 16"/>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18"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1757707842"/>
      </p:ext>
    </p:extLst>
  </p:cSld>
  <p:clrMapOvr>
    <a:masterClrMapping/>
  </p:clrMapOvr>
  <p:extLst>
    <p:ext uri="{DCECCB84-F9BA-43D5-87BE-67443E8EF086}">
      <p15:sldGuideLst xmlns:p15="http://schemas.microsoft.com/office/powerpoint/2012/main">
        <p15:guide id="1" pos="158">
          <p15:clr>
            <a:srgbClr val="FBAE40"/>
          </p15:clr>
        </p15:guide>
        <p15:guide id="2" pos="5602">
          <p15:clr>
            <a:srgbClr val="FBAE40"/>
          </p15:clr>
        </p15:guide>
        <p15:guide id="3" orient="horz" pos="527">
          <p15:clr>
            <a:srgbClr val="FBAE40"/>
          </p15:clr>
        </p15:guide>
        <p15:guide id="4" orient="horz" pos="93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본문(헤드메시지, 키워드)">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665D8D78-ACD2-4BC4-A456-69709E753C5A}" type="slidenum">
              <a:rPr lang="ko-KR" altLang="en-US" smtClean="0"/>
              <a:t>‹#›</a:t>
            </a:fld>
            <a:endParaRPr lang="ko-KR" altLang="en-US"/>
          </a:p>
        </p:txBody>
      </p:sp>
      <p:grpSp>
        <p:nvGrpSpPr>
          <p:cNvPr id="16" name="그룹 15"/>
          <p:cNvGrpSpPr/>
          <p:nvPr userDrawn="1"/>
        </p:nvGrpSpPr>
        <p:grpSpPr>
          <a:xfrm>
            <a:off x="6455575" y="96321"/>
            <a:ext cx="3245018" cy="370021"/>
            <a:chOff x="7859466" y="-43715"/>
            <a:chExt cx="3644574" cy="454000"/>
          </a:xfrm>
        </p:grpSpPr>
        <p:pic>
          <p:nvPicPr>
            <p:cNvPr id="17"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19" name="직사각형 18"/>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
        <p:nvSpPr>
          <p:cNvPr id="20"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
        <p:nvSpPr>
          <p:cNvPr id="27"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Tree>
    <p:extLst>
      <p:ext uri="{BB962C8B-B14F-4D97-AF65-F5344CB8AC3E}">
        <p14:creationId xmlns:p14="http://schemas.microsoft.com/office/powerpoint/2010/main" val="1958205609"/>
      </p:ext>
    </p:extLst>
  </p:cSld>
  <p:clrMapOvr>
    <a:masterClrMapping/>
  </p:clrMapOvr>
  <p:extLst>
    <p:ext uri="{DCECCB84-F9BA-43D5-87BE-67443E8EF086}">
      <p15:sldGuideLst xmlns:p15="http://schemas.microsoft.com/office/powerpoint/2012/main">
        <p15:guide id="1" pos="158">
          <p15:clr>
            <a:srgbClr val="FBAE40"/>
          </p15:clr>
        </p15:guide>
        <p15:guide id="2" pos="5602">
          <p15:clr>
            <a:srgbClr val="FBAE40"/>
          </p15:clr>
        </p15:guide>
        <p15:guide id="3" orient="horz" pos="527">
          <p15:clr>
            <a:srgbClr val="FBAE40"/>
          </p15:clr>
        </p15:guide>
        <p15:guide id="4" orient="horz" pos="93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본문(헤드메시지, 키워드)">
    <p:spTree>
      <p:nvGrpSpPr>
        <p:cNvPr id="1" name=""/>
        <p:cNvGrpSpPr/>
        <p:nvPr/>
      </p:nvGrpSpPr>
      <p:grpSpPr>
        <a:xfrm>
          <a:off x="0" y="0"/>
          <a:ext cx="0" cy="0"/>
          <a:chOff x="0" y="0"/>
          <a:chExt cx="0" cy="0"/>
        </a:xfrm>
      </p:grpSpPr>
      <p:sp>
        <p:nvSpPr>
          <p:cNvPr id="16" name="Slide Number Placeholder 5"/>
          <p:cNvSpPr>
            <a:spLocks noGrp="1"/>
          </p:cNvSpPr>
          <p:nvPr>
            <p:ph type="sldNum" sz="quarter" idx="12"/>
          </p:nvPr>
        </p:nvSpPr>
        <p:spPr>
          <a:xfrm>
            <a:off x="6992749" y="6356352"/>
            <a:ext cx="2227779" cy="365125"/>
          </a:xfrm>
        </p:spPr>
        <p:txBody>
          <a:bodyPr/>
          <a:lstStyle/>
          <a:p>
            <a:fld id="{665D8D78-ACD2-4BC4-A456-69709E753C5A}" type="slidenum">
              <a:rPr lang="ko-KR" altLang="en-US" smtClean="0"/>
              <a:t>‹#›</a:t>
            </a:fld>
            <a:endParaRPr lang="ko-KR" altLang="en-US"/>
          </a:p>
        </p:txBody>
      </p:sp>
      <p:grpSp>
        <p:nvGrpSpPr>
          <p:cNvPr id="18" name="그룹 17"/>
          <p:cNvGrpSpPr/>
          <p:nvPr userDrawn="1"/>
        </p:nvGrpSpPr>
        <p:grpSpPr>
          <a:xfrm>
            <a:off x="6455575" y="96321"/>
            <a:ext cx="3245018" cy="370021"/>
            <a:chOff x="7859466" y="-43715"/>
            <a:chExt cx="3644574" cy="454000"/>
          </a:xfrm>
        </p:grpSpPr>
        <p:pic>
          <p:nvPicPr>
            <p:cNvPr id="19" name="그림 3" descr="영문시그니춰_대문자(R)2.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59466" y="-43715"/>
              <a:ext cx="2038350" cy="4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바닥글 개체 틀 1"/>
            <p:cNvSpPr txBox="1">
              <a:spLocks/>
            </p:cNvSpPr>
            <p:nvPr userDrawn="1"/>
          </p:nvSpPr>
          <p:spPr>
            <a:xfrm>
              <a:off x="9897816" y="113423"/>
              <a:ext cx="1606224" cy="296862"/>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grpSp>
      <p:sp>
        <p:nvSpPr>
          <p:cNvPr id="21" name="Line 29"/>
          <p:cNvSpPr>
            <a:spLocks noChangeShapeType="1"/>
          </p:cNvSpPr>
          <p:nvPr userDrawn="1"/>
        </p:nvSpPr>
        <p:spPr bwMode="auto">
          <a:xfrm>
            <a:off x="270930" y="6519446"/>
            <a:ext cx="9360000" cy="0"/>
          </a:xfrm>
          <a:prstGeom prst="line">
            <a:avLst/>
          </a:prstGeom>
          <a:noFill/>
          <a:ln w="952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
        <p:nvSpPr>
          <p:cNvPr id="22" name="Line 29"/>
          <p:cNvSpPr>
            <a:spLocks noChangeShapeType="1"/>
          </p:cNvSpPr>
          <p:nvPr userDrawn="1"/>
        </p:nvSpPr>
        <p:spPr bwMode="auto">
          <a:xfrm>
            <a:off x="270930" y="577245"/>
            <a:ext cx="9360000" cy="0"/>
          </a:xfrm>
          <a:prstGeom prst="line">
            <a:avLst/>
          </a:prstGeom>
          <a:noFill/>
          <a:ln w="28575">
            <a:solidFill>
              <a:schemeClr val="bg2">
                <a:lumMod val="50000"/>
              </a:schemeClr>
            </a:solidFill>
            <a:round/>
            <a:headEnd/>
            <a:tailEnd/>
          </a:ln>
          <a:effectLst/>
        </p:spPr>
        <p:txBody>
          <a:bodyPr/>
          <a:lstStyle/>
          <a:p>
            <a:pPr algn="ctr" eaLnBrk="1" hangingPunct="1">
              <a:lnSpc>
                <a:spcPct val="130000"/>
              </a:lnSpc>
              <a:buFont typeface="Wingdings" panose="05000000000000000000" pitchFamily="2" charset="2"/>
              <a:buNone/>
              <a:defRPr/>
            </a:pPr>
            <a:endParaRPr lang="ko-KR" altLang="en-US">
              <a:ea typeface="굴림" charset="-127"/>
            </a:endParaRPr>
          </a:p>
        </p:txBody>
      </p:sp>
      <p:sp>
        <p:nvSpPr>
          <p:cNvPr id="23" name="직사각형 22"/>
          <p:cNvSpPr/>
          <p:nvPr userDrawn="1"/>
        </p:nvSpPr>
        <p:spPr>
          <a:xfrm>
            <a:off x="5902438" y="6519446"/>
            <a:ext cx="3798155" cy="338554"/>
          </a:xfrm>
          <a:prstGeom prst="rect">
            <a:avLst/>
          </a:prstGeom>
        </p:spPr>
        <p:txBody>
          <a:bodyPr wrap="square">
            <a:spAutoFit/>
          </a:bodyPr>
          <a:lstStyle/>
          <a:p>
            <a:pPr algn="r"/>
            <a:r>
              <a:rPr lang="en-US" altLang="ko-KR" sz="1600" b="1" i="1" dirty="0">
                <a:solidFill>
                  <a:srgbClr val="000000"/>
                </a:solidFill>
                <a:effectLst/>
                <a:latin typeface="Arial" panose="020B0604020202020204" pitchFamily="34" charset="0"/>
                <a:ea typeface="+mn-ea"/>
                <a:cs typeface="Arial" panose="020B0604020202020204" pitchFamily="34" charset="0"/>
              </a:rPr>
              <a:t> Dynamic IPS _ Make BIG Difference</a:t>
            </a:r>
            <a:endParaRPr lang="en-US" altLang="ko-KR" sz="1600" b="1" i="0" dirty="0">
              <a:solidFill>
                <a:srgbClr val="000000"/>
              </a:solidFill>
              <a:effectLst/>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09940150"/>
      </p:ext>
    </p:extLst>
  </p:cSld>
  <p:clrMapOvr>
    <a:masterClrMapping/>
  </p:clrMapOvr>
  <p:extLst>
    <p:ext uri="{DCECCB84-F9BA-43D5-87BE-67443E8EF086}">
      <p15:sldGuideLst xmlns:p15="http://schemas.microsoft.com/office/powerpoint/2012/main">
        <p15:guide id="1" pos="158">
          <p15:clr>
            <a:srgbClr val="FBAE40"/>
          </p15:clr>
        </p15:guide>
        <p15:guide id="2" pos="5602">
          <p15:clr>
            <a:srgbClr val="FBAE40"/>
          </p15:clr>
        </p15:guide>
        <p15:guide id="3" orient="horz" pos="527">
          <p15:clr>
            <a:srgbClr val="FBAE40"/>
          </p15:clr>
        </p15:guide>
        <p15:guide id="4" orient="horz" pos="9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2_제목 슬라이드">
    <p:spTree>
      <p:nvGrpSpPr>
        <p:cNvPr id="1" name=""/>
        <p:cNvGrpSpPr/>
        <p:nvPr/>
      </p:nvGrpSpPr>
      <p:grpSpPr>
        <a:xfrm>
          <a:off x="0" y="0"/>
          <a:ext cx="0" cy="0"/>
          <a:chOff x="0" y="0"/>
          <a:chExt cx="0" cy="0"/>
        </a:xfrm>
      </p:grpSpPr>
      <p:sp>
        <p:nvSpPr>
          <p:cNvPr id="2" name="CoverBarOutliner" hidden="1"/>
          <p:cNvSpPr>
            <a:spLocks noChangeArrowheads="1"/>
          </p:cNvSpPr>
          <p:nvPr>
            <p:custDataLst>
              <p:tags r:id="rId1"/>
            </p:custDataLst>
          </p:nvPr>
        </p:nvSpPr>
        <p:spPr bwMode="white">
          <a:xfrm>
            <a:off x="0" y="2014540"/>
            <a:ext cx="9901238" cy="28289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6pPr>
            <a:lvl7pPr marL="29718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7pPr>
            <a:lvl8pPr marL="34290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8pPr>
            <a:lvl9pPr marL="3886200" indent="-228600" algn="ctr" eaLnBrk="0" fontAlgn="base" hangingPunct="0">
              <a:lnSpc>
                <a:spcPct val="130000"/>
              </a:lnSpc>
              <a:spcBef>
                <a:spcPct val="0"/>
              </a:spcBef>
              <a:spcAft>
                <a:spcPct val="0"/>
              </a:spcAft>
              <a:buFont typeface="Wingdings" pitchFamily="2" charset="2"/>
              <a:defRPr kumimoji="1" sz="900">
                <a:solidFill>
                  <a:schemeClr val="tx1"/>
                </a:solidFill>
                <a:latin typeface="돋움" pitchFamily="50" charset="-127"/>
                <a:ea typeface="돋움" pitchFamily="50" charset="-127"/>
              </a:defRPr>
            </a:lvl9pPr>
          </a:lstStyle>
          <a:p>
            <a:pPr algn="ctr">
              <a:spcBef>
                <a:spcPct val="50000"/>
              </a:spcBef>
              <a:defRPr/>
            </a:pPr>
            <a:endParaRPr kumimoji="0" lang="ko-KR" altLang="en-US" sz="1199" dirty="0">
              <a:latin typeface="나눔고딕" panose="020D0604000000000000" pitchFamily="50" charset="-127"/>
              <a:ea typeface="굴림" pitchFamily="50" charset="-127"/>
            </a:endParaRPr>
          </a:p>
        </p:txBody>
      </p:sp>
      <p:pic>
        <p:nvPicPr>
          <p:cNvPr id="3" name="LogoMainW" descr="MER_FC_w" hidden="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54051" y="406402"/>
            <a:ext cx="3040063"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AdditionalLogoW" descr="Pillars_w" hidden="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357813" y="304800"/>
            <a:ext cx="4240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5" name="그림 6"/>
          <p:cNvPicPr>
            <a:picLocks noChangeAspect="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906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그림 3" descr="영문시그니춰_대문자(R)2.png"/>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649481" y="433284"/>
            <a:ext cx="1814885" cy="370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CCCF58B0-D38F-405A-9403-072ABC4F5DB5}"/>
              </a:ext>
            </a:extLst>
          </p:cNvPr>
          <p:cNvSpPr txBox="1"/>
          <p:nvPr userDrawn="1"/>
        </p:nvSpPr>
        <p:spPr>
          <a:xfrm>
            <a:off x="6232879" y="6252036"/>
            <a:ext cx="3505872" cy="395814"/>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nSpc>
                <a:spcPct val="150000"/>
              </a:lnSpc>
            </a:pPr>
            <a:r>
              <a:rPr lang="en-US" altLang="ko-KR" sz="1500" b="1" i="1" dirty="0">
                <a:solidFill>
                  <a:srgbClr val="0E5296"/>
                </a:solidFill>
                <a:latin typeface="Arial" panose="020B0604020202020204" pitchFamily="34" charset="0"/>
                <a:ea typeface="+mj-ea"/>
                <a:cs typeface="Arial" panose="020B0604020202020204" pitchFamily="34" charset="0"/>
              </a:rPr>
              <a:t>“Dynamic IPS, Make BIG Difference”</a:t>
            </a:r>
            <a:endParaRPr lang="ko-KR" altLang="en-US" sz="1500" b="1" i="1" dirty="0">
              <a:solidFill>
                <a:srgbClr val="0E5296"/>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388127417"/>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cxnSp>
        <p:nvCxnSpPr>
          <p:cNvPr id="4" name="직선 연결선 3"/>
          <p:cNvCxnSpPr/>
          <p:nvPr userDrawn="1"/>
        </p:nvCxnSpPr>
        <p:spPr>
          <a:xfrm>
            <a:off x="366768" y="618253"/>
            <a:ext cx="9048203" cy="0"/>
          </a:xfrm>
          <a:prstGeom prst="line">
            <a:avLst/>
          </a:prstGeom>
          <a:ln w="25400">
            <a:solidFill>
              <a:schemeClr val="bg1">
                <a:lumMod val="75000"/>
              </a:schemeClr>
            </a:solidFill>
          </a:ln>
          <a:effectLst/>
        </p:spPr>
        <p:style>
          <a:lnRef idx="1">
            <a:schemeClr val="accent1"/>
          </a:lnRef>
          <a:fillRef idx="0">
            <a:schemeClr val="accent1"/>
          </a:fillRef>
          <a:effectRef idx="0">
            <a:schemeClr val="accent1"/>
          </a:effectRef>
          <a:fontRef idx="minor">
            <a:schemeClr val="tx1"/>
          </a:fontRef>
        </p:style>
      </p:cxnSp>
      <p:pic>
        <p:nvPicPr>
          <p:cNvPr id="6" name="그림 3" descr="영문시그니춰_대문자(R)2.png">
            <a:extLst>
              <a:ext uri="{FF2B5EF4-FFF2-40B4-BE49-F238E27FC236}">
                <a16:creationId xmlns:a16="http://schemas.microsoft.com/office/drawing/2014/main" id="{A6E7AB1F-C8C4-4F38-8CD0-94E71483325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860621" y="28083"/>
            <a:ext cx="1814885" cy="370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바닥글 개체 틀 1">
            <a:extLst>
              <a:ext uri="{FF2B5EF4-FFF2-40B4-BE49-F238E27FC236}">
                <a16:creationId xmlns:a16="http://schemas.microsoft.com/office/drawing/2014/main" id="{44B9C1A8-2A01-4F85-A7F4-84030AFF746D}"/>
              </a:ext>
            </a:extLst>
          </p:cNvPr>
          <p:cNvSpPr txBox="1">
            <a:spLocks/>
          </p:cNvSpPr>
          <p:nvPr userDrawn="1"/>
        </p:nvSpPr>
        <p:spPr>
          <a:xfrm>
            <a:off x="8270461" y="340401"/>
            <a:ext cx="1430133" cy="241950"/>
          </a:xfrm>
          <a:prstGeom prst="rect">
            <a:avLst/>
          </a:prstGeom>
          <a:noFill/>
        </p:spPr>
        <p:txBody>
          <a:bodyPr anchor="ctr"/>
          <a:lstStyle>
            <a:defPPr>
              <a:defRPr lang="ko-KR"/>
            </a:defPPr>
            <a:lvl1pPr marL="0" algn="l" defTabSz="914400" rtl="0" eaLnBrk="1" latinLnBrk="1" hangingPunct="1">
              <a:defRPr sz="1108" b="1" kern="1200">
                <a:solidFill>
                  <a:srgbClr val="FF0000"/>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r>
              <a:rPr kumimoji="0" lang="en-US" altLang="ko-KR" sz="1000" dirty="0">
                <a:latin typeface="Arial" panose="020B0604020202020204" pitchFamily="34" charset="0"/>
                <a:ea typeface="KoPubWorld돋움체 Medium" panose="00000600000000000000" pitchFamily="2" charset="-127"/>
                <a:cs typeface="Arial" panose="020B0604020202020204" pitchFamily="34" charset="0"/>
              </a:rPr>
              <a:t>WONIK Confidential</a:t>
            </a:r>
            <a:endParaRPr kumimoji="0" lang="ko-KR" altLang="en-US" sz="1000" dirty="0">
              <a:latin typeface="Arial" panose="020B0604020202020204" pitchFamily="34" charset="0"/>
              <a:ea typeface="KoPubWorld돋움체 Medium" panose="00000600000000000000" pitchFamily="2" charset="-127"/>
              <a:cs typeface="Arial" panose="020B0604020202020204" pitchFamily="34" charset="0"/>
            </a:endParaRPr>
          </a:p>
        </p:txBody>
      </p:sp>
    </p:spTree>
    <p:extLst>
      <p:ext uri="{BB962C8B-B14F-4D97-AF65-F5344CB8AC3E}">
        <p14:creationId xmlns:p14="http://schemas.microsoft.com/office/powerpoint/2010/main" val="1318324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710" y="365127"/>
            <a:ext cx="8539818" cy="1325563"/>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80710" y="1825625"/>
            <a:ext cx="8539818"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680710" y="6356352"/>
            <a:ext cx="2227779" cy="365125"/>
          </a:xfrm>
          <a:prstGeom prst="rect">
            <a:avLst/>
          </a:prstGeom>
        </p:spPr>
        <p:txBody>
          <a:bodyPr vert="horz" lIns="91440" tIns="45720" rIns="91440" bIns="45720" rtlCol="0" anchor="ctr"/>
          <a:lstStyle>
            <a:lvl1pPr algn="l">
              <a:defRPr sz="1200">
                <a:solidFill>
                  <a:schemeClr val="tx1">
                    <a:tint val="75000"/>
                  </a:schemeClr>
                </a:solidFill>
                <a:ea typeface="나눔고딕" panose="020D0604000000000000"/>
              </a:defRPr>
            </a:lvl1pPr>
          </a:lstStyle>
          <a:p>
            <a:fld id="{71AA16C5-5EFC-419A-9909-D2152CA15F8C}" type="datetimeFigureOut">
              <a:rPr lang="ko-KR" altLang="en-US" smtClean="0"/>
              <a:pPr/>
              <a:t>2026-10-20</a:t>
            </a:fld>
            <a:endParaRPr lang="ko-KR" altLang="en-US" dirty="0"/>
          </a:p>
        </p:txBody>
      </p:sp>
      <p:sp>
        <p:nvSpPr>
          <p:cNvPr id="5" name="Footer Placeholder 4"/>
          <p:cNvSpPr>
            <a:spLocks noGrp="1"/>
          </p:cNvSpPr>
          <p:nvPr>
            <p:ph type="ftr" sz="quarter" idx="3"/>
          </p:nvPr>
        </p:nvSpPr>
        <p:spPr>
          <a:xfrm>
            <a:off x="3279785" y="6356352"/>
            <a:ext cx="3341668" cy="365125"/>
          </a:xfrm>
          <a:prstGeom prst="rect">
            <a:avLst/>
          </a:prstGeom>
        </p:spPr>
        <p:txBody>
          <a:bodyPr vert="horz" lIns="91440" tIns="45720" rIns="91440" bIns="45720" rtlCol="0" anchor="ctr"/>
          <a:lstStyle>
            <a:lvl1pPr algn="ctr">
              <a:defRPr sz="1200">
                <a:solidFill>
                  <a:schemeClr val="tx1">
                    <a:tint val="75000"/>
                  </a:schemeClr>
                </a:solidFill>
                <a:ea typeface="나눔고딕" panose="020D0604000000000000"/>
              </a:defRPr>
            </a:lvl1pPr>
          </a:lstStyle>
          <a:p>
            <a:endParaRPr lang="ko-KR" altLang="en-US" dirty="0"/>
          </a:p>
        </p:txBody>
      </p:sp>
      <p:sp>
        <p:nvSpPr>
          <p:cNvPr id="6" name="Slide Number Placeholder 5"/>
          <p:cNvSpPr>
            <a:spLocks noGrp="1"/>
          </p:cNvSpPr>
          <p:nvPr>
            <p:ph type="sldNum" sz="quarter" idx="4"/>
          </p:nvPr>
        </p:nvSpPr>
        <p:spPr>
          <a:xfrm>
            <a:off x="6992749" y="6356352"/>
            <a:ext cx="2227779" cy="365125"/>
          </a:xfrm>
          <a:prstGeom prst="rect">
            <a:avLst/>
          </a:prstGeom>
        </p:spPr>
        <p:txBody>
          <a:bodyPr vert="horz" lIns="91440" tIns="45720" rIns="91440" bIns="45720" rtlCol="0" anchor="ctr"/>
          <a:lstStyle>
            <a:lvl1pPr algn="r">
              <a:defRPr sz="1200">
                <a:solidFill>
                  <a:schemeClr val="tx1">
                    <a:tint val="75000"/>
                  </a:schemeClr>
                </a:solidFill>
                <a:ea typeface="나눔고딕" panose="020D0604000000000000"/>
              </a:defRPr>
            </a:lvl1pPr>
          </a:lstStyle>
          <a:p>
            <a:fld id="{4F5AA2CB-7BB8-469D-BEA9-43D638B43005}" type="slidenum">
              <a:rPr lang="ko-KR" altLang="en-US" smtClean="0"/>
              <a:pPr/>
              <a:t>‹#›</a:t>
            </a:fld>
            <a:endParaRPr lang="ko-KR" altLang="en-US" dirty="0"/>
          </a:p>
        </p:txBody>
      </p:sp>
    </p:spTree>
    <p:extLst>
      <p:ext uri="{BB962C8B-B14F-4D97-AF65-F5344CB8AC3E}">
        <p14:creationId xmlns:p14="http://schemas.microsoft.com/office/powerpoint/2010/main" val="839984480"/>
      </p:ext>
    </p:extLst>
  </p:cSld>
  <p:clrMap bg1="lt1" tx1="dk1" bg2="lt2" tx2="dk2" accent1="accent1" accent2="accent2" accent3="accent3" accent4="accent4" accent5="accent5" accent6="accent6" hlink="hlink" folHlink="folHlink"/>
  <p:sldLayoutIdLst>
    <p:sldLayoutId id="2147483780" r:id="rId1"/>
    <p:sldLayoutId id="2147483782" r:id="rId2"/>
    <p:sldLayoutId id="2147483783" r:id="rId3"/>
    <p:sldLayoutId id="2147483784" r:id="rId4"/>
    <p:sldLayoutId id="2147483786" r:id="rId5"/>
    <p:sldLayoutId id="2147483787" r:id="rId6"/>
    <p:sldLayoutId id="2147483819" r:id="rId7"/>
  </p:sldLayoutIdLst>
  <p:txStyles>
    <p:titleStyle>
      <a:lvl1pPr algn="l" defTabSz="914400" rtl="0" eaLnBrk="1" latinLnBrk="1" hangingPunct="1">
        <a:lnSpc>
          <a:spcPct val="90000"/>
        </a:lnSpc>
        <a:spcBef>
          <a:spcPct val="0"/>
        </a:spcBef>
        <a:buNone/>
        <a:defRPr sz="4400" kern="1200">
          <a:solidFill>
            <a:schemeClr val="tx1"/>
          </a:solidFill>
          <a:latin typeface="+mj-lt"/>
          <a:ea typeface="나눔고딕" panose="020D0604000000000000"/>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나눔고딕" panose="020D0604000000000000"/>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나눔고딕" panose="020D0604000000000000"/>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나눔고딕" panose="020D0604000000000000"/>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나눔고딕" panose="020D0604000000000000"/>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나눔고딕" panose="020D0604000000000000"/>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711" y="365129"/>
            <a:ext cx="8539818" cy="1325563"/>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80711" y="1825625"/>
            <a:ext cx="8539818"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680710" y="6356354"/>
            <a:ext cx="2227779" cy="365125"/>
          </a:xfrm>
          <a:prstGeom prst="rect">
            <a:avLst/>
          </a:prstGeom>
        </p:spPr>
        <p:txBody>
          <a:bodyPr vert="horz" lIns="91440" tIns="45720" rIns="91440" bIns="45720" rtlCol="0" anchor="ctr"/>
          <a:lstStyle>
            <a:lvl1pPr algn="l">
              <a:defRPr sz="1199">
                <a:solidFill>
                  <a:schemeClr val="tx1">
                    <a:tint val="75000"/>
                  </a:schemeClr>
                </a:solidFill>
                <a:ea typeface="나눔고딕" panose="020D0604000000000000"/>
              </a:defRPr>
            </a:lvl1pPr>
          </a:lstStyle>
          <a:p>
            <a:fld id="{71AA16C5-5EFC-419A-9909-D2152CA15F8C}" type="datetimeFigureOut">
              <a:rPr lang="ko-KR" altLang="en-US" smtClean="0"/>
              <a:pPr/>
              <a:t>2026-10-20</a:t>
            </a:fld>
            <a:endParaRPr lang="ko-KR" altLang="en-US" dirty="0"/>
          </a:p>
        </p:txBody>
      </p:sp>
      <p:sp>
        <p:nvSpPr>
          <p:cNvPr id="5" name="Footer Placeholder 4"/>
          <p:cNvSpPr>
            <a:spLocks noGrp="1"/>
          </p:cNvSpPr>
          <p:nvPr>
            <p:ph type="ftr" sz="quarter" idx="3"/>
          </p:nvPr>
        </p:nvSpPr>
        <p:spPr>
          <a:xfrm>
            <a:off x="3279786" y="6356354"/>
            <a:ext cx="3341668" cy="365125"/>
          </a:xfrm>
          <a:prstGeom prst="rect">
            <a:avLst/>
          </a:prstGeom>
        </p:spPr>
        <p:txBody>
          <a:bodyPr vert="horz" lIns="91440" tIns="45720" rIns="91440" bIns="45720" rtlCol="0" anchor="ctr"/>
          <a:lstStyle>
            <a:lvl1pPr algn="ctr">
              <a:defRPr sz="1199">
                <a:solidFill>
                  <a:schemeClr val="tx1">
                    <a:tint val="75000"/>
                  </a:schemeClr>
                </a:solidFill>
                <a:ea typeface="나눔고딕" panose="020D0604000000000000"/>
              </a:defRPr>
            </a:lvl1pPr>
          </a:lstStyle>
          <a:p>
            <a:endParaRPr lang="ko-KR" altLang="en-US" dirty="0"/>
          </a:p>
        </p:txBody>
      </p:sp>
      <p:sp>
        <p:nvSpPr>
          <p:cNvPr id="6" name="Slide Number Placeholder 5"/>
          <p:cNvSpPr>
            <a:spLocks noGrp="1"/>
          </p:cNvSpPr>
          <p:nvPr>
            <p:ph type="sldNum" sz="quarter" idx="4"/>
          </p:nvPr>
        </p:nvSpPr>
        <p:spPr>
          <a:xfrm>
            <a:off x="6992750" y="6356354"/>
            <a:ext cx="2227779" cy="365125"/>
          </a:xfrm>
          <a:prstGeom prst="rect">
            <a:avLst/>
          </a:prstGeom>
        </p:spPr>
        <p:txBody>
          <a:bodyPr vert="horz" lIns="91440" tIns="45720" rIns="91440" bIns="45720" rtlCol="0" anchor="ctr"/>
          <a:lstStyle>
            <a:lvl1pPr algn="r">
              <a:defRPr sz="1199">
                <a:solidFill>
                  <a:schemeClr val="tx1">
                    <a:tint val="75000"/>
                  </a:schemeClr>
                </a:solidFill>
                <a:ea typeface="나눔고딕" panose="020D0604000000000000"/>
              </a:defRPr>
            </a:lvl1pPr>
          </a:lstStyle>
          <a:p>
            <a:fld id="{4F5AA2CB-7BB8-469D-BEA9-43D638B43005}" type="slidenum">
              <a:rPr lang="ko-KR" altLang="en-US" smtClean="0"/>
              <a:pPr/>
              <a:t>‹#›</a:t>
            </a:fld>
            <a:endParaRPr lang="ko-KR" altLang="en-US" dirty="0"/>
          </a:p>
        </p:txBody>
      </p:sp>
    </p:spTree>
    <p:extLst>
      <p:ext uri="{BB962C8B-B14F-4D97-AF65-F5344CB8AC3E}">
        <p14:creationId xmlns:p14="http://schemas.microsoft.com/office/powerpoint/2010/main" val="219977692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Lst>
  <p:txStyles>
    <p:titleStyle>
      <a:lvl1pPr algn="l" defTabSz="913943" rtl="0" eaLnBrk="1" latinLnBrk="1" hangingPunct="1">
        <a:lnSpc>
          <a:spcPct val="90000"/>
        </a:lnSpc>
        <a:spcBef>
          <a:spcPct val="0"/>
        </a:spcBef>
        <a:buNone/>
        <a:defRPr sz="4398" kern="1200">
          <a:solidFill>
            <a:schemeClr val="tx1"/>
          </a:solidFill>
          <a:latin typeface="+mj-lt"/>
          <a:ea typeface="나눔고딕" panose="020D0604000000000000"/>
          <a:cs typeface="+mj-cs"/>
        </a:defRPr>
      </a:lvl1pPr>
    </p:titleStyle>
    <p:bodyStyle>
      <a:lvl1pPr marL="228486" indent="-228486" algn="l" defTabSz="913943" rtl="0" eaLnBrk="1" latinLnBrk="1" hangingPunct="1">
        <a:lnSpc>
          <a:spcPct val="90000"/>
        </a:lnSpc>
        <a:spcBef>
          <a:spcPts val="999"/>
        </a:spcBef>
        <a:buFont typeface="Arial" panose="020B0604020202020204" pitchFamily="34" charset="0"/>
        <a:buChar char="•"/>
        <a:defRPr sz="2799" kern="1200">
          <a:solidFill>
            <a:schemeClr val="tx1"/>
          </a:solidFill>
          <a:latin typeface="+mn-lt"/>
          <a:ea typeface="나눔고딕" panose="020D0604000000000000"/>
          <a:cs typeface="+mn-cs"/>
        </a:defRPr>
      </a:lvl1pPr>
      <a:lvl2pPr marL="685457" indent="-228486" algn="l" defTabSz="913943"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나눔고딕" panose="020D0604000000000000"/>
          <a:cs typeface="+mn-cs"/>
        </a:defRPr>
      </a:lvl2pPr>
      <a:lvl3pPr marL="1142429" indent="-228486" algn="l" defTabSz="913943"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나눔고딕" panose="020D0604000000000000"/>
          <a:cs typeface="+mn-cs"/>
        </a:defRPr>
      </a:lvl3pPr>
      <a:lvl4pPr marL="1599400"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나눔고딕" panose="020D0604000000000000"/>
          <a:cs typeface="+mn-cs"/>
        </a:defRPr>
      </a:lvl4pPr>
      <a:lvl5pPr marL="2056371"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나눔고딕" panose="020D0604000000000000"/>
          <a:cs typeface="+mn-cs"/>
        </a:defRPr>
      </a:lvl5pPr>
      <a:lvl6pPr marL="2513343"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314"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286"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257" indent="-228486" algn="l" defTabSz="913943"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3943" rtl="0" eaLnBrk="1" latinLnBrk="1" hangingPunct="1">
        <a:defRPr sz="1799" kern="1200">
          <a:solidFill>
            <a:schemeClr val="tx1"/>
          </a:solidFill>
          <a:latin typeface="+mn-lt"/>
          <a:ea typeface="+mn-ea"/>
          <a:cs typeface="+mn-cs"/>
        </a:defRPr>
      </a:lvl1pPr>
      <a:lvl2pPr marL="456971" algn="l" defTabSz="913943" rtl="0" eaLnBrk="1" latinLnBrk="1" hangingPunct="1">
        <a:defRPr sz="1799" kern="1200">
          <a:solidFill>
            <a:schemeClr val="tx1"/>
          </a:solidFill>
          <a:latin typeface="+mn-lt"/>
          <a:ea typeface="+mn-ea"/>
          <a:cs typeface="+mn-cs"/>
        </a:defRPr>
      </a:lvl2pPr>
      <a:lvl3pPr marL="913943" algn="l" defTabSz="913943" rtl="0" eaLnBrk="1" latinLnBrk="1" hangingPunct="1">
        <a:defRPr sz="1799" kern="1200">
          <a:solidFill>
            <a:schemeClr val="tx1"/>
          </a:solidFill>
          <a:latin typeface="+mn-lt"/>
          <a:ea typeface="+mn-ea"/>
          <a:cs typeface="+mn-cs"/>
        </a:defRPr>
      </a:lvl3pPr>
      <a:lvl4pPr marL="1370914" algn="l" defTabSz="913943" rtl="0" eaLnBrk="1" latinLnBrk="1" hangingPunct="1">
        <a:defRPr sz="1799" kern="1200">
          <a:solidFill>
            <a:schemeClr val="tx1"/>
          </a:solidFill>
          <a:latin typeface="+mn-lt"/>
          <a:ea typeface="+mn-ea"/>
          <a:cs typeface="+mn-cs"/>
        </a:defRPr>
      </a:lvl4pPr>
      <a:lvl5pPr marL="1827886" algn="l" defTabSz="913943" rtl="0" eaLnBrk="1" latinLnBrk="1" hangingPunct="1">
        <a:defRPr sz="1799" kern="1200">
          <a:solidFill>
            <a:schemeClr val="tx1"/>
          </a:solidFill>
          <a:latin typeface="+mn-lt"/>
          <a:ea typeface="+mn-ea"/>
          <a:cs typeface="+mn-cs"/>
        </a:defRPr>
      </a:lvl5pPr>
      <a:lvl6pPr marL="2284857" algn="l" defTabSz="913943" rtl="0" eaLnBrk="1" latinLnBrk="1" hangingPunct="1">
        <a:defRPr sz="1799" kern="1200">
          <a:solidFill>
            <a:schemeClr val="tx1"/>
          </a:solidFill>
          <a:latin typeface="+mn-lt"/>
          <a:ea typeface="+mn-ea"/>
          <a:cs typeface="+mn-cs"/>
        </a:defRPr>
      </a:lvl6pPr>
      <a:lvl7pPr marL="2741828" algn="l" defTabSz="913943" rtl="0" eaLnBrk="1" latinLnBrk="1" hangingPunct="1">
        <a:defRPr sz="1799" kern="1200">
          <a:solidFill>
            <a:schemeClr val="tx1"/>
          </a:solidFill>
          <a:latin typeface="+mn-lt"/>
          <a:ea typeface="+mn-ea"/>
          <a:cs typeface="+mn-cs"/>
        </a:defRPr>
      </a:lvl7pPr>
      <a:lvl8pPr marL="3198800" algn="l" defTabSz="913943" rtl="0" eaLnBrk="1" latinLnBrk="1" hangingPunct="1">
        <a:defRPr sz="1799" kern="1200">
          <a:solidFill>
            <a:schemeClr val="tx1"/>
          </a:solidFill>
          <a:latin typeface="+mn-lt"/>
          <a:ea typeface="+mn-ea"/>
          <a:cs typeface="+mn-cs"/>
        </a:defRPr>
      </a:lvl8pPr>
      <a:lvl9pPr marL="3655771" algn="l" defTabSz="913943" rtl="0" eaLnBrk="1" latinLnBrk="1" hangingPunct="1">
        <a:defRPr sz="179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0710" y="365127"/>
            <a:ext cx="8539818" cy="1325563"/>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680710" y="1825625"/>
            <a:ext cx="8539818" cy="4351338"/>
          </a:xfrm>
          <a:prstGeom prst="rect">
            <a:avLst/>
          </a:prstGeom>
        </p:spPr>
        <p:txBody>
          <a:bodyPr vert="horz" lIns="91440" tIns="45720" rIns="91440" bIns="45720" rtlCol="0">
            <a:normAutofit/>
          </a:bodyPr>
          <a:lstStyle/>
          <a:p>
            <a:pPr lvl="0"/>
            <a:r>
              <a:rPr lang="ko-KR" altLang="en-US" dirty="0"/>
              <a:t>마스터 텍스트 스타일 편집</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680710" y="6356352"/>
            <a:ext cx="2227779" cy="365125"/>
          </a:xfrm>
          <a:prstGeom prst="rect">
            <a:avLst/>
          </a:prstGeom>
        </p:spPr>
        <p:txBody>
          <a:bodyPr vert="horz" lIns="91440" tIns="45720" rIns="91440" bIns="45720" rtlCol="0" anchor="ctr"/>
          <a:lstStyle>
            <a:lvl1pPr algn="l">
              <a:defRPr sz="1200">
                <a:solidFill>
                  <a:schemeClr val="tx1">
                    <a:tint val="75000"/>
                  </a:schemeClr>
                </a:solidFill>
                <a:ea typeface="나눔고딕" panose="020D0604000000000000"/>
              </a:defRPr>
            </a:lvl1pPr>
          </a:lstStyle>
          <a:p>
            <a:fld id="{71AA16C5-5EFC-419A-9909-D2152CA15F8C}" type="datetimeFigureOut">
              <a:rPr lang="ko-KR" altLang="en-US" smtClean="0"/>
              <a:pPr/>
              <a:t>2026-10-20</a:t>
            </a:fld>
            <a:endParaRPr lang="ko-KR" altLang="en-US" dirty="0"/>
          </a:p>
        </p:txBody>
      </p:sp>
      <p:sp>
        <p:nvSpPr>
          <p:cNvPr id="5" name="Footer Placeholder 4"/>
          <p:cNvSpPr>
            <a:spLocks noGrp="1"/>
          </p:cNvSpPr>
          <p:nvPr>
            <p:ph type="ftr" sz="quarter" idx="3"/>
          </p:nvPr>
        </p:nvSpPr>
        <p:spPr>
          <a:xfrm>
            <a:off x="3279785" y="6356352"/>
            <a:ext cx="3341668" cy="365125"/>
          </a:xfrm>
          <a:prstGeom prst="rect">
            <a:avLst/>
          </a:prstGeom>
        </p:spPr>
        <p:txBody>
          <a:bodyPr vert="horz" lIns="91440" tIns="45720" rIns="91440" bIns="45720" rtlCol="0" anchor="ctr"/>
          <a:lstStyle>
            <a:lvl1pPr algn="ctr">
              <a:defRPr sz="1200">
                <a:solidFill>
                  <a:schemeClr val="tx1">
                    <a:tint val="75000"/>
                  </a:schemeClr>
                </a:solidFill>
                <a:ea typeface="나눔고딕" panose="020D0604000000000000"/>
              </a:defRPr>
            </a:lvl1pPr>
          </a:lstStyle>
          <a:p>
            <a:endParaRPr lang="ko-KR" altLang="en-US" dirty="0"/>
          </a:p>
        </p:txBody>
      </p:sp>
      <p:sp>
        <p:nvSpPr>
          <p:cNvPr id="6" name="Slide Number Placeholder 5"/>
          <p:cNvSpPr>
            <a:spLocks noGrp="1"/>
          </p:cNvSpPr>
          <p:nvPr>
            <p:ph type="sldNum" sz="quarter" idx="4"/>
          </p:nvPr>
        </p:nvSpPr>
        <p:spPr>
          <a:xfrm>
            <a:off x="6992749" y="6356352"/>
            <a:ext cx="2227779" cy="365125"/>
          </a:xfrm>
          <a:prstGeom prst="rect">
            <a:avLst/>
          </a:prstGeom>
        </p:spPr>
        <p:txBody>
          <a:bodyPr vert="horz" lIns="91440" tIns="45720" rIns="91440" bIns="45720" rtlCol="0" anchor="ctr"/>
          <a:lstStyle>
            <a:lvl1pPr algn="r">
              <a:defRPr sz="1200">
                <a:solidFill>
                  <a:schemeClr val="tx1">
                    <a:tint val="75000"/>
                  </a:schemeClr>
                </a:solidFill>
                <a:ea typeface="나눔고딕" panose="020D0604000000000000"/>
              </a:defRPr>
            </a:lvl1pPr>
          </a:lstStyle>
          <a:p>
            <a:fld id="{4F5AA2CB-7BB8-469D-BEA9-43D638B43005}" type="slidenum">
              <a:rPr lang="ko-KR" altLang="en-US" smtClean="0"/>
              <a:pPr/>
              <a:t>‹#›</a:t>
            </a:fld>
            <a:endParaRPr lang="ko-KR" altLang="en-US" dirty="0"/>
          </a:p>
        </p:txBody>
      </p:sp>
    </p:spTree>
    <p:extLst>
      <p:ext uri="{BB962C8B-B14F-4D97-AF65-F5344CB8AC3E}">
        <p14:creationId xmlns:p14="http://schemas.microsoft.com/office/powerpoint/2010/main" val="806298315"/>
      </p:ext>
    </p:extLst>
  </p:cSld>
  <p:clrMap bg1="lt1" tx1="dk1" bg2="lt2" tx2="dk2" accent1="accent1" accent2="accent2" accent3="accent3" accent4="accent4" accent5="accent5" accent6="accent6" hlink="hlink" folHlink="folHlink"/>
  <p:sldLayoutIdLst>
    <p:sldLayoutId id="2147483810" r:id="rId1"/>
    <p:sldLayoutId id="2147483812" r:id="rId2"/>
    <p:sldLayoutId id="2147483813" r:id="rId3"/>
    <p:sldLayoutId id="2147483814" r:id="rId4"/>
    <p:sldLayoutId id="2147483815" r:id="rId5"/>
    <p:sldLayoutId id="2147483816" r:id="rId6"/>
    <p:sldLayoutId id="2147483817" r:id="rId7"/>
    <p:sldLayoutId id="2147483818" r:id="rId8"/>
  </p:sldLayoutIdLst>
  <p:txStyles>
    <p:titleStyle>
      <a:lvl1pPr algn="l" defTabSz="914400" rtl="0" eaLnBrk="1" latinLnBrk="1" hangingPunct="1">
        <a:lnSpc>
          <a:spcPct val="90000"/>
        </a:lnSpc>
        <a:spcBef>
          <a:spcPct val="0"/>
        </a:spcBef>
        <a:buNone/>
        <a:defRPr sz="4400" kern="1200">
          <a:solidFill>
            <a:schemeClr val="tx1"/>
          </a:solidFill>
          <a:latin typeface="+mj-lt"/>
          <a:ea typeface="나눔고딕" panose="020D0604000000000000"/>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나눔고딕" panose="020D0604000000000000"/>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나눔고딕" panose="020D0604000000000000"/>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나눔고딕" panose="020D0604000000000000"/>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나눔고딕" panose="020D0604000000000000"/>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나눔고딕" panose="020D0604000000000000"/>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emf"/><Relationship Id="rId2" Type="http://schemas.openxmlformats.org/officeDocument/2006/relationships/notesSlide" Target="../notesSlides/notesSlide2.xml"/><Relationship Id="rId16"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13.JPG"/><Relationship Id="rId11" Type="http://schemas.openxmlformats.org/officeDocument/2006/relationships/image" Target="../media/image18.jpe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jpeg"/><Relationship Id="rId4" Type="http://schemas.openxmlformats.org/officeDocument/2006/relationships/image" Target="../media/image11.emf"/><Relationship Id="rId9" Type="http://schemas.openxmlformats.org/officeDocument/2006/relationships/image" Target="../media/image16.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1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p:grpSpPr>
      <p:sp>
        <p:nvSpPr>
          <p:cNvPr id="9" name="slide-title">
            <a:extLst>
              <a:ext uri="{FF2B5EF4-FFF2-40B4-BE49-F238E27FC236}">
                <a16:creationId xmlns:a16="http://schemas.microsoft.com/office/drawing/2014/main" id="{3F9AE6AF-DC55-4CCE-87F2-B0234C3FDE02}"/>
              </a:ext>
            </a:extLst>
          </p:cNvPr>
          <p:cNvSpPr>
            <a:spLocks noGrp="1"/>
          </p:cNvSpPr>
          <p:nvPr/>
        </p:nvSpPr>
        <p:spPr>
          <a:xfrm>
            <a:off x="259080" y="142875"/>
            <a:ext cx="7162800" cy="304800"/>
          </a:xfrm>
          <a:prstGeom prst="rect">
            <a:avLst/>
          </a:prstGeom>
          <a:noFill/>
          <a:ln w="0">
            <a:noFill/>
          </a:ln>
        </p:spPr>
        <p:txBody>
          <a:bodyPr wrap="none" lIns="0" tIns="0" rIns="0" bIns="0" anchor="ctr">
            <a:noAutofit/>
          </a:bodyPr>
          <a:lstStyle>
            <a:defPPr algn="l">
              <a:defRPr sz="1920" b="1">
                <a:solidFill>
                  <a:srgbClr val="000000"/>
                </a:solidFill>
                <a:latin typeface="맑은 고딕"/>
                <a:ea typeface="맑은 고딕"/>
                <a:cs typeface="맑은 고딕"/>
              </a:defRPr>
            </a:defPPr>
            <a:lvl1pPr algn="l">
              <a:defRPr sz="1920" b="1">
                <a:solidFill>
                  <a:srgbClr val="000000"/>
                </a:solidFill>
                <a:latin typeface="맑은 고딕"/>
                <a:ea typeface="맑은 고딕"/>
                <a:cs typeface="맑은 고딕"/>
              </a:defRPr>
            </a:lvl1pPr>
            <a:lvl2pPr algn="l">
              <a:defRPr sz="1920" b="1">
                <a:solidFill>
                  <a:srgbClr val="000000"/>
                </a:solidFill>
                <a:latin typeface="맑은 고딕"/>
                <a:ea typeface="맑은 고딕"/>
                <a:cs typeface="맑은 고딕"/>
              </a:defRPr>
            </a:lvl2pPr>
            <a:lvl3pPr algn="l">
              <a:defRPr sz="1920" b="1">
                <a:solidFill>
                  <a:srgbClr val="000000"/>
                </a:solidFill>
                <a:latin typeface="맑은 고딕"/>
                <a:ea typeface="맑은 고딕"/>
                <a:cs typeface="맑은 고딕"/>
              </a:defRPr>
            </a:lvl3pPr>
            <a:lvl4pPr algn="l">
              <a:defRPr sz="1920" b="1">
                <a:solidFill>
                  <a:srgbClr val="000000"/>
                </a:solidFill>
                <a:latin typeface="맑은 고딕"/>
                <a:ea typeface="맑은 고딕"/>
                <a:cs typeface="맑은 고딕"/>
              </a:defRPr>
            </a:lvl4pPr>
            <a:lvl5pPr algn="l">
              <a:defRPr sz="1920" b="1">
                <a:solidFill>
                  <a:srgbClr val="000000"/>
                </a:solidFill>
                <a:latin typeface="맑은 고딕"/>
                <a:ea typeface="맑은 고딕"/>
                <a:cs typeface="맑은 고딕"/>
              </a:defRPr>
            </a:lvl5pPr>
            <a:lvl6pPr algn="l">
              <a:defRPr sz="1920" b="1">
                <a:solidFill>
                  <a:srgbClr val="000000"/>
                </a:solidFill>
                <a:latin typeface="맑은 고딕"/>
                <a:ea typeface="맑은 고딕"/>
                <a:cs typeface="맑은 고딕"/>
              </a:defRPr>
            </a:lvl6pPr>
            <a:lvl7pPr algn="l">
              <a:defRPr sz="1920" b="1">
                <a:solidFill>
                  <a:srgbClr val="000000"/>
                </a:solidFill>
                <a:latin typeface="맑은 고딕"/>
                <a:ea typeface="맑은 고딕"/>
                <a:cs typeface="맑은 고딕"/>
              </a:defRPr>
            </a:lvl7pPr>
            <a:lvl8pPr algn="l">
              <a:defRPr sz="1920" b="1">
                <a:solidFill>
                  <a:srgbClr val="000000"/>
                </a:solidFill>
                <a:latin typeface="맑은 고딕"/>
                <a:ea typeface="맑은 고딕"/>
                <a:cs typeface="맑은 고딕"/>
              </a:defRPr>
            </a:lvl8pPr>
            <a:lvl9pPr algn="l">
              <a:defRPr sz="1920" b="1">
                <a:solidFill>
                  <a:srgbClr val="000000"/>
                </a:solidFill>
                <a:latin typeface="맑은 고딕"/>
                <a:ea typeface="맑은 고딕"/>
                <a:cs typeface="맑은 고딕"/>
              </a:defRPr>
            </a:lvl9pPr>
          </a:lstStyle>
          <a:p>
            <a:pPr algn="l">
              <a:defRPr sz="1920" b="1">
                <a:solidFill>
                  <a:srgbClr val="000000"/>
                </a:solidFill>
                <a:latin typeface="맑은 고딕"/>
                <a:ea typeface="맑은 고딕"/>
                <a:cs typeface="맑은 고딕"/>
              </a:defRPr>
            </a:pPr>
            <a:r>
              <a:rPr sz="1920" b="1">
                <a:solidFill>
                  <a:srgbClr val="000000"/>
                </a:solidFill>
                <a:latin typeface="맑은 고딕"/>
                <a:ea typeface="맑은 고딕"/>
                <a:cs typeface="맑은 고딕"/>
              </a:rPr>
              <a:t>1. 독립형 UI Rack 구성 제안</a:t>
            </a:r>
          </a:p>
        </p:txBody>
      </p:sp>
      <p:sp>
        <p:nvSpPr>
          <p:cNvPr id="2" name="main-message">
            <a:extLst>
              <a:ext uri="{FF2B5EF4-FFF2-40B4-BE49-F238E27FC236}">
                <a16:creationId xmlns:a16="http://schemas.microsoft.com/office/drawing/2014/main" id="{C4C2E341-47D2-43F1-8E69-1FA4A94A15A9}"/>
              </a:ext>
            </a:extLst>
          </p:cNvPr>
          <p:cNvSpPr>
            <a:spLocks noGrp="1"/>
          </p:cNvSpPr>
          <p:nvPr/>
        </p:nvSpPr>
        <p:spPr>
          <a:xfrm>
            <a:off x="259080" y="819150"/>
            <a:ext cx="9382125" cy="314325"/>
          </a:xfrm>
          <a:prstGeom prst="rect">
            <a:avLst/>
          </a:prstGeom>
          <a:noFill/>
          <a:ln w="0">
            <a:noFill/>
          </a:ln>
        </p:spPr>
        <p:txBody>
          <a:bodyPr wrap="none" lIns="0" tIns="0" rIns="0" bIns="0" anchor="ctr">
            <a:noAutofit/>
          </a:bodyPr>
          <a:lstStyle>
            <a:defPPr algn="l">
              <a:defRPr sz="1800" b="1">
                <a:solidFill>
                  <a:srgbClr val="004A87"/>
                </a:solidFill>
                <a:latin typeface="맑은 고딕"/>
                <a:ea typeface="맑은 고딕"/>
                <a:cs typeface="맑은 고딕"/>
              </a:defRPr>
            </a:defPPr>
            <a:lvl1pPr algn="l">
              <a:defRPr sz="1800" b="1">
                <a:solidFill>
                  <a:srgbClr val="004A87"/>
                </a:solidFill>
                <a:latin typeface="맑은 고딕"/>
                <a:ea typeface="맑은 고딕"/>
                <a:cs typeface="맑은 고딕"/>
              </a:defRPr>
            </a:lvl1pPr>
            <a:lvl2pPr algn="l">
              <a:defRPr sz="1800" b="1">
                <a:solidFill>
                  <a:srgbClr val="004A87"/>
                </a:solidFill>
                <a:latin typeface="맑은 고딕"/>
                <a:ea typeface="맑은 고딕"/>
                <a:cs typeface="맑은 고딕"/>
              </a:defRPr>
            </a:lvl2pPr>
            <a:lvl3pPr algn="l">
              <a:defRPr sz="1800" b="1">
                <a:solidFill>
                  <a:srgbClr val="004A87"/>
                </a:solidFill>
                <a:latin typeface="맑은 고딕"/>
                <a:ea typeface="맑은 고딕"/>
                <a:cs typeface="맑은 고딕"/>
              </a:defRPr>
            </a:lvl3pPr>
            <a:lvl4pPr algn="l">
              <a:defRPr sz="1800" b="1">
                <a:solidFill>
                  <a:srgbClr val="004A87"/>
                </a:solidFill>
                <a:latin typeface="맑은 고딕"/>
                <a:ea typeface="맑은 고딕"/>
                <a:cs typeface="맑은 고딕"/>
              </a:defRPr>
            </a:lvl4pPr>
            <a:lvl5pPr algn="l">
              <a:defRPr sz="1800" b="1">
                <a:solidFill>
                  <a:srgbClr val="004A87"/>
                </a:solidFill>
                <a:latin typeface="맑은 고딕"/>
                <a:ea typeface="맑은 고딕"/>
                <a:cs typeface="맑은 고딕"/>
              </a:defRPr>
            </a:lvl5pPr>
            <a:lvl6pPr algn="l">
              <a:defRPr sz="1800" b="1">
                <a:solidFill>
                  <a:srgbClr val="004A87"/>
                </a:solidFill>
                <a:latin typeface="맑은 고딕"/>
                <a:ea typeface="맑은 고딕"/>
                <a:cs typeface="맑은 고딕"/>
              </a:defRPr>
            </a:lvl6pPr>
            <a:lvl7pPr algn="l">
              <a:defRPr sz="1800" b="1">
                <a:solidFill>
                  <a:srgbClr val="004A87"/>
                </a:solidFill>
                <a:latin typeface="맑은 고딕"/>
                <a:ea typeface="맑은 고딕"/>
                <a:cs typeface="맑은 고딕"/>
              </a:defRPr>
            </a:lvl7pPr>
            <a:lvl8pPr algn="l">
              <a:defRPr sz="1800" b="1">
                <a:solidFill>
                  <a:srgbClr val="004A87"/>
                </a:solidFill>
                <a:latin typeface="맑은 고딕"/>
                <a:ea typeface="맑은 고딕"/>
                <a:cs typeface="맑은 고딕"/>
              </a:defRPr>
            </a:lvl8pPr>
            <a:lvl9pPr algn="l">
              <a:defRPr sz="1800" b="1">
                <a:solidFill>
                  <a:srgbClr val="004A87"/>
                </a:solidFill>
                <a:latin typeface="맑은 고딕"/>
                <a:ea typeface="맑은 고딕"/>
                <a:cs typeface="맑은 고딕"/>
              </a:defRPr>
            </a:lvl9pPr>
          </a:lstStyle>
          <a:p>
            <a:pPr algn="l">
              <a:defRPr sz="1800" b="1">
                <a:solidFill>
                  <a:srgbClr val="004A87"/>
                </a:solidFill>
                <a:latin typeface="맑은 고딕"/>
                <a:ea typeface="맑은 고딕"/>
                <a:cs typeface="맑은 고딕"/>
              </a:defRPr>
            </a:pPr>
            <a:r>
              <a:rPr sz="1800" b="1">
                <a:solidFill>
                  <a:srgbClr val="004A87"/>
                </a:solidFill>
                <a:latin typeface="맑은 고딕"/>
                <a:ea typeface="맑은 고딕"/>
                <a:cs typeface="맑은 고딕"/>
              </a:rPr>
              <a:t>조작 공간을 확보하고 정비 간섭·층간 이동 최소화</a:t>
            </a:r>
          </a:p>
        </p:txBody>
      </p:sp>
      <p:sp>
        <p:nvSpPr>
          <p:cNvPr id="3" name="common-premise">
            <a:extLst>
              <a:ext uri="{FF2B5EF4-FFF2-40B4-BE49-F238E27FC236}">
                <a16:creationId xmlns:a16="http://schemas.microsoft.com/office/drawing/2014/main" id="{32F65FD0-AD1C-4DA8-94F1-1E747A9BE2F8}"/>
              </a:ext>
            </a:extLst>
          </p:cNvPr>
          <p:cNvSpPr>
            <a:spLocks noGrp="1"/>
          </p:cNvSpPr>
          <p:nvPr/>
        </p:nvSpPr>
        <p:spPr>
          <a:xfrm>
            <a:off x="259080" y="1181100"/>
            <a:ext cx="9382125" cy="247650"/>
          </a:xfrm>
          <a:prstGeom prst="rect">
            <a:avLst/>
          </a:prstGeom>
          <a:noFill/>
          <a:ln w="0">
            <a:noFill/>
          </a:ln>
        </p:spPr>
        <p:txBody>
          <a:bodyPr wrap="none" lIns="0" tIns="0" rIns="0" bIns="0" anchor="ctr">
            <a:noAutofit/>
          </a:bodyPr>
          <a:lstStyle>
            <a:defPPr algn="l">
              <a:defRPr sz="1350" b="0">
                <a:solidFill>
                  <a:srgbClr val="434343"/>
                </a:solidFill>
                <a:latin typeface="맑은 고딕"/>
                <a:ea typeface="맑은 고딕"/>
                <a:cs typeface="맑은 고딕"/>
              </a:defRPr>
            </a:defPPr>
            <a:lvl1pPr algn="l">
              <a:defRPr sz="1350" b="0">
                <a:solidFill>
                  <a:srgbClr val="434343"/>
                </a:solidFill>
                <a:latin typeface="맑은 고딕"/>
                <a:ea typeface="맑은 고딕"/>
                <a:cs typeface="맑은 고딕"/>
              </a:defRPr>
            </a:lvl1pPr>
            <a:lvl2pPr algn="l">
              <a:defRPr sz="1350" b="0">
                <a:solidFill>
                  <a:srgbClr val="434343"/>
                </a:solidFill>
                <a:latin typeface="맑은 고딕"/>
                <a:ea typeface="맑은 고딕"/>
                <a:cs typeface="맑은 고딕"/>
              </a:defRPr>
            </a:lvl2pPr>
            <a:lvl3pPr algn="l">
              <a:defRPr sz="1350" b="0">
                <a:solidFill>
                  <a:srgbClr val="434343"/>
                </a:solidFill>
                <a:latin typeface="맑은 고딕"/>
                <a:ea typeface="맑은 고딕"/>
                <a:cs typeface="맑은 고딕"/>
              </a:defRPr>
            </a:lvl3pPr>
            <a:lvl4pPr algn="l">
              <a:defRPr sz="1350" b="0">
                <a:solidFill>
                  <a:srgbClr val="434343"/>
                </a:solidFill>
                <a:latin typeface="맑은 고딕"/>
                <a:ea typeface="맑은 고딕"/>
                <a:cs typeface="맑은 고딕"/>
              </a:defRPr>
            </a:lvl4pPr>
            <a:lvl5pPr algn="l">
              <a:defRPr sz="1350" b="0">
                <a:solidFill>
                  <a:srgbClr val="434343"/>
                </a:solidFill>
                <a:latin typeface="맑은 고딕"/>
                <a:ea typeface="맑은 고딕"/>
                <a:cs typeface="맑은 고딕"/>
              </a:defRPr>
            </a:lvl5pPr>
            <a:lvl6pPr algn="l">
              <a:defRPr sz="1350" b="0">
                <a:solidFill>
                  <a:srgbClr val="434343"/>
                </a:solidFill>
                <a:latin typeface="맑은 고딕"/>
                <a:ea typeface="맑은 고딕"/>
                <a:cs typeface="맑은 고딕"/>
              </a:defRPr>
            </a:lvl6pPr>
            <a:lvl7pPr algn="l">
              <a:defRPr sz="1350" b="0">
                <a:solidFill>
                  <a:srgbClr val="434343"/>
                </a:solidFill>
                <a:latin typeface="맑은 고딕"/>
                <a:ea typeface="맑은 고딕"/>
                <a:cs typeface="맑은 고딕"/>
              </a:defRPr>
            </a:lvl7pPr>
            <a:lvl8pPr algn="l">
              <a:defRPr sz="1350" b="0">
                <a:solidFill>
                  <a:srgbClr val="434343"/>
                </a:solidFill>
                <a:latin typeface="맑은 고딕"/>
                <a:ea typeface="맑은 고딕"/>
                <a:cs typeface="맑은 고딕"/>
              </a:defRPr>
            </a:lvl8pPr>
            <a:lvl9pPr algn="l">
              <a:defRPr sz="1350" b="0">
                <a:solidFill>
                  <a:srgbClr val="434343"/>
                </a:solidFill>
                <a:latin typeface="맑은 고딕"/>
                <a:ea typeface="맑은 고딕"/>
                <a:cs typeface="맑은 고딕"/>
              </a:defRPr>
            </a:lvl9pPr>
          </a:lstStyle>
          <a:p>
            <a:pPr algn="l">
              <a:defRPr sz="1350" b="0">
                <a:solidFill>
                  <a:srgbClr val="434343"/>
                </a:solidFill>
                <a:latin typeface="맑은 고딕"/>
                <a:ea typeface="맑은 고딕"/>
                <a:cs typeface="맑은 고딕"/>
              </a:defRPr>
            </a:pPr>
            <a:r>
              <a:rPr sz="1350" b="0">
                <a:solidFill>
                  <a:srgbClr val="434343"/>
                </a:solidFill>
                <a:latin typeface="맑은 고딕"/>
                <a:ea typeface="맑은 고딕"/>
                <a:cs typeface="맑은 고딕"/>
              </a:rPr>
              <a:t>1·2안 공통: 설비와 독립된 동일 층 Rack에 PC·조작부 집약</a:t>
            </a:r>
          </a:p>
        </p:txBody>
      </p:sp>
      <p:graphicFrame>
        <p:nvGraphicFramePr>
          <p:cNvPr id="4" name="option-comparison">
            <a:extLst>
              <a:ext uri="{FF2B5EF4-FFF2-40B4-BE49-F238E27FC236}">
                <a16:creationId xmlns:a16="http://schemas.microsoft.com/office/drawing/2014/main" id="{23F133F8-A6A5-4653-851E-0ACBD29575B1}"/>
              </a:ext>
            </a:extLst>
          </p:cNvPr>
          <p:cNvGraphicFramePr/>
          <p:nvPr/>
        </p:nvGraphicFramePr>
        <p:xfrm>
          <a:off x="259080" y="1562100"/>
          <a:ext cx="9382125" cy="1571625"/>
        </p:xfrm>
        <a:graphic>
          <a:graphicData uri="http://schemas.openxmlformats.org/drawingml/2006/table">
            <a:tbl>
              <a:tblPr firstRow="0" firstCol="0" bandRow="0"/>
              <a:tblGrid>
                <a:gridCol w="1095375"/>
                <a:gridCol w="4143375"/>
                <a:gridCol w="4143375"/>
              </a:tblGrid>
              <a:tr h="323850">
                <a:tc>
                  <a:txBody>
                    <a:bodyPr wrap="square" lIns="123825" tIns="47625" rIns="104775" bIns="47625">
                      <a:noAutofit/>
                    </a:bodyPr>
                    <a:lstStyle/>
                    <a:p>
                      <a:pPr algn="ctr">
                        <a:lnSpc>
                          <a:spcPct val="105000"/>
                        </a:lnSpc>
                        <a:buNone/>
                      </a:pPr>
                      <a:r>
                        <a:rPr sz="1425" b="1">
                          <a:solidFill>
                            <a:srgbClr val="FFFFFF"/>
                          </a:solidFill>
                          <a:latin typeface="맑은 고딕"/>
                          <a:ea typeface="맑은 고딕"/>
                          <a:cs typeface="맑은 고딕"/>
                        </a:rPr>
                        <a:t>구성안</a:t>
                      </a:r>
                    </a:p>
                  </a:txBody>
                  <a:tcPr marL="91440" marR="91440" marT="45720" marB="45720" anchor="ctr">
                    <a:lnL w="6668">
                      <a:solidFill>
                        <a:srgbClr val="D2D6DA"/>
                      </a:solidFill>
                      <a:prstDash val="solid"/>
                    </a:lnL>
                    <a:lnR w="6668">
                      <a:solidFill>
                        <a:srgbClr val="D2D6DA"/>
                      </a:solidFill>
                      <a:prstDash val="solid"/>
                    </a:lnR>
                    <a:lnT w="6668">
                      <a:solidFill>
                        <a:srgbClr val="D2D6DA"/>
                      </a:solidFill>
                      <a:prstDash val="solid"/>
                    </a:lnT>
                    <a:lnB w="6668">
                      <a:solidFill>
                        <a:srgbClr val="D2D6DA"/>
                      </a:solidFill>
                      <a:prstDash val="solid"/>
                    </a:lnB>
                    <a:solidFill>
                      <a:srgbClr val="404040"/>
                    </a:solidFill>
                  </a:tcPr>
                </a:tc>
                <a:tc>
                  <a:txBody>
                    <a:bodyPr wrap="square" lIns="123825" tIns="47625" rIns="104775" bIns="47625">
                      <a:noAutofit/>
                    </a:bodyPr>
                    <a:lstStyle/>
                    <a:p>
                      <a:pPr algn="l">
                        <a:lnSpc>
                          <a:spcPct val="105000"/>
                        </a:lnSpc>
                        <a:buNone/>
                      </a:pPr>
                      <a:r>
                        <a:rPr sz="1425" b="1">
                          <a:solidFill>
                            <a:srgbClr val="FFFFFF"/>
                          </a:solidFill>
                          <a:latin typeface="맑은 고딕"/>
                          <a:ea typeface="맑은 고딕"/>
                          <a:cs typeface="맑은 고딕"/>
                        </a:rPr>
                        <a:t>Option 1   동시 확인 중점</a:t>
                      </a:r>
                    </a:p>
                  </a:txBody>
                  <a:tcPr marL="91440" marR="91440" marT="45720" marB="45720" anchor="ctr">
                    <a:lnR w="6668">
                      <a:solidFill>
                        <a:srgbClr val="D2D6DA"/>
                      </a:solidFill>
                      <a:prstDash val="solid"/>
                    </a:lnR>
                    <a:lnT w="6668">
                      <a:solidFill>
                        <a:srgbClr val="D2D6DA"/>
                      </a:solidFill>
                      <a:prstDash val="solid"/>
                    </a:lnT>
                    <a:lnB w="6668">
                      <a:solidFill>
                        <a:srgbClr val="D2D6DA"/>
                      </a:solidFill>
                      <a:prstDash val="solid"/>
                    </a:lnB>
                    <a:solidFill>
                      <a:srgbClr val="004A87"/>
                    </a:solidFill>
                  </a:tcPr>
                </a:tc>
                <a:tc>
                  <a:txBody>
                    <a:bodyPr wrap="square" lIns="123825" tIns="47625" rIns="104775" bIns="47625">
                      <a:noAutofit/>
                    </a:bodyPr>
                    <a:lstStyle/>
                    <a:p>
                      <a:pPr algn="l">
                        <a:lnSpc>
                          <a:spcPct val="105000"/>
                        </a:lnSpc>
                        <a:buNone/>
                      </a:pPr>
                      <a:r>
                        <a:rPr sz="1425" b="1">
                          <a:solidFill>
                            <a:srgbClr val="FFFFFF"/>
                          </a:solidFill>
                          <a:latin typeface="맑은 고딕"/>
                          <a:ea typeface="맑은 고딕"/>
                          <a:cs typeface="맑은 고딕"/>
                        </a:rPr>
                        <a:t>Option 2   공간 효율 중점</a:t>
                      </a:r>
                    </a:p>
                  </a:txBody>
                  <a:tcPr marL="91440" marR="91440" marT="45720" marB="45720" anchor="ctr">
                    <a:lnR w="6668">
                      <a:solidFill>
                        <a:srgbClr val="D2D6DA"/>
                      </a:solidFill>
                      <a:prstDash val="solid"/>
                    </a:lnR>
                    <a:lnT w="6668">
                      <a:solidFill>
                        <a:srgbClr val="D2D6DA"/>
                      </a:solidFill>
                      <a:prstDash val="solid"/>
                    </a:lnT>
                    <a:lnB w="6668">
                      <a:solidFill>
                        <a:srgbClr val="D2D6DA"/>
                      </a:solidFill>
                      <a:prstDash val="solid"/>
                    </a:lnB>
                    <a:solidFill>
                      <a:srgbClr val="004A87"/>
                    </a:solidFill>
                  </a:tcPr>
                </a:tc>
              </a:tr>
              <a:tr h="733425">
                <a:tc>
                  <a:txBody>
                    <a:bodyPr wrap="square" lIns="123825" tIns="47625" rIns="104775" bIns="47625">
                      <a:noAutofit/>
                    </a:bodyPr>
                    <a:lstStyle/>
                    <a:p>
                      <a:pPr algn="ctr">
                        <a:lnSpc>
                          <a:spcPct val="105000"/>
                        </a:lnSpc>
                        <a:buNone/>
                      </a:pPr>
                      <a:r>
                        <a:rPr sz="1365" b="1">
                          <a:solidFill>
                            <a:srgbClr val="202020"/>
                          </a:solidFill>
                          <a:latin typeface="맑은 고딕"/>
                          <a:ea typeface="맑은 고딕"/>
                          <a:cs typeface="맑은 고딕"/>
                        </a:rPr>
                        <a:t>규격·수량</a:t>
                      </a:r>
                    </a:p>
                  </a:txBody>
                  <a:tcPr marL="91440" marR="91440" marT="45720" marB="45720" anchor="ctr">
                    <a:lnL w="6668">
                      <a:solidFill>
                        <a:srgbClr val="D2D6DA"/>
                      </a:solidFill>
                      <a:prstDash val="solid"/>
                    </a:lnL>
                    <a:lnR w="6668">
                      <a:solidFill>
                        <a:srgbClr val="D2D6DA"/>
                      </a:solidFill>
                      <a:prstDash val="solid"/>
                    </a:lnR>
                    <a:lnB w="6668">
                      <a:solidFill>
                        <a:srgbClr val="D2D6DA"/>
                      </a:solidFill>
                      <a:prstDash val="solid"/>
                    </a:lnB>
                    <a:solidFill>
                      <a:srgbClr val="F1F3F5"/>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1,500 × 900 mm (W×D)</a:t>
                      </a:r>
                    </a:p>
                    <a:p>
                      <a:pPr algn="l">
                        <a:lnSpc>
                          <a:spcPct val="105000"/>
                        </a:lnSpc>
                        <a:buNone/>
                      </a:pPr>
                      <a:r>
                        <a:rPr sz="1365" b="0">
                          <a:solidFill>
                            <a:srgbClr val="202020"/>
                          </a:solidFill>
                          <a:latin typeface="맑은 고딕"/>
                          <a:ea typeface="맑은 고딕"/>
                          <a:cs typeface="맑은 고딕"/>
                        </a:rPr>
                        <a:t>PC 6대 / KVM 4대</a:t>
                      </a:r>
                    </a:p>
                    <a:p>
                      <a:pPr algn="l">
                        <a:lnSpc>
                          <a:spcPct val="105000"/>
                        </a:lnSpc>
                        <a:buNone/>
                      </a:pPr>
                      <a:r>
                        <a:rPr sz="1365" b="0">
                          <a:solidFill>
                            <a:srgbClr val="202020"/>
                          </a:solidFill>
                          <a:latin typeface="맑은 고딕"/>
                          <a:ea typeface="맑은 고딕"/>
                          <a:cs typeface="맑은 고딕"/>
                        </a:rPr>
                        <a:t>모니터 4대 + CCTV 1대</a:t>
                      </a:r>
                    </a:p>
                  </a:txBody>
                  <a:tcPr marL="91440" marR="91440" marT="45720" marB="45720" anchor="ctr">
                    <a:lnR w="6668">
                      <a:solidFill>
                        <a:srgbClr val="D2D6DA"/>
                      </a:solidFill>
                      <a:prstDash val="solid"/>
                    </a:lnR>
                    <a:lnB w="6668">
                      <a:solidFill>
                        <a:srgbClr val="D2D6DA"/>
                      </a:solidFill>
                      <a:prstDash val="solid"/>
                    </a:lnB>
                    <a:solidFill>
                      <a:srgbClr val="FFFFFF"/>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900 × 900 mm (W×D)</a:t>
                      </a:r>
                    </a:p>
                    <a:p>
                      <a:pPr algn="l">
                        <a:lnSpc>
                          <a:spcPct val="105000"/>
                        </a:lnSpc>
                        <a:buNone/>
                      </a:pPr>
                      <a:r>
                        <a:rPr sz="1365" b="0">
                          <a:solidFill>
                            <a:srgbClr val="202020"/>
                          </a:solidFill>
                          <a:latin typeface="맑은 고딕"/>
                          <a:ea typeface="맑은 고딕"/>
                          <a:cs typeface="맑은 고딕"/>
                        </a:rPr>
                        <a:t>PC 3대 / KVM 2대</a:t>
                      </a:r>
                    </a:p>
                    <a:p>
                      <a:pPr algn="l">
                        <a:lnSpc>
                          <a:spcPct val="105000"/>
                        </a:lnSpc>
                        <a:buNone/>
                      </a:pPr>
                      <a:r>
                        <a:rPr sz="1365" b="0">
                          <a:solidFill>
                            <a:srgbClr val="202020"/>
                          </a:solidFill>
                          <a:latin typeface="맑은 고딕"/>
                          <a:ea typeface="맑은 고딕"/>
                          <a:cs typeface="맑은 고딕"/>
                        </a:rPr>
                        <a:t>모니터 2대 + CCTV 1대</a:t>
                      </a:r>
                    </a:p>
                  </a:txBody>
                  <a:tcPr marL="91440" marR="91440" marT="45720" marB="45720" anchor="ctr">
                    <a:lnR w="6668">
                      <a:solidFill>
                        <a:srgbClr val="D2D6DA"/>
                      </a:solidFill>
                      <a:prstDash val="solid"/>
                    </a:lnR>
                    <a:lnB w="6668">
                      <a:solidFill>
                        <a:srgbClr val="D2D6DA"/>
                      </a:solidFill>
                      <a:prstDash val="solid"/>
                    </a:lnB>
                    <a:solidFill>
                      <a:srgbClr val="FFFFFF"/>
                    </a:solidFill>
                  </a:tcPr>
                </a:tc>
              </a:tr>
              <a:tr h="514350">
                <a:tc>
                  <a:txBody>
                    <a:bodyPr wrap="square" lIns="123825" tIns="47625" rIns="104775" bIns="47625">
                      <a:noAutofit/>
                    </a:bodyPr>
                    <a:lstStyle/>
                    <a:p>
                      <a:pPr algn="ctr">
                        <a:lnSpc>
                          <a:spcPct val="105000"/>
                        </a:lnSpc>
                        <a:buNone/>
                      </a:pPr>
                      <a:r>
                        <a:rPr sz="1365" b="1">
                          <a:solidFill>
                            <a:srgbClr val="202020"/>
                          </a:solidFill>
                          <a:latin typeface="맑은 고딕"/>
                          <a:ea typeface="맑은 고딕"/>
                          <a:cs typeface="맑은 고딕"/>
                        </a:rPr>
                        <a:t>적용 취지</a:t>
                      </a:r>
                    </a:p>
                  </a:txBody>
                  <a:tcPr marL="91440" marR="91440" marT="45720" marB="45720" anchor="ctr">
                    <a:lnL w="6668">
                      <a:solidFill>
                        <a:srgbClr val="D2D6DA"/>
                      </a:solidFill>
                      <a:prstDash val="solid"/>
                    </a:lnL>
                    <a:lnR w="6668">
                      <a:solidFill>
                        <a:srgbClr val="D2D6DA"/>
                      </a:solidFill>
                      <a:prstDash val="solid"/>
                    </a:lnR>
                    <a:lnB w="6668">
                      <a:solidFill>
                        <a:srgbClr val="D2D6DA"/>
                      </a:solidFill>
                      <a:prstDash val="solid"/>
                    </a:lnB>
                    <a:solidFill>
                      <a:srgbClr val="F1F3F5"/>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여러 화면 동시 확인</a:t>
                      </a:r>
                    </a:p>
                    <a:p>
                      <a:pPr algn="l">
                        <a:lnSpc>
                          <a:spcPct val="105000"/>
                        </a:lnSpc>
                        <a:buNone/>
                      </a:pPr>
                      <a:r>
                        <a:rPr sz="1365" b="0">
                          <a:solidFill>
                            <a:srgbClr val="202020"/>
                          </a:solidFill>
                          <a:latin typeface="맑은 고딕"/>
                          <a:ea typeface="맑은 고딕"/>
                          <a:cs typeface="맑은 고딕"/>
                        </a:rPr>
                        <a:t>조작·점검 편의 중시</a:t>
                      </a:r>
                    </a:p>
                  </a:txBody>
                  <a:tcPr marL="91440" marR="91440" marT="45720" marB="45720" anchor="ctr">
                    <a:lnR w="6668">
                      <a:solidFill>
                        <a:srgbClr val="D2D6DA"/>
                      </a:solidFill>
                      <a:prstDash val="solid"/>
                    </a:lnR>
                    <a:lnB w="6668">
                      <a:solidFill>
                        <a:srgbClr val="D2D6DA"/>
                      </a:solidFill>
                      <a:prstDash val="solid"/>
                    </a:lnB>
                    <a:solidFill>
                      <a:srgbClr val="FFFFFF"/>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설치 폭 600 mm 축소</a:t>
                      </a:r>
                    </a:p>
                    <a:p>
                      <a:pPr algn="l">
                        <a:lnSpc>
                          <a:spcPct val="105000"/>
                        </a:lnSpc>
                        <a:buNone/>
                      </a:pPr>
                      <a:r>
                        <a:rPr sz="1365" b="0">
                          <a:solidFill>
                            <a:srgbClr val="202020"/>
                          </a:solidFill>
                          <a:latin typeface="맑은 고딕"/>
                          <a:ea typeface="맑은 고딕"/>
                          <a:cs typeface="맑은 고딕"/>
                        </a:rPr>
                        <a:t>공간 제약 대응 중시</a:t>
                      </a:r>
                    </a:p>
                  </a:txBody>
                  <a:tcPr marL="91440" marR="91440" marT="45720" marB="45720" anchor="ctr">
                    <a:lnR w="6668">
                      <a:solidFill>
                        <a:srgbClr val="D2D6DA"/>
                      </a:solidFill>
                      <a:prstDash val="solid"/>
                    </a:lnR>
                    <a:lnB w="6668">
                      <a:solidFill>
                        <a:srgbClr val="D2D6DA"/>
                      </a:solidFill>
                      <a:prstDash val="solid"/>
                    </a:lnB>
                    <a:solidFill>
                      <a:srgbClr val="FFFFFF"/>
                    </a:solidFill>
                  </a:tcPr>
                </a:tc>
              </a:tr>
            </a:tbl>
          </a:graphicData>
        </a:graphic>
      </p:graphicFrame>
      <p:graphicFrame>
        <p:nvGraphicFramePr>
          <p:cNvPr id="5" name="installation-comparison">
            <a:extLst>
              <a:ext uri="{FF2B5EF4-FFF2-40B4-BE49-F238E27FC236}">
                <a16:creationId xmlns:a16="http://schemas.microsoft.com/office/drawing/2014/main" id="{C1D71932-117F-4E1F-B634-1BA7E3FEDCB6}"/>
              </a:ext>
            </a:extLst>
          </p:cNvPr>
          <p:cNvGraphicFramePr/>
          <p:nvPr/>
        </p:nvGraphicFramePr>
        <p:xfrm>
          <a:off x="259080" y="3352800"/>
          <a:ext cx="9382125" cy="1933575"/>
        </p:xfrm>
        <a:graphic>
          <a:graphicData uri="http://schemas.openxmlformats.org/drawingml/2006/table">
            <a:tbl>
              <a:tblPr firstRow="0" firstCol="0" bandRow="0"/>
              <a:tblGrid>
                <a:gridCol w="1095375"/>
                <a:gridCol w="4143375"/>
                <a:gridCol w="4143375"/>
              </a:tblGrid>
              <a:tr h="333375">
                <a:tc>
                  <a:txBody>
                    <a:bodyPr wrap="square" lIns="123825" tIns="47625" rIns="104775" bIns="47625">
                      <a:noAutofit/>
                    </a:bodyPr>
                    <a:lstStyle/>
                    <a:p>
                      <a:pPr algn="ctr">
                        <a:lnSpc>
                          <a:spcPct val="105000"/>
                        </a:lnSpc>
                        <a:buNone/>
                      </a:pPr>
                      <a:r>
                        <a:rPr sz="1425" b="1">
                          <a:solidFill>
                            <a:srgbClr val="FFFFFF"/>
                          </a:solidFill>
                          <a:latin typeface="맑은 고딕"/>
                          <a:ea typeface="맑은 고딕"/>
                          <a:cs typeface="맑은 고딕"/>
                        </a:rPr>
                        <a:t>관점</a:t>
                      </a:r>
                    </a:p>
                  </a:txBody>
                  <a:tcPr marL="91440" marR="91440" marT="45720" marB="45720" anchor="ctr">
                    <a:lnL w="6668">
                      <a:solidFill>
                        <a:srgbClr val="D2D6DA"/>
                      </a:solidFill>
                      <a:prstDash val="solid"/>
                    </a:lnL>
                    <a:lnR w="6668">
                      <a:solidFill>
                        <a:srgbClr val="D2D6DA"/>
                      </a:solidFill>
                      <a:prstDash val="solid"/>
                    </a:lnR>
                    <a:lnT w="6668">
                      <a:solidFill>
                        <a:srgbClr val="D2D6DA"/>
                      </a:solidFill>
                      <a:prstDash val="solid"/>
                    </a:lnT>
                    <a:lnB w="6668">
                      <a:solidFill>
                        <a:srgbClr val="D2D6DA"/>
                      </a:solidFill>
                      <a:prstDash val="solid"/>
                    </a:lnB>
                    <a:solidFill>
                      <a:srgbClr val="404040"/>
                    </a:solidFill>
                  </a:tcPr>
                </a:tc>
                <a:tc>
                  <a:txBody>
                    <a:bodyPr wrap="square" lIns="123825" tIns="47625" rIns="104775" bIns="47625">
                      <a:noAutofit/>
                    </a:bodyPr>
                    <a:lstStyle/>
                    <a:p>
                      <a:pPr algn="l">
                        <a:lnSpc>
                          <a:spcPct val="105000"/>
                        </a:lnSpc>
                        <a:buNone/>
                      </a:pPr>
                      <a:r>
                        <a:rPr sz="1425" b="1">
                          <a:solidFill>
                            <a:srgbClr val="FFFFFF"/>
                          </a:solidFill>
                          <a:latin typeface="맑은 고딕"/>
                          <a:ea typeface="맑은 고딕"/>
                          <a:cs typeface="맑은 고딕"/>
                        </a:rPr>
                        <a:t>독립형 UI Rack 적용 이점</a:t>
                      </a:r>
                    </a:p>
                  </a:txBody>
                  <a:tcPr marL="91440" marR="91440" marT="45720" marB="45720" anchor="ctr">
                    <a:lnR w="6668">
                      <a:solidFill>
                        <a:srgbClr val="D2D6DA"/>
                      </a:solidFill>
                      <a:prstDash val="solid"/>
                    </a:lnR>
                    <a:lnT w="6668">
                      <a:solidFill>
                        <a:srgbClr val="D2D6DA"/>
                      </a:solidFill>
                      <a:prstDash val="solid"/>
                    </a:lnT>
                    <a:lnB w="6668">
                      <a:solidFill>
                        <a:srgbClr val="D2D6DA"/>
                      </a:solidFill>
                      <a:prstDash val="solid"/>
                    </a:lnB>
                    <a:solidFill>
                      <a:srgbClr val="404040"/>
                    </a:solidFill>
                  </a:tcPr>
                </a:tc>
                <a:tc>
                  <a:txBody>
                    <a:bodyPr wrap="square" lIns="123825" tIns="47625" rIns="104775" bIns="47625">
                      <a:noAutofit/>
                    </a:bodyPr>
                    <a:lstStyle/>
                    <a:p>
                      <a:pPr algn="l">
                        <a:lnSpc>
                          <a:spcPct val="105000"/>
                        </a:lnSpc>
                        <a:buNone/>
                      </a:pPr>
                      <a:r>
                        <a:rPr sz="1425" b="1">
                          <a:solidFill>
                            <a:srgbClr val="FFFFFF"/>
                          </a:solidFill>
                          <a:latin typeface="맑은 고딕"/>
                          <a:ea typeface="맑은 고딕"/>
                          <a:cs typeface="맑은 고딕"/>
                        </a:rPr>
                        <a:t>챔버 부착·하부층 설치 시 우려</a:t>
                      </a:r>
                    </a:p>
                  </a:txBody>
                  <a:tcPr marL="91440" marR="91440" marT="45720" marB="45720" anchor="ctr">
                    <a:lnR w="6668">
                      <a:solidFill>
                        <a:srgbClr val="D2D6DA"/>
                      </a:solidFill>
                      <a:prstDash val="solid"/>
                    </a:lnR>
                    <a:lnT w="6668">
                      <a:solidFill>
                        <a:srgbClr val="D2D6DA"/>
                      </a:solidFill>
                      <a:prstDash val="solid"/>
                    </a:lnT>
                    <a:lnB w="6668">
                      <a:solidFill>
                        <a:srgbClr val="D2D6DA"/>
                      </a:solidFill>
                      <a:prstDash val="solid"/>
                    </a:lnB>
                    <a:solidFill>
                      <a:srgbClr val="404040"/>
                    </a:solidFill>
                  </a:tcPr>
                </a:tc>
              </a:tr>
              <a:tr h="533400">
                <a:tc>
                  <a:txBody>
                    <a:bodyPr wrap="square" lIns="123825" tIns="47625" rIns="104775" bIns="47625">
                      <a:noAutofit/>
                    </a:bodyPr>
                    <a:lstStyle/>
                    <a:p>
                      <a:pPr algn="ctr">
                        <a:lnSpc>
                          <a:spcPct val="105000"/>
                        </a:lnSpc>
                        <a:buNone/>
                      </a:pPr>
                      <a:r>
                        <a:rPr sz="1365" b="1">
                          <a:solidFill>
                            <a:srgbClr val="202020"/>
                          </a:solidFill>
                          <a:latin typeface="맑은 고딕"/>
                          <a:ea typeface="맑은 고딕"/>
                          <a:cs typeface="맑은 고딕"/>
                        </a:rPr>
                        <a:t>조작</a:t>
                      </a:r>
                    </a:p>
                  </a:txBody>
                  <a:tcPr marL="91440" marR="91440" marT="45720" marB="45720" anchor="ctr">
                    <a:lnL w="6668">
                      <a:solidFill>
                        <a:srgbClr val="D2D6DA"/>
                      </a:solidFill>
                      <a:prstDash val="solid"/>
                    </a:lnL>
                    <a:lnR w="6668">
                      <a:solidFill>
                        <a:srgbClr val="D2D6DA"/>
                      </a:solidFill>
                      <a:prstDash val="solid"/>
                    </a:lnR>
                    <a:lnB w="6668">
                      <a:solidFill>
                        <a:srgbClr val="D2D6DA"/>
                      </a:solidFill>
                      <a:prstDash val="solid"/>
                    </a:lnB>
                    <a:solidFill>
                      <a:srgbClr val="F1F3F5"/>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STAGE·VISION PC의 잦은 조작에</a:t>
                      </a:r>
                    </a:p>
                    <a:p>
                      <a:pPr algn="l">
                        <a:lnSpc>
                          <a:spcPct val="105000"/>
                        </a:lnSpc>
                        <a:buNone/>
                      </a:pPr>
                      <a:r>
                        <a:rPr sz="1365" b="0">
                          <a:solidFill>
                            <a:srgbClr val="202020"/>
                          </a:solidFill>
                          <a:latin typeface="맑은 고딕"/>
                          <a:ea typeface="맑은 고딕"/>
                          <a:cs typeface="맑은 고딕"/>
                        </a:rPr>
                        <a:t>필요한 키보드·마우스 공간 확보</a:t>
                      </a:r>
                    </a:p>
                  </a:txBody>
                  <a:tcPr marL="91440" marR="91440" marT="45720" marB="45720" anchor="ctr">
                    <a:lnR w="6668">
                      <a:solidFill>
                        <a:srgbClr val="D2D6DA"/>
                      </a:solidFill>
                      <a:prstDash val="solid"/>
                    </a:lnR>
                    <a:lnB w="6668">
                      <a:solidFill>
                        <a:srgbClr val="D2D6DA"/>
                      </a:solidFill>
                      <a:prstDash val="solid"/>
                    </a:lnB>
                    <a:solidFill>
                      <a:srgbClr val="FFFFFF"/>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챔버 부착: 협소한 설치 공간으로</a:t>
                      </a:r>
                    </a:p>
                    <a:p>
                      <a:pPr algn="l">
                        <a:lnSpc>
                          <a:spcPct val="105000"/>
                        </a:lnSpc>
                        <a:buNone/>
                      </a:pPr>
                      <a:r>
                        <a:rPr sz="1365" b="0">
                          <a:solidFill>
                            <a:srgbClr val="202020"/>
                          </a:solidFill>
                          <a:latin typeface="맑은 고딕"/>
                          <a:ea typeface="맑은 고딕"/>
                          <a:cs typeface="맑은 고딕"/>
                        </a:rPr>
                        <a:t>키보드·마우스 조작 불편</a:t>
                      </a:r>
                    </a:p>
                  </a:txBody>
                  <a:tcPr marL="91440" marR="91440" marT="45720" marB="45720" anchor="ctr">
                    <a:lnR w="6668">
                      <a:solidFill>
                        <a:srgbClr val="D2D6DA"/>
                      </a:solidFill>
                      <a:prstDash val="solid"/>
                    </a:lnR>
                    <a:lnB w="6668">
                      <a:solidFill>
                        <a:srgbClr val="D2D6DA"/>
                      </a:solidFill>
                      <a:prstDash val="solid"/>
                    </a:lnB>
                    <a:solidFill>
                      <a:srgbClr val="FFFFFF"/>
                    </a:solidFill>
                  </a:tcPr>
                </a:tc>
              </a:tr>
              <a:tr h="533400">
                <a:tc>
                  <a:txBody>
                    <a:bodyPr wrap="square" lIns="123825" tIns="47625" rIns="104775" bIns="47625">
                      <a:noAutofit/>
                    </a:bodyPr>
                    <a:lstStyle/>
                    <a:p>
                      <a:pPr algn="ctr">
                        <a:lnSpc>
                          <a:spcPct val="105000"/>
                        </a:lnSpc>
                        <a:buNone/>
                      </a:pPr>
                      <a:r>
                        <a:rPr sz="1365" b="1">
                          <a:solidFill>
                            <a:srgbClr val="202020"/>
                          </a:solidFill>
                          <a:latin typeface="맑은 고딕"/>
                          <a:ea typeface="맑은 고딕"/>
                          <a:cs typeface="맑은 고딕"/>
                        </a:rPr>
                        <a:t>정비</a:t>
                      </a:r>
                    </a:p>
                  </a:txBody>
                  <a:tcPr marL="91440" marR="91440" marT="45720" marB="45720" anchor="ctr">
                    <a:lnL w="6668">
                      <a:solidFill>
                        <a:srgbClr val="D2D6DA"/>
                      </a:solidFill>
                      <a:prstDash val="solid"/>
                    </a:lnL>
                    <a:lnR w="6668">
                      <a:solidFill>
                        <a:srgbClr val="D2D6DA"/>
                      </a:solidFill>
                      <a:prstDash val="solid"/>
                    </a:lnR>
                    <a:lnB w="6668">
                      <a:solidFill>
                        <a:srgbClr val="D2D6DA"/>
                      </a:solidFill>
                      <a:prstDash val="solid"/>
                    </a:lnB>
                    <a:solidFill>
                      <a:srgbClr val="F1F3F5"/>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챔버 후면 메인트 진입구와 분리</a:t>
                      </a:r>
                    </a:p>
                    <a:p>
                      <a:pPr algn="l">
                        <a:lnSpc>
                          <a:spcPct val="105000"/>
                        </a:lnSpc>
                        <a:buNone/>
                      </a:pPr>
                      <a:r>
                        <a:rPr sz="1365" b="0">
                          <a:solidFill>
                            <a:srgbClr val="202020"/>
                          </a:solidFill>
                          <a:latin typeface="맑은 고딕"/>
                          <a:ea typeface="맑은 고딕"/>
                          <a:cs typeface="맑은 고딕"/>
                        </a:rPr>
                        <a:t>모니터·키보드 접촉·파손 위험 저감</a:t>
                      </a:r>
                    </a:p>
                  </a:txBody>
                  <a:tcPr marL="91440" marR="91440" marT="45720" marB="45720" anchor="ctr">
                    <a:lnR w="6668">
                      <a:solidFill>
                        <a:srgbClr val="D2D6DA"/>
                      </a:solidFill>
                      <a:prstDash val="solid"/>
                    </a:lnR>
                    <a:lnB w="6668">
                      <a:solidFill>
                        <a:srgbClr val="D2D6DA"/>
                      </a:solidFill>
                      <a:prstDash val="solid"/>
                    </a:lnB>
                    <a:solidFill>
                      <a:srgbClr val="FFFFFF"/>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챔버 부착: 아이솔레이션·비전·계측기</a:t>
                      </a:r>
                    </a:p>
                    <a:p>
                      <a:pPr algn="l">
                        <a:lnSpc>
                          <a:spcPct val="105000"/>
                        </a:lnSpc>
                        <a:buNone/>
                      </a:pPr>
                      <a:r>
                        <a:rPr sz="1365" b="0">
                          <a:solidFill>
                            <a:srgbClr val="202020"/>
                          </a:solidFill>
                          <a:latin typeface="맑은 고딕"/>
                          <a:ea typeface="맑은 고딕"/>
                          <a:cs typeface="맑은 고딕"/>
                        </a:rPr>
                        <a:t>정비 진입 중 모니터·키보드 파손 우려</a:t>
                      </a:r>
                    </a:p>
                  </a:txBody>
                  <a:tcPr marL="91440" marR="91440" marT="45720" marB="45720" anchor="ctr">
                    <a:lnR w="6668">
                      <a:solidFill>
                        <a:srgbClr val="D2D6DA"/>
                      </a:solidFill>
                      <a:prstDash val="solid"/>
                    </a:lnR>
                    <a:lnB w="6668">
                      <a:solidFill>
                        <a:srgbClr val="D2D6DA"/>
                      </a:solidFill>
                      <a:prstDash val="solid"/>
                    </a:lnB>
                    <a:solidFill>
                      <a:srgbClr val="FFFFFF"/>
                    </a:solidFill>
                  </a:tcPr>
                </a:tc>
              </a:tr>
              <a:tr h="533400">
                <a:tc>
                  <a:txBody>
                    <a:bodyPr wrap="square" lIns="123825" tIns="47625" rIns="104775" bIns="47625">
                      <a:noAutofit/>
                    </a:bodyPr>
                    <a:lstStyle/>
                    <a:p>
                      <a:pPr algn="ctr">
                        <a:lnSpc>
                          <a:spcPct val="105000"/>
                        </a:lnSpc>
                        <a:buNone/>
                      </a:pPr>
                      <a:r>
                        <a:rPr sz="1365" b="1">
                          <a:solidFill>
                            <a:srgbClr val="202020"/>
                          </a:solidFill>
                          <a:latin typeface="맑은 고딕"/>
                          <a:ea typeface="맑은 고딕"/>
                          <a:cs typeface="맑은 고딕"/>
                        </a:rPr>
                        <a:t>점검·복구</a:t>
                      </a:r>
                    </a:p>
                  </a:txBody>
                  <a:tcPr marL="91440" marR="91440" marT="45720" marB="45720" anchor="ctr">
                    <a:lnL w="6668">
                      <a:solidFill>
                        <a:srgbClr val="D2D6DA"/>
                      </a:solidFill>
                      <a:prstDash val="solid"/>
                    </a:lnL>
                    <a:lnR w="6668">
                      <a:solidFill>
                        <a:srgbClr val="D2D6DA"/>
                      </a:solidFill>
                      <a:prstDash val="solid"/>
                    </a:lnR>
                    <a:lnB w="6668">
                      <a:solidFill>
                        <a:srgbClr val="D2D6DA"/>
                      </a:solidFill>
                      <a:prstDash val="solid"/>
                    </a:lnB>
                    <a:solidFill>
                      <a:srgbClr val="F1F3F5"/>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동일 층 Rack에서 케이블 점검·재부팅</a:t>
                      </a:r>
                    </a:p>
                    <a:p>
                      <a:pPr algn="l">
                        <a:lnSpc>
                          <a:spcPct val="105000"/>
                        </a:lnSpc>
                        <a:buNone/>
                      </a:pPr>
                      <a:r>
                        <a:rPr sz="1365" b="0">
                          <a:solidFill>
                            <a:srgbClr val="202020"/>
                          </a:solidFill>
                          <a:latin typeface="맑은 고딕"/>
                          <a:ea typeface="맑은 고딕"/>
                          <a:cs typeface="맑은 고딕"/>
                        </a:rPr>
                        <a:t>상·하부 왕복 이동 최소화</a:t>
                      </a:r>
                    </a:p>
                  </a:txBody>
                  <a:tcPr marL="91440" marR="91440" marT="45720" marB="45720" anchor="ctr">
                    <a:lnR w="6668">
                      <a:solidFill>
                        <a:srgbClr val="D2D6DA"/>
                      </a:solidFill>
                      <a:prstDash val="solid"/>
                    </a:lnR>
                    <a:lnB w="6668">
                      <a:solidFill>
                        <a:srgbClr val="D2D6DA"/>
                      </a:solidFill>
                      <a:prstDash val="solid"/>
                    </a:lnB>
                    <a:solidFill>
                      <a:srgbClr val="FFFFFF"/>
                    </a:solidFill>
                  </a:tcPr>
                </a:tc>
                <a:tc>
                  <a:txBody>
                    <a:bodyPr wrap="square" lIns="123825" tIns="47625" rIns="104775" bIns="47625">
                      <a:noAutofit/>
                    </a:bodyPr>
                    <a:lstStyle/>
                    <a:p>
                      <a:pPr algn="l">
                        <a:lnSpc>
                          <a:spcPct val="105000"/>
                        </a:lnSpc>
                        <a:buNone/>
                      </a:pPr>
                      <a:r>
                        <a:rPr sz="1365" b="0">
                          <a:solidFill>
                            <a:srgbClr val="202020"/>
                          </a:solidFill>
                          <a:latin typeface="맑은 고딕"/>
                          <a:ea typeface="맑은 고딕"/>
                          <a:cs typeface="맑은 고딕"/>
                        </a:rPr>
                        <a:t>하부층 배치: 케이블 점검·재부팅마다</a:t>
                      </a:r>
                    </a:p>
                    <a:p>
                      <a:pPr algn="l">
                        <a:lnSpc>
                          <a:spcPct val="105000"/>
                        </a:lnSpc>
                        <a:buNone/>
                      </a:pPr>
                      <a:r>
                        <a:rPr sz="1365" b="0">
                          <a:solidFill>
                            <a:srgbClr val="202020"/>
                          </a:solidFill>
                          <a:latin typeface="맑은 고딕"/>
                          <a:ea typeface="맑은 고딕"/>
                          <a:cs typeface="맑은 고딕"/>
                        </a:rPr>
                        <a:t>상·하부 이동에 따른 동선 낭비</a:t>
                      </a:r>
                    </a:p>
                  </a:txBody>
                  <a:tcPr marL="91440" marR="91440" marT="45720" marB="45720" anchor="ctr">
                    <a:lnR w="6668">
                      <a:solidFill>
                        <a:srgbClr val="D2D6DA"/>
                      </a:solidFill>
                      <a:prstDash val="solid"/>
                    </a:lnR>
                    <a:lnB w="6668">
                      <a:solidFill>
                        <a:srgbClr val="D2D6DA"/>
                      </a:solidFill>
                      <a:prstDash val="solid"/>
                    </a:lnB>
                    <a:solidFill>
                      <a:srgbClr val="FFFFFF"/>
                    </a:solidFill>
                  </a:tcPr>
                </a:tc>
              </a:tr>
            </a:tbl>
          </a:graphicData>
        </a:graphic>
      </p:graphicFrame>
      <p:sp>
        <p:nvSpPr>
          <p:cNvPr id="6" name="placement-condition">
            <a:extLst>
              <a:ext uri="{FF2B5EF4-FFF2-40B4-BE49-F238E27FC236}">
                <a16:creationId xmlns:a16="http://schemas.microsoft.com/office/drawing/2014/main" id="{F8C979F4-25A4-4744-8B7F-09991A2185A5}"/>
              </a:ext>
            </a:extLst>
          </p:cNvPr>
          <p:cNvSpPr>
            <a:spLocks noGrp="1"/>
          </p:cNvSpPr>
          <p:nvPr/>
        </p:nvSpPr>
        <p:spPr>
          <a:xfrm>
            <a:off x="259080" y="5534025"/>
            <a:ext cx="9382125" cy="285750"/>
          </a:xfrm>
          <a:prstGeom prst="rect">
            <a:avLst/>
          </a:prstGeom>
          <a:noFill/>
          <a:ln w="0">
            <a:noFill/>
          </a:ln>
        </p:spPr>
        <p:txBody>
          <a:bodyPr wrap="none" lIns="0" tIns="0" rIns="0" bIns="0" anchor="ctr">
            <a:noAutofit/>
          </a:bodyPr>
          <a:lstStyle>
            <a:defPPr algn="l">
              <a:defRPr sz="1500" b="1">
                <a:solidFill>
                  <a:srgbClr val="004A87"/>
                </a:solidFill>
                <a:latin typeface="맑은 고딕"/>
                <a:ea typeface="맑은 고딕"/>
                <a:cs typeface="맑은 고딕"/>
              </a:defRPr>
            </a:defPPr>
            <a:lvl1pPr algn="l">
              <a:defRPr sz="1500" b="1">
                <a:solidFill>
                  <a:srgbClr val="004A87"/>
                </a:solidFill>
                <a:latin typeface="맑은 고딕"/>
                <a:ea typeface="맑은 고딕"/>
                <a:cs typeface="맑은 고딕"/>
              </a:defRPr>
            </a:lvl1pPr>
            <a:lvl2pPr algn="l">
              <a:defRPr sz="1500" b="1">
                <a:solidFill>
                  <a:srgbClr val="004A87"/>
                </a:solidFill>
                <a:latin typeface="맑은 고딕"/>
                <a:ea typeface="맑은 고딕"/>
                <a:cs typeface="맑은 고딕"/>
              </a:defRPr>
            </a:lvl2pPr>
            <a:lvl3pPr algn="l">
              <a:defRPr sz="1500" b="1">
                <a:solidFill>
                  <a:srgbClr val="004A87"/>
                </a:solidFill>
                <a:latin typeface="맑은 고딕"/>
                <a:ea typeface="맑은 고딕"/>
                <a:cs typeface="맑은 고딕"/>
              </a:defRPr>
            </a:lvl3pPr>
            <a:lvl4pPr algn="l">
              <a:defRPr sz="1500" b="1">
                <a:solidFill>
                  <a:srgbClr val="004A87"/>
                </a:solidFill>
                <a:latin typeface="맑은 고딕"/>
                <a:ea typeface="맑은 고딕"/>
                <a:cs typeface="맑은 고딕"/>
              </a:defRPr>
            </a:lvl4pPr>
            <a:lvl5pPr algn="l">
              <a:defRPr sz="1500" b="1">
                <a:solidFill>
                  <a:srgbClr val="004A87"/>
                </a:solidFill>
                <a:latin typeface="맑은 고딕"/>
                <a:ea typeface="맑은 고딕"/>
                <a:cs typeface="맑은 고딕"/>
              </a:defRPr>
            </a:lvl5pPr>
            <a:lvl6pPr algn="l">
              <a:defRPr sz="1500" b="1">
                <a:solidFill>
                  <a:srgbClr val="004A87"/>
                </a:solidFill>
                <a:latin typeface="맑은 고딕"/>
                <a:ea typeface="맑은 고딕"/>
                <a:cs typeface="맑은 고딕"/>
              </a:defRPr>
            </a:lvl6pPr>
            <a:lvl7pPr algn="l">
              <a:defRPr sz="1500" b="1">
                <a:solidFill>
                  <a:srgbClr val="004A87"/>
                </a:solidFill>
                <a:latin typeface="맑은 고딕"/>
                <a:ea typeface="맑은 고딕"/>
                <a:cs typeface="맑은 고딕"/>
              </a:defRPr>
            </a:lvl7pPr>
            <a:lvl8pPr algn="l">
              <a:defRPr sz="1500" b="1">
                <a:solidFill>
                  <a:srgbClr val="004A87"/>
                </a:solidFill>
                <a:latin typeface="맑은 고딕"/>
                <a:ea typeface="맑은 고딕"/>
                <a:cs typeface="맑은 고딕"/>
              </a:defRPr>
            </a:lvl8pPr>
            <a:lvl9pPr algn="l">
              <a:defRPr sz="1500" b="1">
                <a:solidFill>
                  <a:srgbClr val="004A87"/>
                </a:solidFill>
                <a:latin typeface="맑은 고딕"/>
                <a:ea typeface="맑은 고딕"/>
                <a:cs typeface="맑은 고딕"/>
              </a:defRPr>
            </a:lvl9pPr>
          </a:lstStyle>
          <a:p>
            <a:pPr algn="l">
              <a:defRPr sz="1500" b="1">
                <a:solidFill>
                  <a:srgbClr val="004A87"/>
                </a:solidFill>
                <a:latin typeface="맑은 고딕"/>
                <a:ea typeface="맑은 고딕"/>
                <a:cs typeface="맑은 고딕"/>
              </a:defRPr>
            </a:pPr>
            <a:r>
              <a:rPr sz="1500" b="1">
                <a:solidFill>
                  <a:srgbClr val="004A87"/>
                </a:solidFill>
                <a:latin typeface="맑은 고딕"/>
                <a:ea typeface="맑은 고딕"/>
                <a:cs typeface="맑은 고딕"/>
              </a:rPr>
              <a:t>배치 조건   챔버 후면 진입·도어 개방·부품 반출 동선과 조작 여유 확보</a:t>
            </a:r>
          </a:p>
        </p:txBody>
      </p:sp>
      <p:sp>
        <p:nvSpPr>
          <p:cNvPr id="7" name="layout-status">
            <a:extLst>
              <a:ext uri="{FF2B5EF4-FFF2-40B4-BE49-F238E27FC236}">
                <a16:creationId xmlns:a16="http://schemas.microsoft.com/office/drawing/2014/main" id="{A215A0D2-12C4-4E69-B81F-A3C6F7BAC350}"/>
              </a:ext>
            </a:extLst>
          </p:cNvPr>
          <p:cNvSpPr>
            <a:spLocks noGrp="1"/>
          </p:cNvSpPr>
          <p:nvPr/>
        </p:nvSpPr>
        <p:spPr>
          <a:xfrm>
            <a:off x="259080" y="5886450"/>
            <a:ext cx="9382125" cy="238125"/>
          </a:xfrm>
          <a:prstGeom prst="rect">
            <a:avLst/>
          </a:prstGeom>
          <a:noFill/>
          <a:ln w="0">
            <a:noFill/>
          </a:ln>
        </p:spPr>
        <p:txBody>
          <a:bodyPr wrap="none" lIns="0" tIns="0" rIns="0" bIns="0" anchor="ctr">
            <a:noAutofit/>
          </a:bodyPr>
          <a:lstStyle>
            <a:defPPr algn="l">
              <a:defRPr sz="1200" b="0">
                <a:solidFill>
                  <a:srgbClr val="454545"/>
                </a:solidFill>
                <a:latin typeface="맑은 고딕"/>
                <a:ea typeface="맑은 고딕"/>
                <a:cs typeface="맑은 고딕"/>
              </a:defRPr>
            </a:defPPr>
            <a:lvl1pPr algn="l">
              <a:defRPr sz="1200" b="0">
                <a:solidFill>
                  <a:srgbClr val="454545"/>
                </a:solidFill>
                <a:latin typeface="맑은 고딕"/>
                <a:ea typeface="맑은 고딕"/>
                <a:cs typeface="맑은 고딕"/>
              </a:defRPr>
            </a:lvl1pPr>
            <a:lvl2pPr algn="l">
              <a:defRPr sz="1200" b="0">
                <a:solidFill>
                  <a:srgbClr val="454545"/>
                </a:solidFill>
                <a:latin typeface="맑은 고딕"/>
                <a:ea typeface="맑은 고딕"/>
                <a:cs typeface="맑은 고딕"/>
              </a:defRPr>
            </a:lvl2pPr>
            <a:lvl3pPr algn="l">
              <a:defRPr sz="1200" b="0">
                <a:solidFill>
                  <a:srgbClr val="454545"/>
                </a:solidFill>
                <a:latin typeface="맑은 고딕"/>
                <a:ea typeface="맑은 고딕"/>
                <a:cs typeface="맑은 고딕"/>
              </a:defRPr>
            </a:lvl3pPr>
            <a:lvl4pPr algn="l">
              <a:defRPr sz="1200" b="0">
                <a:solidFill>
                  <a:srgbClr val="454545"/>
                </a:solidFill>
                <a:latin typeface="맑은 고딕"/>
                <a:ea typeface="맑은 고딕"/>
                <a:cs typeface="맑은 고딕"/>
              </a:defRPr>
            </a:lvl4pPr>
            <a:lvl5pPr algn="l">
              <a:defRPr sz="1200" b="0">
                <a:solidFill>
                  <a:srgbClr val="454545"/>
                </a:solidFill>
                <a:latin typeface="맑은 고딕"/>
                <a:ea typeface="맑은 고딕"/>
                <a:cs typeface="맑은 고딕"/>
              </a:defRPr>
            </a:lvl5pPr>
            <a:lvl6pPr algn="l">
              <a:defRPr sz="1200" b="0">
                <a:solidFill>
                  <a:srgbClr val="454545"/>
                </a:solidFill>
                <a:latin typeface="맑은 고딕"/>
                <a:ea typeface="맑은 고딕"/>
                <a:cs typeface="맑은 고딕"/>
              </a:defRPr>
            </a:lvl6pPr>
            <a:lvl7pPr algn="l">
              <a:defRPr sz="1200" b="0">
                <a:solidFill>
                  <a:srgbClr val="454545"/>
                </a:solidFill>
                <a:latin typeface="맑은 고딕"/>
                <a:ea typeface="맑은 고딕"/>
                <a:cs typeface="맑은 고딕"/>
              </a:defRPr>
            </a:lvl7pPr>
            <a:lvl8pPr algn="l">
              <a:defRPr sz="1200" b="0">
                <a:solidFill>
                  <a:srgbClr val="454545"/>
                </a:solidFill>
                <a:latin typeface="맑은 고딕"/>
                <a:ea typeface="맑은 고딕"/>
                <a:cs typeface="맑은 고딕"/>
              </a:defRPr>
            </a:lvl8pPr>
            <a:lvl9pPr algn="l">
              <a:defRPr sz="1200" b="0">
                <a:solidFill>
                  <a:srgbClr val="454545"/>
                </a:solidFill>
                <a:latin typeface="맑은 고딕"/>
                <a:ea typeface="맑은 고딕"/>
                <a:cs typeface="맑은 고딕"/>
              </a:defRPr>
            </a:lvl9pPr>
          </a:lstStyle>
          <a:p>
            <a:pPr algn="l">
              <a:defRPr sz="1200" b="0">
                <a:solidFill>
                  <a:srgbClr val="454545"/>
                </a:solidFill>
                <a:latin typeface="맑은 고딕"/>
                <a:ea typeface="맑은 고딕"/>
                <a:cs typeface="맑은 고딕"/>
              </a:defRPr>
            </a:pPr>
            <a:r>
              <a:rPr sz="1200" b="0">
                <a:solidFill>
                  <a:srgbClr val="454545"/>
                </a:solidFill>
                <a:latin typeface="맑은 고딕"/>
                <a:ea typeface="맑은 고딕"/>
                <a:cs typeface="맑은 고딕"/>
              </a:rPr>
              <a:t>3장은 크기 검토용 배치 예시이며, 최종 위치·작업 여유는 현장 동선 확인 후 확정</a:t>
            </a:r>
          </a:p>
        </p:txBody>
      </p:sp>
      <p:sp>
        <p:nvSpPr>
          <p:cNvPr id="8" name="option2-condition">
            <a:extLst>
              <a:ext uri="{FF2B5EF4-FFF2-40B4-BE49-F238E27FC236}">
                <a16:creationId xmlns:a16="http://schemas.microsoft.com/office/drawing/2014/main" id="{03056780-DC45-40E8-90E2-559553A605E5}"/>
              </a:ext>
            </a:extLst>
          </p:cNvPr>
          <p:cNvSpPr>
            <a:spLocks noGrp="1"/>
          </p:cNvSpPr>
          <p:nvPr/>
        </p:nvSpPr>
        <p:spPr>
          <a:xfrm>
            <a:off x="259080" y="6162675"/>
            <a:ext cx="9382125" cy="200025"/>
          </a:xfrm>
          <a:prstGeom prst="rect">
            <a:avLst/>
          </a:prstGeom>
          <a:noFill/>
          <a:ln w="0">
            <a:noFill/>
          </a:ln>
        </p:spPr>
        <p:txBody>
          <a:bodyPr wrap="none" lIns="0" tIns="0" rIns="0" bIns="0" anchor="ctr">
            <a:noAutofit/>
          </a:bodyPr>
          <a:lstStyle>
            <a:defPPr algn="l">
              <a:defRPr sz="1080" b="0">
                <a:solidFill>
                  <a:srgbClr val="555555"/>
                </a:solidFill>
                <a:latin typeface="맑은 고딕"/>
                <a:ea typeface="맑은 고딕"/>
                <a:cs typeface="맑은 고딕"/>
              </a:defRPr>
            </a:defPPr>
            <a:lvl1pPr algn="l">
              <a:defRPr sz="1080" b="0">
                <a:solidFill>
                  <a:srgbClr val="555555"/>
                </a:solidFill>
                <a:latin typeface="맑은 고딕"/>
                <a:ea typeface="맑은 고딕"/>
                <a:cs typeface="맑은 고딕"/>
              </a:defRPr>
            </a:lvl1pPr>
            <a:lvl2pPr algn="l">
              <a:defRPr sz="1080" b="0">
                <a:solidFill>
                  <a:srgbClr val="555555"/>
                </a:solidFill>
                <a:latin typeface="맑은 고딕"/>
                <a:ea typeface="맑은 고딕"/>
                <a:cs typeface="맑은 고딕"/>
              </a:defRPr>
            </a:lvl2pPr>
            <a:lvl3pPr algn="l">
              <a:defRPr sz="1080" b="0">
                <a:solidFill>
                  <a:srgbClr val="555555"/>
                </a:solidFill>
                <a:latin typeface="맑은 고딕"/>
                <a:ea typeface="맑은 고딕"/>
                <a:cs typeface="맑은 고딕"/>
              </a:defRPr>
            </a:lvl3pPr>
            <a:lvl4pPr algn="l">
              <a:defRPr sz="1080" b="0">
                <a:solidFill>
                  <a:srgbClr val="555555"/>
                </a:solidFill>
                <a:latin typeface="맑은 고딕"/>
                <a:ea typeface="맑은 고딕"/>
                <a:cs typeface="맑은 고딕"/>
              </a:defRPr>
            </a:lvl4pPr>
            <a:lvl5pPr algn="l">
              <a:defRPr sz="1080" b="0">
                <a:solidFill>
                  <a:srgbClr val="555555"/>
                </a:solidFill>
                <a:latin typeface="맑은 고딕"/>
                <a:ea typeface="맑은 고딕"/>
                <a:cs typeface="맑은 고딕"/>
              </a:defRPr>
            </a:lvl5pPr>
            <a:lvl6pPr algn="l">
              <a:defRPr sz="1080" b="0">
                <a:solidFill>
                  <a:srgbClr val="555555"/>
                </a:solidFill>
                <a:latin typeface="맑은 고딕"/>
                <a:ea typeface="맑은 고딕"/>
                <a:cs typeface="맑은 고딕"/>
              </a:defRPr>
            </a:lvl6pPr>
            <a:lvl7pPr algn="l">
              <a:defRPr sz="1080" b="0">
                <a:solidFill>
                  <a:srgbClr val="555555"/>
                </a:solidFill>
                <a:latin typeface="맑은 고딕"/>
                <a:ea typeface="맑은 고딕"/>
                <a:cs typeface="맑은 고딕"/>
              </a:defRPr>
            </a:lvl7pPr>
            <a:lvl8pPr algn="l">
              <a:defRPr sz="1080" b="0">
                <a:solidFill>
                  <a:srgbClr val="555555"/>
                </a:solidFill>
                <a:latin typeface="맑은 고딕"/>
                <a:ea typeface="맑은 고딕"/>
                <a:cs typeface="맑은 고딕"/>
              </a:defRPr>
            </a:lvl8pPr>
            <a:lvl9pPr algn="l">
              <a:defRPr sz="1080" b="0">
                <a:solidFill>
                  <a:srgbClr val="555555"/>
                </a:solidFill>
                <a:latin typeface="맑은 고딕"/>
                <a:ea typeface="맑은 고딕"/>
                <a:cs typeface="맑은 고딕"/>
              </a:defRPr>
            </a:lvl9pPr>
          </a:lstStyle>
          <a:p>
            <a:pPr algn="l">
              <a:defRPr sz="1080" b="0">
                <a:solidFill>
                  <a:srgbClr val="555555"/>
                </a:solidFill>
                <a:latin typeface="맑은 고딕"/>
                <a:ea typeface="맑은 고딕"/>
                <a:cs typeface="맑은 고딕"/>
              </a:defRPr>
            </a:pPr>
            <a:r>
              <a:rPr sz="1080" b="0">
                <a:solidFill>
                  <a:srgbClr val="555555"/>
                </a:solidFill>
                <a:latin typeface="맑은 고딕"/>
                <a:ea typeface="맑은 고딕"/>
                <a:cs typeface="맑은 고딕"/>
              </a:rPr>
              <a:t>※ 2안은 PC 구성 축소에 따른 기능·성능 확인 후 확정</a:t>
            </a:r>
          </a:p>
        </p:txBody>
      </p:sp>
    </p:spTree>
    <p:extLst>
      <p:ext uri="{BB962C8B-B14F-4D97-AF65-F5344CB8AC3E}">
        <p14:creationId xmlns:p14="http://schemas.microsoft.com/office/powerpoint/2010/main" val="1003630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EF3FBB8-9539-4DBD-99FE-9E03A6FD7CD6}"/>
              </a:ext>
            </a:extLst>
          </p:cNvPr>
          <p:cNvSpPr/>
          <p:nvPr/>
        </p:nvSpPr>
        <p:spPr>
          <a:xfrm>
            <a:off x="258629" y="65367"/>
            <a:ext cx="6436614" cy="448056"/>
          </a:xfrm>
          <a:prstGeom prst="rect">
            <a:avLst/>
          </a:prstGeom>
          <a:noFill/>
          <a:ln/>
        </p:spPr>
        <p:txBody>
          <a:bodyPr wrap="square" lIns="0" tIns="0" rIns="0" bIns="0" rtlCol="0" anchor="ctr"/>
          <a:lstStyle/>
          <a:p>
            <a:r>
              <a:rPr lang="en-US" altLang="ko-KR" sz="2000" b="1" dirty="0">
                <a:latin typeface="+mn-ea"/>
              </a:rPr>
              <a:t>1.2 UI RACK LAYOUT</a:t>
            </a:r>
            <a:endParaRPr lang="en-US" altLang="ko-KR" sz="2000" dirty="0">
              <a:latin typeface="+mn-ea"/>
            </a:endParaRPr>
          </a:p>
        </p:txBody>
      </p:sp>
      <p:pic>
        <p:nvPicPr>
          <p:cNvPr id="8" name="그림 7">
            <a:extLst>
              <a:ext uri="{FF2B5EF4-FFF2-40B4-BE49-F238E27FC236}">
                <a16:creationId xmlns:a16="http://schemas.microsoft.com/office/drawing/2014/main" id="{273ACCBE-5B90-46E9-BF21-05C1E46ED78B}"/>
              </a:ext>
            </a:extLst>
          </p:cNvPr>
          <p:cNvPicPr>
            <a:picLocks noChangeAspect="1"/>
          </p:cNvPicPr>
          <p:nvPr/>
        </p:nvPicPr>
        <p:blipFill rotWithShape="1">
          <a:blip r:embed="rId2"/>
          <a:srcRect l="13930" t="20219" r="57127" b="30193"/>
          <a:stretch/>
        </p:blipFill>
        <p:spPr>
          <a:xfrm>
            <a:off x="274037" y="1348610"/>
            <a:ext cx="4814621" cy="3733422"/>
          </a:xfrm>
          <a:prstGeom prst="rect">
            <a:avLst/>
          </a:prstGeom>
        </p:spPr>
      </p:pic>
      <p:pic>
        <p:nvPicPr>
          <p:cNvPr id="10" name="그림 9">
            <a:extLst>
              <a:ext uri="{FF2B5EF4-FFF2-40B4-BE49-F238E27FC236}">
                <a16:creationId xmlns:a16="http://schemas.microsoft.com/office/drawing/2014/main" id="{18668671-C96F-41D9-A5CE-FC65D901683E}"/>
              </a:ext>
            </a:extLst>
          </p:cNvPr>
          <p:cNvPicPr>
            <a:picLocks noChangeAspect="1"/>
          </p:cNvPicPr>
          <p:nvPr/>
        </p:nvPicPr>
        <p:blipFill rotWithShape="1">
          <a:blip r:embed="rId2"/>
          <a:srcRect l="45746" t="20219" r="30452" b="30193"/>
          <a:stretch/>
        </p:blipFill>
        <p:spPr>
          <a:xfrm>
            <a:off x="5542066" y="1348610"/>
            <a:ext cx="3959520" cy="3733422"/>
          </a:xfrm>
          <a:prstGeom prst="rect">
            <a:avLst/>
          </a:prstGeom>
        </p:spPr>
      </p:pic>
      <p:cxnSp>
        <p:nvCxnSpPr>
          <p:cNvPr id="12" name="직선 연결선 11">
            <a:extLst>
              <a:ext uri="{FF2B5EF4-FFF2-40B4-BE49-F238E27FC236}">
                <a16:creationId xmlns:a16="http://schemas.microsoft.com/office/drawing/2014/main" id="{9AF5DFA9-52CF-452A-B999-EE49A004499B}"/>
              </a:ext>
            </a:extLst>
          </p:cNvPr>
          <p:cNvCxnSpPr/>
          <p:nvPr/>
        </p:nvCxnSpPr>
        <p:spPr>
          <a:xfrm>
            <a:off x="5176791" y="683246"/>
            <a:ext cx="40867" cy="5491508"/>
          </a:xfrm>
          <a:prstGeom prst="line">
            <a:avLst/>
          </a:prstGeom>
          <a:ln w="19050">
            <a:solidFill>
              <a:schemeClr val="tx1">
                <a:lumMod val="95000"/>
                <a:lumOff val="5000"/>
              </a:schemeClr>
            </a:solidFill>
            <a:tailEnd type="none"/>
          </a:ln>
        </p:spPr>
        <p:style>
          <a:lnRef idx="1">
            <a:schemeClr val="accent1"/>
          </a:lnRef>
          <a:fillRef idx="0">
            <a:schemeClr val="accent1"/>
          </a:fillRef>
          <a:effectRef idx="0">
            <a:schemeClr val="accent1"/>
          </a:effectRef>
          <a:fontRef idx="minor">
            <a:schemeClr val="tx1"/>
          </a:fontRef>
        </p:style>
      </p:cxnSp>
      <p:sp>
        <p:nvSpPr>
          <p:cNvPr id="13" name="Text 2">
            <a:extLst>
              <a:ext uri="{FF2B5EF4-FFF2-40B4-BE49-F238E27FC236}">
                <a16:creationId xmlns:a16="http://schemas.microsoft.com/office/drawing/2014/main" id="{5D769C36-D2B9-4519-B4BD-E44DC392F6AC}"/>
              </a:ext>
            </a:extLst>
          </p:cNvPr>
          <p:cNvSpPr/>
          <p:nvPr/>
        </p:nvSpPr>
        <p:spPr>
          <a:xfrm>
            <a:off x="258629" y="626633"/>
            <a:ext cx="3490922" cy="448056"/>
          </a:xfrm>
          <a:prstGeom prst="rect">
            <a:avLst/>
          </a:prstGeom>
          <a:noFill/>
          <a:ln/>
        </p:spPr>
        <p:txBody>
          <a:bodyPr wrap="square" lIns="0" tIns="0" rIns="0" bIns="0" rtlCol="0" anchor="ctr"/>
          <a:lstStyle/>
          <a:p>
            <a:r>
              <a:rPr lang="en-US" altLang="ko-KR" b="1" dirty="0">
                <a:latin typeface="+mn-ea"/>
              </a:rPr>
              <a:t>-. Option 1 (</a:t>
            </a:r>
            <a:r>
              <a:rPr lang="en-US" altLang="ko-KR" b="1" dirty="0" err="1">
                <a:latin typeface="+mn-ea"/>
              </a:rPr>
              <a:t>WxD</a:t>
            </a:r>
            <a:r>
              <a:rPr lang="en-US" altLang="ko-KR" b="1" dirty="0">
                <a:latin typeface="+mn-ea"/>
              </a:rPr>
              <a:t> - 1500 x 900)</a:t>
            </a:r>
            <a:endParaRPr lang="en-US" altLang="ko-KR" dirty="0">
              <a:latin typeface="+mn-ea"/>
            </a:endParaRPr>
          </a:p>
        </p:txBody>
      </p:sp>
      <p:sp>
        <p:nvSpPr>
          <p:cNvPr id="14" name="Text 2">
            <a:extLst>
              <a:ext uri="{FF2B5EF4-FFF2-40B4-BE49-F238E27FC236}">
                <a16:creationId xmlns:a16="http://schemas.microsoft.com/office/drawing/2014/main" id="{29718691-1663-4DE4-8C68-6A30252B462F}"/>
              </a:ext>
            </a:extLst>
          </p:cNvPr>
          <p:cNvSpPr/>
          <p:nvPr/>
        </p:nvSpPr>
        <p:spPr>
          <a:xfrm>
            <a:off x="5455999" y="626633"/>
            <a:ext cx="3427473" cy="448056"/>
          </a:xfrm>
          <a:prstGeom prst="rect">
            <a:avLst/>
          </a:prstGeom>
          <a:noFill/>
          <a:ln/>
        </p:spPr>
        <p:txBody>
          <a:bodyPr wrap="square" lIns="0" tIns="0" rIns="0" bIns="0" rtlCol="0" anchor="ctr"/>
          <a:lstStyle/>
          <a:p>
            <a:r>
              <a:rPr lang="en-US" altLang="ko-KR" b="1" dirty="0">
                <a:latin typeface="+mn-ea"/>
              </a:rPr>
              <a:t>-. Option 2 (</a:t>
            </a:r>
            <a:r>
              <a:rPr lang="en-US" altLang="ko-KR" b="1" dirty="0" err="1">
                <a:latin typeface="+mn-ea"/>
              </a:rPr>
              <a:t>WxD</a:t>
            </a:r>
            <a:r>
              <a:rPr lang="en-US" altLang="ko-KR" b="1" dirty="0">
                <a:latin typeface="+mn-ea"/>
              </a:rPr>
              <a:t> - 900 x 900)</a:t>
            </a:r>
            <a:endParaRPr lang="en-US" altLang="ko-KR" dirty="0">
              <a:latin typeface="+mn-ea"/>
            </a:endParaRPr>
          </a:p>
        </p:txBody>
      </p:sp>
      <p:sp>
        <p:nvSpPr>
          <p:cNvPr id="15" name="Text 2">
            <a:extLst>
              <a:ext uri="{FF2B5EF4-FFF2-40B4-BE49-F238E27FC236}">
                <a16:creationId xmlns:a16="http://schemas.microsoft.com/office/drawing/2014/main" id="{3C449E82-3C96-49FE-B743-A1819D381095}"/>
              </a:ext>
            </a:extLst>
          </p:cNvPr>
          <p:cNvSpPr/>
          <p:nvPr/>
        </p:nvSpPr>
        <p:spPr>
          <a:xfrm>
            <a:off x="483397" y="5259934"/>
            <a:ext cx="3490922" cy="1069348"/>
          </a:xfrm>
          <a:prstGeom prst="rect">
            <a:avLst/>
          </a:prstGeom>
          <a:noFill/>
          <a:ln/>
        </p:spPr>
        <p:txBody>
          <a:bodyPr wrap="square" lIns="0" tIns="0" rIns="0" bIns="0" rtlCol="0" anchor="t"/>
          <a:lstStyle/>
          <a:p>
            <a:r>
              <a:rPr lang="en-US" altLang="ko-KR" sz="1400" b="1" dirty="0">
                <a:latin typeface="+mn-ea"/>
              </a:rPr>
              <a:t>-. PC</a:t>
            </a:r>
            <a:r>
              <a:rPr lang="ko-KR" altLang="en-US" sz="1400" b="1" dirty="0">
                <a:latin typeface="+mn-ea"/>
              </a:rPr>
              <a:t> </a:t>
            </a:r>
            <a:r>
              <a:rPr lang="en-US" altLang="ko-KR" sz="1400" b="1" dirty="0">
                <a:latin typeface="+mn-ea"/>
              </a:rPr>
              <a:t>6EA</a:t>
            </a:r>
          </a:p>
          <a:p>
            <a:r>
              <a:rPr lang="en-US" altLang="ko-KR" sz="1400" b="1" dirty="0">
                <a:latin typeface="+mn-ea"/>
              </a:rPr>
              <a:t>-. Monitor 4EA + 1EA (CCTV)</a:t>
            </a:r>
          </a:p>
          <a:p>
            <a:r>
              <a:rPr lang="en-US" altLang="ko-KR" sz="1400" b="1" dirty="0">
                <a:latin typeface="+mn-ea"/>
              </a:rPr>
              <a:t>-. KVM</a:t>
            </a:r>
            <a:r>
              <a:rPr lang="ko-KR" altLang="en-US" sz="1400" b="1" dirty="0">
                <a:latin typeface="+mn-ea"/>
              </a:rPr>
              <a:t> </a:t>
            </a:r>
            <a:r>
              <a:rPr lang="en-US" altLang="ko-KR" sz="1400" b="1" dirty="0">
                <a:latin typeface="+mn-ea"/>
              </a:rPr>
              <a:t>4EA</a:t>
            </a:r>
          </a:p>
        </p:txBody>
      </p:sp>
      <p:sp>
        <p:nvSpPr>
          <p:cNvPr id="17" name="Text 2">
            <a:extLst>
              <a:ext uri="{FF2B5EF4-FFF2-40B4-BE49-F238E27FC236}">
                <a16:creationId xmlns:a16="http://schemas.microsoft.com/office/drawing/2014/main" id="{5CB68302-FC46-43A1-896F-97652B2BCA4E}"/>
              </a:ext>
            </a:extLst>
          </p:cNvPr>
          <p:cNvSpPr/>
          <p:nvPr/>
        </p:nvSpPr>
        <p:spPr>
          <a:xfrm>
            <a:off x="5776365" y="5259934"/>
            <a:ext cx="3490922" cy="1069348"/>
          </a:xfrm>
          <a:prstGeom prst="rect">
            <a:avLst/>
          </a:prstGeom>
          <a:noFill/>
          <a:ln/>
        </p:spPr>
        <p:txBody>
          <a:bodyPr wrap="square" lIns="0" tIns="0" rIns="0" bIns="0" rtlCol="0" anchor="t"/>
          <a:lstStyle/>
          <a:p>
            <a:r>
              <a:rPr lang="en-US" altLang="ko-KR" sz="1400" b="1" dirty="0">
                <a:latin typeface="+mn-ea"/>
              </a:rPr>
              <a:t>-. PC</a:t>
            </a:r>
            <a:r>
              <a:rPr lang="ko-KR" altLang="en-US" sz="1400" b="1" dirty="0">
                <a:latin typeface="+mn-ea"/>
              </a:rPr>
              <a:t> </a:t>
            </a:r>
            <a:r>
              <a:rPr lang="en-US" altLang="ko-KR" sz="1400" b="1" dirty="0">
                <a:latin typeface="+mn-ea"/>
              </a:rPr>
              <a:t>3EA</a:t>
            </a:r>
          </a:p>
          <a:p>
            <a:r>
              <a:rPr lang="en-US" altLang="ko-KR" sz="1400" b="1" dirty="0">
                <a:latin typeface="+mn-ea"/>
              </a:rPr>
              <a:t>-. Monitor 2EA + 1EA (CCTV)</a:t>
            </a:r>
          </a:p>
          <a:p>
            <a:r>
              <a:rPr lang="en-US" altLang="ko-KR" sz="1400" b="1" dirty="0">
                <a:latin typeface="+mn-ea"/>
              </a:rPr>
              <a:t>-. KVM</a:t>
            </a:r>
            <a:r>
              <a:rPr lang="ko-KR" altLang="en-US" sz="1400" b="1" dirty="0">
                <a:latin typeface="+mn-ea"/>
              </a:rPr>
              <a:t> </a:t>
            </a:r>
            <a:r>
              <a:rPr lang="en-US" altLang="ko-KR" sz="1400" b="1" dirty="0">
                <a:latin typeface="+mn-ea"/>
              </a:rPr>
              <a:t>2EA</a:t>
            </a:r>
          </a:p>
        </p:txBody>
      </p:sp>
    </p:spTree>
    <p:extLst>
      <p:ext uri="{BB962C8B-B14F-4D97-AF65-F5344CB8AC3E}">
        <p14:creationId xmlns:p14="http://schemas.microsoft.com/office/powerpoint/2010/main" val="2686487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061F1F01-DC5B-4C3B-8156-D9991F1A2D62}"/>
              </a:ext>
            </a:extLst>
          </p:cNvPr>
          <p:cNvPicPr>
            <a:picLocks noChangeAspect="1"/>
          </p:cNvPicPr>
          <p:nvPr/>
        </p:nvPicPr>
        <p:blipFill rotWithShape="1">
          <a:blip r:embed="rId2"/>
          <a:srcRect l="22935" r="21059" b="17198"/>
          <a:stretch/>
        </p:blipFill>
        <p:spPr>
          <a:xfrm>
            <a:off x="1030787" y="1289153"/>
            <a:ext cx="5545377" cy="4497872"/>
          </a:xfrm>
          <a:prstGeom prst="rect">
            <a:avLst/>
          </a:prstGeom>
        </p:spPr>
      </p:pic>
      <p:sp>
        <p:nvSpPr>
          <p:cNvPr id="4" name="Text 2">
            <a:extLst>
              <a:ext uri="{FF2B5EF4-FFF2-40B4-BE49-F238E27FC236}">
                <a16:creationId xmlns:a16="http://schemas.microsoft.com/office/drawing/2014/main" id="{A07CFBE0-1124-49C7-901A-0D913457FE7D}"/>
              </a:ext>
            </a:extLst>
          </p:cNvPr>
          <p:cNvSpPr/>
          <p:nvPr/>
        </p:nvSpPr>
        <p:spPr>
          <a:xfrm>
            <a:off x="258629" y="65367"/>
            <a:ext cx="6436614" cy="448056"/>
          </a:xfrm>
          <a:prstGeom prst="rect">
            <a:avLst/>
          </a:prstGeom>
          <a:noFill/>
          <a:ln/>
        </p:spPr>
        <p:txBody>
          <a:bodyPr wrap="square" lIns="0" tIns="0" rIns="0" bIns="0" rtlCol="0" anchor="ctr"/>
          <a:lstStyle/>
          <a:p>
            <a:r>
              <a:rPr lang="en-US" altLang="ko-KR" sz="2000" b="1" dirty="0">
                <a:latin typeface="+mn-ea"/>
              </a:rPr>
              <a:t>1.2 UI RACK LAYOUT</a:t>
            </a:r>
            <a:endParaRPr lang="en-US" altLang="ko-KR" sz="2000" dirty="0">
              <a:latin typeface="+mn-ea"/>
            </a:endParaRPr>
          </a:p>
        </p:txBody>
      </p:sp>
      <p:cxnSp>
        <p:nvCxnSpPr>
          <p:cNvPr id="5" name="직선 화살표 연결선 4">
            <a:extLst>
              <a:ext uri="{FF2B5EF4-FFF2-40B4-BE49-F238E27FC236}">
                <a16:creationId xmlns:a16="http://schemas.microsoft.com/office/drawing/2014/main" id="{8BCE82DD-C5D7-499D-9369-7D512097DB26}"/>
              </a:ext>
            </a:extLst>
          </p:cNvPr>
          <p:cNvCxnSpPr/>
          <p:nvPr/>
        </p:nvCxnSpPr>
        <p:spPr>
          <a:xfrm flipH="1">
            <a:off x="5253789" y="2911642"/>
            <a:ext cx="409074" cy="517358"/>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CDF0B09-7C48-4583-B7FD-6660C60C07D8}"/>
              </a:ext>
            </a:extLst>
          </p:cNvPr>
          <p:cNvSpPr txBox="1"/>
          <p:nvPr/>
        </p:nvSpPr>
        <p:spPr>
          <a:xfrm>
            <a:off x="5431927" y="2265311"/>
            <a:ext cx="2454442" cy="646331"/>
          </a:xfrm>
          <a:prstGeom prst="rect">
            <a:avLst/>
          </a:prstGeom>
          <a:noFill/>
        </p:spPr>
        <p:txBody>
          <a:bodyPr wrap="square" rtlCol="0">
            <a:spAutoFit/>
          </a:bodyPr>
          <a:lstStyle/>
          <a:p>
            <a:r>
              <a:rPr lang="en-US" altLang="ko-KR"/>
              <a:t>UI Rack </a:t>
            </a:r>
          </a:p>
          <a:p>
            <a:r>
              <a:rPr lang="en-US" altLang="ko-KR"/>
              <a:t>(Option1 or Option2)</a:t>
            </a:r>
            <a:endParaRPr lang="ko-KR" altLang="en-US"/>
          </a:p>
        </p:txBody>
      </p:sp>
    </p:spTree>
    <p:extLst>
      <p:ext uri="{BB962C8B-B14F-4D97-AF65-F5344CB8AC3E}">
        <p14:creationId xmlns:p14="http://schemas.microsoft.com/office/powerpoint/2010/main" val="1011230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직사각형 154">
            <a:extLst>
              <a:ext uri="{FF2B5EF4-FFF2-40B4-BE49-F238E27FC236}">
                <a16:creationId xmlns:a16="http://schemas.microsoft.com/office/drawing/2014/main" id="{07A8EBD3-B891-4616-8EE5-320787C16B42}"/>
              </a:ext>
            </a:extLst>
          </p:cNvPr>
          <p:cNvSpPr/>
          <p:nvPr/>
        </p:nvSpPr>
        <p:spPr>
          <a:xfrm>
            <a:off x="1036247" y="3573899"/>
            <a:ext cx="217410" cy="831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6" name="직사각형 155">
            <a:extLst>
              <a:ext uri="{FF2B5EF4-FFF2-40B4-BE49-F238E27FC236}">
                <a16:creationId xmlns:a16="http://schemas.microsoft.com/office/drawing/2014/main" id="{D34BC3D0-6588-46F3-A201-6A6742235650}"/>
              </a:ext>
            </a:extLst>
          </p:cNvPr>
          <p:cNvSpPr/>
          <p:nvPr/>
        </p:nvSpPr>
        <p:spPr>
          <a:xfrm>
            <a:off x="1247148" y="3572776"/>
            <a:ext cx="217410" cy="831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 2">
            <a:extLst>
              <a:ext uri="{FF2B5EF4-FFF2-40B4-BE49-F238E27FC236}">
                <a16:creationId xmlns:a16="http://schemas.microsoft.com/office/drawing/2014/main" id="{B40CB4B8-5D7E-430B-9C2D-67E742927BF8}"/>
              </a:ext>
            </a:extLst>
          </p:cNvPr>
          <p:cNvSpPr/>
          <p:nvPr/>
        </p:nvSpPr>
        <p:spPr>
          <a:xfrm>
            <a:off x="258629" y="65367"/>
            <a:ext cx="6436614" cy="448056"/>
          </a:xfrm>
          <a:prstGeom prst="rect">
            <a:avLst/>
          </a:prstGeom>
          <a:noFill/>
          <a:ln/>
        </p:spPr>
        <p:txBody>
          <a:bodyPr wrap="square" lIns="0" tIns="0" rIns="0" bIns="0" rtlCol="0" anchor="ctr"/>
          <a:lstStyle/>
          <a:p>
            <a:r>
              <a:rPr lang="en-US" altLang="ko-KR" sz="2000" b="1">
                <a:latin typeface="+mn-ea"/>
              </a:rPr>
              <a:t>2.</a:t>
            </a:r>
            <a:r>
              <a:rPr lang="ko-KR" altLang="en-US" sz="2000" b="1">
                <a:latin typeface="+mn-ea"/>
              </a:rPr>
              <a:t> 시스템 아키텍처 </a:t>
            </a:r>
            <a:r>
              <a:rPr lang="en-US" altLang="ko-KR" sz="2000" b="1">
                <a:latin typeface="+mn-ea"/>
              </a:rPr>
              <a:t>(</a:t>
            </a:r>
            <a:r>
              <a:rPr lang="ko-KR" altLang="en-US" sz="2000" b="1">
                <a:latin typeface="+mn-ea"/>
              </a:rPr>
              <a:t>제어 구성도</a:t>
            </a:r>
            <a:r>
              <a:rPr lang="en-US" altLang="ko-KR" sz="2000" b="1">
                <a:latin typeface="+mn-ea"/>
              </a:rPr>
              <a:t>)</a:t>
            </a:r>
            <a:endParaRPr lang="en-US" altLang="ko-KR" sz="2000" dirty="0">
              <a:latin typeface="+mn-ea"/>
            </a:endParaRPr>
          </a:p>
        </p:txBody>
      </p:sp>
      <p:grpSp>
        <p:nvGrpSpPr>
          <p:cNvPr id="9" name="그룹 8">
            <a:extLst>
              <a:ext uri="{FF2B5EF4-FFF2-40B4-BE49-F238E27FC236}">
                <a16:creationId xmlns:a16="http://schemas.microsoft.com/office/drawing/2014/main" id="{4F0B243C-51D1-4D79-BE5F-4936934A6104}"/>
              </a:ext>
            </a:extLst>
          </p:cNvPr>
          <p:cNvGrpSpPr>
            <a:grpSpLocks noChangeAspect="1"/>
          </p:cNvGrpSpPr>
          <p:nvPr/>
        </p:nvGrpSpPr>
        <p:grpSpPr>
          <a:xfrm>
            <a:off x="4751222" y="2120766"/>
            <a:ext cx="974408" cy="923595"/>
            <a:chOff x="3492302" y="2441338"/>
            <a:chExt cx="885825" cy="839632"/>
          </a:xfrm>
        </p:grpSpPr>
        <p:pic>
          <p:nvPicPr>
            <p:cNvPr id="10" name="그림 9">
              <a:extLst>
                <a:ext uri="{FF2B5EF4-FFF2-40B4-BE49-F238E27FC236}">
                  <a16:creationId xmlns:a16="http://schemas.microsoft.com/office/drawing/2014/main" id="{BE422E0E-4682-4EDE-B866-00CF7CE36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342475E4-5D45-4EF3-808E-10A3FF6EAE7B}"/>
                </a:ext>
              </a:extLst>
            </p:cNvPr>
            <p:cNvSpPr txBox="1"/>
            <p:nvPr/>
          </p:nvSpPr>
          <p:spPr>
            <a:xfrm>
              <a:off x="3546761" y="3085112"/>
              <a:ext cx="809637" cy="195858"/>
            </a:xfrm>
            <a:prstGeom prst="rect">
              <a:avLst/>
            </a:prstGeom>
            <a:noFill/>
          </p:spPr>
          <p:txBody>
            <a:bodyPr wrap="square" rtlCol="0">
              <a:spAutoFit/>
            </a:bodyPr>
            <a:lstStyle/>
            <a:p>
              <a:pPr algn="ctr"/>
              <a:r>
                <a:rPr lang="en-US" altLang="ko-KR" sz="800" b="1" dirty="0"/>
                <a:t>CIM PC</a:t>
              </a:r>
              <a:endParaRPr lang="ko-KR" altLang="en-US" sz="800" b="1" dirty="0"/>
            </a:p>
          </p:txBody>
        </p:sp>
      </p:grpSp>
      <p:grpSp>
        <p:nvGrpSpPr>
          <p:cNvPr id="12" name="그룹 11">
            <a:extLst>
              <a:ext uri="{FF2B5EF4-FFF2-40B4-BE49-F238E27FC236}">
                <a16:creationId xmlns:a16="http://schemas.microsoft.com/office/drawing/2014/main" id="{89ECE1FE-2B72-4676-9892-8EFEF55E5686}"/>
              </a:ext>
            </a:extLst>
          </p:cNvPr>
          <p:cNvGrpSpPr>
            <a:grpSpLocks noChangeAspect="1"/>
          </p:cNvGrpSpPr>
          <p:nvPr/>
        </p:nvGrpSpPr>
        <p:grpSpPr>
          <a:xfrm>
            <a:off x="6003066" y="2120766"/>
            <a:ext cx="974408" cy="923595"/>
            <a:chOff x="3492302" y="2441338"/>
            <a:chExt cx="885825" cy="839632"/>
          </a:xfrm>
        </p:grpSpPr>
        <p:pic>
          <p:nvPicPr>
            <p:cNvPr id="13" name="그림 12">
              <a:extLst>
                <a:ext uri="{FF2B5EF4-FFF2-40B4-BE49-F238E27FC236}">
                  <a16:creationId xmlns:a16="http://schemas.microsoft.com/office/drawing/2014/main" id="{9E05AF90-202A-4EAE-BEA3-8F519C062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7FD3F629-2F7A-478F-8B72-5377B6B9C8CE}"/>
                </a:ext>
              </a:extLst>
            </p:cNvPr>
            <p:cNvSpPr txBox="1"/>
            <p:nvPr/>
          </p:nvSpPr>
          <p:spPr>
            <a:xfrm>
              <a:off x="3546761" y="3085112"/>
              <a:ext cx="809637" cy="195858"/>
            </a:xfrm>
            <a:prstGeom prst="rect">
              <a:avLst/>
            </a:prstGeom>
            <a:noFill/>
          </p:spPr>
          <p:txBody>
            <a:bodyPr wrap="square" rtlCol="0">
              <a:spAutoFit/>
            </a:bodyPr>
            <a:lstStyle/>
            <a:p>
              <a:pPr algn="ctr"/>
              <a:r>
                <a:rPr lang="en-US" altLang="ko-KR" sz="800" b="1" dirty="0"/>
                <a:t>MCC PC</a:t>
              </a:r>
              <a:endParaRPr lang="ko-KR" altLang="en-US" sz="800" b="1" dirty="0"/>
            </a:p>
          </p:txBody>
        </p:sp>
      </p:grpSp>
      <p:grpSp>
        <p:nvGrpSpPr>
          <p:cNvPr id="15" name="그룹 14">
            <a:extLst>
              <a:ext uri="{FF2B5EF4-FFF2-40B4-BE49-F238E27FC236}">
                <a16:creationId xmlns:a16="http://schemas.microsoft.com/office/drawing/2014/main" id="{95AC2B2A-2F35-41CD-B5B2-624D2B74BD77}"/>
              </a:ext>
            </a:extLst>
          </p:cNvPr>
          <p:cNvGrpSpPr/>
          <p:nvPr/>
        </p:nvGrpSpPr>
        <p:grpSpPr>
          <a:xfrm>
            <a:off x="4693956" y="1379229"/>
            <a:ext cx="1082721" cy="380382"/>
            <a:chOff x="5009663" y="2493042"/>
            <a:chExt cx="984292" cy="345802"/>
          </a:xfrm>
        </p:grpSpPr>
        <p:pic>
          <p:nvPicPr>
            <p:cNvPr id="16" name="그림 15">
              <a:extLst>
                <a:ext uri="{FF2B5EF4-FFF2-40B4-BE49-F238E27FC236}">
                  <a16:creationId xmlns:a16="http://schemas.microsoft.com/office/drawing/2014/main" id="{9ADF477D-25A1-46BC-923E-9EB57C22C4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9663" y="2493042"/>
              <a:ext cx="98429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a:extLst>
                <a:ext uri="{FF2B5EF4-FFF2-40B4-BE49-F238E27FC236}">
                  <a16:creationId xmlns:a16="http://schemas.microsoft.com/office/drawing/2014/main" id="{7AA73FCA-55BB-46B3-988E-150ABBAFA6B9}"/>
                </a:ext>
              </a:extLst>
            </p:cNvPr>
            <p:cNvSpPr txBox="1"/>
            <p:nvPr/>
          </p:nvSpPr>
          <p:spPr>
            <a:xfrm>
              <a:off x="5058896" y="2670966"/>
              <a:ext cx="885826" cy="167878"/>
            </a:xfrm>
            <a:prstGeom prst="rect">
              <a:avLst/>
            </a:prstGeom>
            <a:noFill/>
          </p:spPr>
          <p:txBody>
            <a:bodyPr wrap="square" rtlCol="0">
              <a:spAutoFit/>
            </a:bodyPr>
            <a:lstStyle/>
            <a:p>
              <a:pPr algn="ctr"/>
              <a:r>
                <a:rPr lang="en-US" altLang="ko-KR" sz="600" b="1">
                  <a:latin typeface="+mn-ea"/>
                  <a:ea typeface="+mn-ea"/>
                </a:rPr>
                <a:t>UI</a:t>
              </a:r>
              <a:r>
                <a:rPr lang="ko-KR" altLang="en-US" sz="600" b="1">
                  <a:latin typeface="+mn-ea"/>
                  <a:ea typeface="+mn-ea"/>
                </a:rPr>
                <a:t> </a:t>
              </a:r>
              <a:r>
                <a:rPr lang="en-US" altLang="ko-KR" sz="600" b="1">
                  <a:latin typeface="+mn-ea"/>
                  <a:ea typeface="+mn-ea"/>
                </a:rPr>
                <a:t>RACK HUB (24ch)</a:t>
              </a:r>
              <a:endParaRPr lang="ko-KR" altLang="en-US" sz="600" b="1" dirty="0">
                <a:latin typeface="+mn-ea"/>
                <a:ea typeface="+mn-ea"/>
              </a:endParaRPr>
            </a:p>
          </p:txBody>
        </p:sp>
      </p:grpSp>
      <p:cxnSp>
        <p:nvCxnSpPr>
          <p:cNvPr id="18" name="연결선: 꺾임 17">
            <a:extLst>
              <a:ext uri="{FF2B5EF4-FFF2-40B4-BE49-F238E27FC236}">
                <a16:creationId xmlns:a16="http://schemas.microsoft.com/office/drawing/2014/main" id="{CD57AC47-B2A1-4179-8A9A-38CDF1A8C82A}"/>
              </a:ext>
            </a:extLst>
          </p:cNvPr>
          <p:cNvCxnSpPr>
            <a:cxnSpLocks/>
            <a:stCxn id="10" idx="0"/>
            <a:endCxn id="17" idx="2"/>
          </p:cNvCxnSpPr>
          <p:nvPr/>
        </p:nvCxnSpPr>
        <p:spPr bwMode="auto">
          <a:xfrm rot="16200000" flipV="1">
            <a:off x="5056294" y="1938634"/>
            <a:ext cx="361155" cy="3110"/>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cxnSp>
        <p:nvCxnSpPr>
          <p:cNvPr id="19" name="연결선: 꺾임 18">
            <a:extLst>
              <a:ext uri="{FF2B5EF4-FFF2-40B4-BE49-F238E27FC236}">
                <a16:creationId xmlns:a16="http://schemas.microsoft.com/office/drawing/2014/main" id="{9F59C14C-A646-4A48-8A37-1C446CFEF251}"/>
              </a:ext>
            </a:extLst>
          </p:cNvPr>
          <p:cNvCxnSpPr>
            <a:cxnSpLocks/>
            <a:stCxn id="61" idx="0"/>
            <a:endCxn id="17" idx="2"/>
          </p:cNvCxnSpPr>
          <p:nvPr/>
        </p:nvCxnSpPr>
        <p:spPr bwMode="auto">
          <a:xfrm rot="5400000" flipH="1" flipV="1">
            <a:off x="3804449" y="689900"/>
            <a:ext cx="361156" cy="2500578"/>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cxnSp>
        <p:nvCxnSpPr>
          <p:cNvPr id="20" name="연결선: 꺾임 19">
            <a:extLst>
              <a:ext uri="{FF2B5EF4-FFF2-40B4-BE49-F238E27FC236}">
                <a16:creationId xmlns:a16="http://schemas.microsoft.com/office/drawing/2014/main" id="{A1CEF6EF-63D5-44EA-A4D0-729AC2C43209}"/>
              </a:ext>
            </a:extLst>
          </p:cNvPr>
          <p:cNvCxnSpPr>
            <a:cxnSpLocks/>
            <a:stCxn id="48" idx="0"/>
            <a:endCxn id="17" idx="2"/>
          </p:cNvCxnSpPr>
          <p:nvPr/>
        </p:nvCxnSpPr>
        <p:spPr bwMode="auto">
          <a:xfrm rot="5400000" flipH="1" flipV="1">
            <a:off x="4430371" y="1315822"/>
            <a:ext cx="361156" cy="1248734"/>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cxnSp>
        <p:nvCxnSpPr>
          <p:cNvPr id="21" name="연결선: 꺾임 20">
            <a:extLst>
              <a:ext uri="{FF2B5EF4-FFF2-40B4-BE49-F238E27FC236}">
                <a16:creationId xmlns:a16="http://schemas.microsoft.com/office/drawing/2014/main" id="{78EC0A8F-586E-45CA-906C-6C5A2627A7A9}"/>
              </a:ext>
            </a:extLst>
          </p:cNvPr>
          <p:cNvCxnSpPr>
            <a:cxnSpLocks/>
            <a:stCxn id="13" idx="0"/>
            <a:endCxn id="17" idx="2"/>
          </p:cNvCxnSpPr>
          <p:nvPr/>
        </p:nvCxnSpPr>
        <p:spPr bwMode="auto">
          <a:xfrm rot="16200000" flipV="1">
            <a:off x="5682216" y="1312712"/>
            <a:ext cx="361155" cy="1254954"/>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31" name="그룹 30">
            <a:extLst>
              <a:ext uri="{FF2B5EF4-FFF2-40B4-BE49-F238E27FC236}">
                <a16:creationId xmlns:a16="http://schemas.microsoft.com/office/drawing/2014/main" id="{E6C83E0D-76A6-4BA9-A0B5-0C7765BE1CC3}"/>
              </a:ext>
            </a:extLst>
          </p:cNvPr>
          <p:cNvGrpSpPr/>
          <p:nvPr/>
        </p:nvGrpSpPr>
        <p:grpSpPr>
          <a:xfrm>
            <a:off x="7254910" y="2126269"/>
            <a:ext cx="890602" cy="799286"/>
            <a:chOff x="3915575" y="2173595"/>
            <a:chExt cx="809638" cy="726624"/>
          </a:xfrm>
        </p:grpSpPr>
        <p:pic>
          <p:nvPicPr>
            <p:cNvPr id="32" name="그림 31">
              <a:extLst>
                <a:ext uri="{FF2B5EF4-FFF2-40B4-BE49-F238E27FC236}">
                  <a16:creationId xmlns:a16="http://schemas.microsoft.com/office/drawing/2014/main" id="{D36348A8-F856-4E19-9A22-CAEAE31FB4A0}"/>
                </a:ext>
              </a:extLst>
            </p:cNvPr>
            <p:cNvPicPr>
              <a:picLocks noChangeAspect="1"/>
            </p:cNvPicPr>
            <p:nvPr/>
          </p:nvPicPr>
          <p:blipFill>
            <a:blip r:embed="rId5"/>
            <a:stretch>
              <a:fillRect/>
            </a:stretch>
          </p:blipFill>
          <p:spPr>
            <a:xfrm>
              <a:off x="3915575" y="2173595"/>
              <a:ext cx="809638" cy="512670"/>
            </a:xfrm>
            <a:prstGeom prst="rect">
              <a:avLst/>
            </a:prstGeom>
          </p:spPr>
        </p:pic>
        <p:sp>
          <p:nvSpPr>
            <p:cNvPr id="33" name="TextBox 32">
              <a:extLst>
                <a:ext uri="{FF2B5EF4-FFF2-40B4-BE49-F238E27FC236}">
                  <a16:creationId xmlns:a16="http://schemas.microsoft.com/office/drawing/2014/main" id="{78BBC1EE-1D34-48CB-9174-0FCA73986FDC}"/>
                </a:ext>
              </a:extLst>
            </p:cNvPr>
            <p:cNvSpPr txBox="1"/>
            <p:nvPr/>
          </p:nvSpPr>
          <p:spPr>
            <a:xfrm>
              <a:off x="3915576" y="2684775"/>
              <a:ext cx="809637" cy="215444"/>
            </a:xfrm>
            <a:prstGeom prst="rect">
              <a:avLst/>
            </a:prstGeom>
            <a:noFill/>
          </p:spPr>
          <p:txBody>
            <a:bodyPr wrap="square" rtlCol="0">
              <a:spAutoFit/>
            </a:bodyPr>
            <a:lstStyle/>
            <a:p>
              <a:pPr algn="ctr"/>
              <a:r>
                <a:rPr lang="en-US" altLang="ko-KR" sz="800" b="1"/>
                <a:t>MC4U(ACS)</a:t>
              </a:r>
              <a:endParaRPr lang="ko-KR" altLang="en-US" sz="800" b="1" dirty="0"/>
            </a:p>
          </p:txBody>
        </p:sp>
      </p:grpSp>
      <p:pic>
        <p:nvPicPr>
          <p:cNvPr id="34" name="그림 33">
            <a:extLst>
              <a:ext uri="{FF2B5EF4-FFF2-40B4-BE49-F238E27FC236}">
                <a16:creationId xmlns:a16="http://schemas.microsoft.com/office/drawing/2014/main" id="{A0C6600D-5805-4C06-94A5-48650181F3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09067" y="3119809"/>
            <a:ext cx="516867" cy="422601"/>
          </a:xfrm>
          <a:prstGeom prst="rect">
            <a:avLst/>
          </a:prstGeom>
        </p:spPr>
      </p:pic>
      <p:sp>
        <p:nvSpPr>
          <p:cNvPr id="35" name="TextBox 34">
            <a:extLst>
              <a:ext uri="{FF2B5EF4-FFF2-40B4-BE49-F238E27FC236}">
                <a16:creationId xmlns:a16="http://schemas.microsoft.com/office/drawing/2014/main" id="{2DA72A62-6CF4-40B8-85E2-65CAD1DAEF41}"/>
              </a:ext>
            </a:extLst>
          </p:cNvPr>
          <p:cNvSpPr txBox="1"/>
          <p:nvPr/>
        </p:nvSpPr>
        <p:spPr>
          <a:xfrm>
            <a:off x="7809067" y="3501841"/>
            <a:ext cx="515955" cy="184666"/>
          </a:xfrm>
          <a:prstGeom prst="rect">
            <a:avLst/>
          </a:prstGeom>
          <a:noFill/>
        </p:spPr>
        <p:txBody>
          <a:bodyPr wrap="square" rtlCol="0">
            <a:spAutoFit/>
          </a:bodyPr>
          <a:lstStyle/>
          <a:p>
            <a:pPr algn="ctr"/>
            <a:r>
              <a:rPr lang="en-US" altLang="ko-KR" sz="600" b="1" dirty="0">
                <a:ea typeface="맑은 고딕" panose="020B0503020000020004" pitchFamily="50" charset="-127"/>
              </a:rPr>
              <a:t>Align X</a:t>
            </a:r>
            <a:r>
              <a:rPr lang="ko-KR" altLang="en-US" sz="600" b="1" dirty="0">
                <a:ea typeface="맑은 고딕" panose="020B0503020000020004" pitchFamily="50" charset="-127"/>
              </a:rPr>
              <a:t>축</a:t>
            </a:r>
            <a:endParaRPr lang="en-US" altLang="ko-KR" sz="600" b="1" dirty="0">
              <a:ea typeface="맑은 고딕" panose="020B0503020000020004" pitchFamily="50" charset="-127"/>
            </a:endParaRPr>
          </a:p>
        </p:txBody>
      </p:sp>
      <p:grpSp>
        <p:nvGrpSpPr>
          <p:cNvPr id="37" name="그룹 36">
            <a:extLst>
              <a:ext uri="{FF2B5EF4-FFF2-40B4-BE49-F238E27FC236}">
                <a16:creationId xmlns:a16="http://schemas.microsoft.com/office/drawing/2014/main" id="{2C17CD85-53B3-4D30-AFA0-8C1EF38D07D6}"/>
              </a:ext>
            </a:extLst>
          </p:cNvPr>
          <p:cNvGrpSpPr/>
          <p:nvPr/>
        </p:nvGrpSpPr>
        <p:grpSpPr>
          <a:xfrm>
            <a:off x="7818163" y="3636341"/>
            <a:ext cx="516867" cy="570294"/>
            <a:chOff x="7302014" y="4222333"/>
            <a:chExt cx="516867" cy="570294"/>
          </a:xfrm>
        </p:grpSpPr>
        <p:sp>
          <p:nvSpPr>
            <p:cNvPr id="38" name="TextBox 37">
              <a:extLst>
                <a:ext uri="{FF2B5EF4-FFF2-40B4-BE49-F238E27FC236}">
                  <a16:creationId xmlns:a16="http://schemas.microsoft.com/office/drawing/2014/main" id="{15E5E0F1-A0F5-4902-B3B1-784A636197D7}"/>
                </a:ext>
              </a:extLst>
            </p:cNvPr>
            <p:cNvSpPr txBox="1"/>
            <p:nvPr/>
          </p:nvSpPr>
          <p:spPr>
            <a:xfrm>
              <a:off x="7302014" y="4607961"/>
              <a:ext cx="515954" cy="184666"/>
            </a:xfrm>
            <a:prstGeom prst="rect">
              <a:avLst/>
            </a:prstGeom>
            <a:noFill/>
          </p:spPr>
          <p:txBody>
            <a:bodyPr wrap="square" rtlCol="0">
              <a:spAutoFit/>
            </a:bodyPr>
            <a:lstStyle/>
            <a:p>
              <a:pPr algn="ctr"/>
              <a:r>
                <a:rPr lang="en-US" altLang="ko-KR" sz="600" b="1" dirty="0">
                  <a:ea typeface="맑은 고딕" panose="020B0503020000020004" pitchFamily="50" charset="-127"/>
                </a:rPr>
                <a:t>Align Y</a:t>
              </a:r>
              <a:r>
                <a:rPr lang="ko-KR" altLang="en-US" sz="600" b="1" dirty="0">
                  <a:ea typeface="맑은 고딕" panose="020B0503020000020004" pitchFamily="50" charset="-127"/>
                </a:rPr>
                <a:t>축</a:t>
              </a:r>
              <a:endParaRPr lang="en-US" altLang="ko-KR" sz="600" b="1" dirty="0">
                <a:ea typeface="맑은 고딕" panose="020B0503020000020004" pitchFamily="50" charset="-127"/>
              </a:endParaRPr>
            </a:p>
          </p:txBody>
        </p:sp>
        <p:pic>
          <p:nvPicPr>
            <p:cNvPr id="39" name="그림 38">
              <a:extLst>
                <a:ext uri="{FF2B5EF4-FFF2-40B4-BE49-F238E27FC236}">
                  <a16:creationId xmlns:a16="http://schemas.microsoft.com/office/drawing/2014/main" id="{D7AAA791-C90C-412E-B503-8F52E5BE8A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02014" y="4222333"/>
              <a:ext cx="516867" cy="422602"/>
            </a:xfrm>
            <a:prstGeom prst="rect">
              <a:avLst/>
            </a:prstGeom>
          </p:spPr>
        </p:pic>
      </p:grpSp>
      <p:grpSp>
        <p:nvGrpSpPr>
          <p:cNvPr id="40" name="그룹 39">
            <a:extLst>
              <a:ext uri="{FF2B5EF4-FFF2-40B4-BE49-F238E27FC236}">
                <a16:creationId xmlns:a16="http://schemas.microsoft.com/office/drawing/2014/main" id="{655B2AFA-6775-4942-AE5A-4B614F0857AE}"/>
              </a:ext>
            </a:extLst>
          </p:cNvPr>
          <p:cNvGrpSpPr/>
          <p:nvPr/>
        </p:nvGrpSpPr>
        <p:grpSpPr>
          <a:xfrm>
            <a:off x="7830974" y="4218175"/>
            <a:ext cx="516867" cy="570294"/>
            <a:chOff x="7302014" y="4828021"/>
            <a:chExt cx="516867" cy="570294"/>
          </a:xfrm>
        </p:grpSpPr>
        <p:sp>
          <p:nvSpPr>
            <p:cNvPr id="41" name="TextBox 40">
              <a:extLst>
                <a:ext uri="{FF2B5EF4-FFF2-40B4-BE49-F238E27FC236}">
                  <a16:creationId xmlns:a16="http://schemas.microsoft.com/office/drawing/2014/main" id="{93B9C554-3109-4440-9624-9B0DC269E133}"/>
                </a:ext>
              </a:extLst>
            </p:cNvPr>
            <p:cNvSpPr txBox="1"/>
            <p:nvPr/>
          </p:nvSpPr>
          <p:spPr>
            <a:xfrm>
              <a:off x="7302014" y="5213649"/>
              <a:ext cx="515954" cy="184666"/>
            </a:xfrm>
            <a:prstGeom prst="rect">
              <a:avLst/>
            </a:prstGeom>
            <a:noFill/>
          </p:spPr>
          <p:txBody>
            <a:bodyPr wrap="square" rtlCol="0">
              <a:spAutoFit/>
            </a:bodyPr>
            <a:lstStyle/>
            <a:p>
              <a:pPr algn="ctr"/>
              <a:r>
                <a:rPr lang="en-US" altLang="ko-KR" sz="600" b="1" dirty="0">
                  <a:ea typeface="맑은 고딕" panose="020B0503020000020004" pitchFamily="50" charset="-127"/>
                </a:rPr>
                <a:t>Align Θ</a:t>
              </a:r>
              <a:r>
                <a:rPr lang="ko-KR" altLang="en-US" sz="600" b="1" dirty="0">
                  <a:ea typeface="맑은 고딕" panose="020B0503020000020004" pitchFamily="50" charset="-127"/>
                </a:rPr>
                <a:t>축</a:t>
              </a:r>
              <a:endParaRPr lang="en-US" altLang="ko-KR" sz="600" b="1" dirty="0">
                <a:ea typeface="맑은 고딕" panose="020B0503020000020004" pitchFamily="50" charset="-127"/>
              </a:endParaRPr>
            </a:p>
          </p:txBody>
        </p:sp>
        <p:pic>
          <p:nvPicPr>
            <p:cNvPr id="42" name="그림 41">
              <a:extLst>
                <a:ext uri="{FF2B5EF4-FFF2-40B4-BE49-F238E27FC236}">
                  <a16:creationId xmlns:a16="http://schemas.microsoft.com/office/drawing/2014/main" id="{54662D2E-B818-4A46-884E-3935D114DD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02014" y="4828021"/>
              <a:ext cx="516867" cy="422602"/>
            </a:xfrm>
            <a:prstGeom prst="rect">
              <a:avLst/>
            </a:prstGeom>
          </p:spPr>
        </p:pic>
      </p:grpSp>
      <p:cxnSp>
        <p:nvCxnSpPr>
          <p:cNvPr id="43" name="연결선: 꺾임 42">
            <a:extLst>
              <a:ext uri="{FF2B5EF4-FFF2-40B4-BE49-F238E27FC236}">
                <a16:creationId xmlns:a16="http://schemas.microsoft.com/office/drawing/2014/main" id="{1308968B-D57E-4F39-A416-861C2F45C3D4}"/>
              </a:ext>
            </a:extLst>
          </p:cNvPr>
          <p:cNvCxnSpPr>
            <a:cxnSpLocks/>
            <a:stCxn id="34" idx="1"/>
            <a:endCxn id="33" idx="2"/>
          </p:cNvCxnSpPr>
          <p:nvPr/>
        </p:nvCxnSpPr>
        <p:spPr bwMode="auto">
          <a:xfrm rot="10800000">
            <a:off x="7700213" y="2925556"/>
            <a:ext cx="108855" cy="405555"/>
          </a:xfrm>
          <a:prstGeom prst="bentConnector2">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4" name="연결선: 꺾임 43">
            <a:extLst>
              <a:ext uri="{FF2B5EF4-FFF2-40B4-BE49-F238E27FC236}">
                <a16:creationId xmlns:a16="http://schemas.microsoft.com/office/drawing/2014/main" id="{42A5B9F9-2073-4DBB-AFA4-77A5B05A7AA8}"/>
              </a:ext>
            </a:extLst>
          </p:cNvPr>
          <p:cNvCxnSpPr>
            <a:cxnSpLocks/>
            <a:stCxn id="39" idx="1"/>
            <a:endCxn id="33" idx="2"/>
          </p:cNvCxnSpPr>
          <p:nvPr/>
        </p:nvCxnSpPr>
        <p:spPr bwMode="auto">
          <a:xfrm rot="10800000">
            <a:off x="7700213" y="2925556"/>
            <a:ext cx="117951" cy="922087"/>
          </a:xfrm>
          <a:prstGeom prst="bentConnector2">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5" name="연결선: 꺾임 44">
            <a:extLst>
              <a:ext uri="{FF2B5EF4-FFF2-40B4-BE49-F238E27FC236}">
                <a16:creationId xmlns:a16="http://schemas.microsoft.com/office/drawing/2014/main" id="{DBA74A05-A184-4DC7-A712-62162998AC77}"/>
              </a:ext>
            </a:extLst>
          </p:cNvPr>
          <p:cNvCxnSpPr>
            <a:cxnSpLocks/>
            <a:stCxn id="42" idx="1"/>
            <a:endCxn id="33" idx="2"/>
          </p:cNvCxnSpPr>
          <p:nvPr/>
        </p:nvCxnSpPr>
        <p:spPr bwMode="auto">
          <a:xfrm rot="10800000">
            <a:off x="7700212" y="2925556"/>
            <a:ext cx="130762" cy="1503921"/>
          </a:xfrm>
          <a:prstGeom prst="bentConnector2">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6" name="연결선: 꺾임 45">
            <a:extLst>
              <a:ext uri="{FF2B5EF4-FFF2-40B4-BE49-F238E27FC236}">
                <a16:creationId xmlns:a16="http://schemas.microsoft.com/office/drawing/2014/main" id="{9ABE2FA1-E14B-4077-8058-14AA362C7355}"/>
              </a:ext>
            </a:extLst>
          </p:cNvPr>
          <p:cNvCxnSpPr>
            <a:cxnSpLocks/>
            <a:stCxn id="17" idx="2"/>
            <a:endCxn id="32" idx="0"/>
          </p:cNvCxnSpPr>
          <p:nvPr/>
        </p:nvCxnSpPr>
        <p:spPr bwMode="auto">
          <a:xfrm rot="16200000" flipH="1">
            <a:off x="6284434" y="710492"/>
            <a:ext cx="366658" cy="2464895"/>
          </a:xfrm>
          <a:prstGeom prst="bentConnector3">
            <a:avLst>
              <a:gd name="adj1" fmla="val 50000"/>
            </a:avLst>
          </a:prstGeom>
          <a:ln w="19050">
            <a:solidFill>
              <a:schemeClr val="accent5"/>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grpSp>
        <p:nvGrpSpPr>
          <p:cNvPr id="47" name="그룹 46">
            <a:extLst>
              <a:ext uri="{FF2B5EF4-FFF2-40B4-BE49-F238E27FC236}">
                <a16:creationId xmlns:a16="http://schemas.microsoft.com/office/drawing/2014/main" id="{0D60D40A-B864-43CA-9EFF-207436C526AF}"/>
              </a:ext>
            </a:extLst>
          </p:cNvPr>
          <p:cNvGrpSpPr>
            <a:grpSpLocks noChangeAspect="1"/>
          </p:cNvGrpSpPr>
          <p:nvPr/>
        </p:nvGrpSpPr>
        <p:grpSpPr>
          <a:xfrm>
            <a:off x="3499378" y="2120767"/>
            <a:ext cx="974408" cy="945140"/>
            <a:chOff x="3492302" y="2441338"/>
            <a:chExt cx="885825" cy="859218"/>
          </a:xfrm>
        </p:grpSpPr>
        <p:pic>
          <p:nvPicPr>
            <p:cNvPr id="48" name="그림 47">
              <a:extLst>
                <a:ext uri="{FF2B5EF4-FFF2-40B4-BE49-F238E27FC236}">
                  <a16:creationId xmlns:a16="http://schemas.microsoft.com/office/drawing/2014/main" id="{0B47B5AC-6C14-429C-B008-4956B6958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Box 48">
              <a:extLst>
                <a:ext uri="{FF2B5EF4-FFF2-40B4-BE49-F238E27FC236}">
                  <a16:creationId xmlns:a16="http://schemas.microsoft.com/office/drawing/2014/main" id="{E32B0243-7449-42E1-856A-275A711C7943}"/>
                </a:ext>
              </a:extLst>
            </p:cNvPr>
            <p:cNvSpPr txBox="1"/>
            <p:nvPr/>
          </p:nvSpPr>
          <p:spPr>
            <a:xfrm>
              <a:off x="3546761" y="3085112"/>
              <a:ext cx="809637" cy="215444"/>
            </a:xfrm>
            <a:prstGeom prst="rect">
              <a:avLst/>
            </a:prstGeom>
            <a:noFill/>
          </p:spPr>
          <p:txBody>
            <a:bodyPr wrap="square" rtlCol="0">
              <a:spAutoFit/>
            </a:bodyPr>
            <a:lstStyle/>
            <a:p>
              <a:pPr algn="ctr"/>
              <a:r>
                <a:rPr lang="en-US" altLang="ko-KR" sz="800" b="1"/>
                <a:t>VISION PC</a:t>
              </a:r>
              <a:endParaRPr lang="ko-KR" altLang="en-US" sz="800" b="1" dirty="0"/>
            </a:p>
          </p:txBody>
        </p:sp>
      </p:grpSp>
      <p:grpSp>
        <p:nvGrpSpPr>
          <p:cNvPr id="50" name="그룹 49">
            <a:extLst>
              <a:ext uri="{FF2B5EF4-FFF2-40B4-BE49-F238E27FC236}">
                <a16:creationId xmlns:a16="http://schemas.microsoft.com/office/drawing/2014/main" id="{D28BCADC-692E-4B12-B88E-35CA0D216099}"/>
              </a:ext>
            </a:extLst>
          </p:cNvPr>
          <p:cNvGrpSpPr/>
          <p:nvPr/>
        </p:nvGrpSpPr>
        <p:grpSpPr>
          <a:xfrm>
            <a:off x="3091024" y="3142148"/>
            <a:ext cx="890601" cy="449755"/>
            <a:chOff x="5935632" y="5446971"/>
            <a:chExt cx="809637" cy="408868"/>
          </a:xfrm>
        </p:grpSpPr>
        <p:grpSp>
          <p:nvGrpSpPr>
            <p:cNvPr id="51" name="그룹 50">
              <a:extLst>
                <a:ext uri="{FF2B5EF4-FFF2-40B4-BE49-F238E27FC236}">
                  <a16:creationId xmlns:a16="http://schemas.microsoft.com/office/drawing/2014/main" id="{8C6FDD55-AC3B-475D-AE6C-7365CEF394EF}"/>
                </a:ext>
              </a:extLst>
            </p:cNvPr>
            <p:cNvGrpSpPr/>
            <p:nvPr/>
          </p:nvGrpSpPr>
          <p:grpSpPr>
            <a:xfrm>
              <a:off x="6009631" y="5446971"/>
              <a:ext cx="661639" cy="227000"/>
              <a:chOff x="6025692" y="5446971"/>
              <a:chExt cx="661639" cy="227000"/>
            </a:xfrm>
          </p:grpSpPr>
          <p:pic>
            <p:nvPicPr>
              <p:cNvPr id="53" name="그림 52">
                <a:extLst>
                  <a:ext uri="{FF2B5EF4-FFF2-40B4-BE49-F238E27FC236}">
                    <a16:creationId xmlns:a16="http://schemas.microsoft.com/office/drawing/2014/main" id="{F30A698E-F7E9-4B34-BAE7-A340DAC4F86B}"/>
                  </a:ext>
                </a:extLst>
              </p:cNvPr>
              <p:cNvPicPr>
                <a:picLocks noChangeAspect="1"/>
              </p:cNvPicPr>
              <p:nvPr/>
            </p:nvPicPr>
            <p:blipFill>
              <a:blip r:embed="rId7"/>
              <a:stretch>
                <a:fillRect/>
              </a:stretch>
            </p:blipFill>
            <p:spPr>
              <a:xfrm>
                <a:off x="6025692" y="5446971"/>
                <a:ext cx="314759" cy="227000"/>
              </a:xfrm>
              <a:prstGeom prst="rect">
                <a:avLst/>
              </a:prstGeom>
            </p:spPr>
          </p:pic>
          <p:pic>
            <p:nvPicPr>
              <p:cNvPr id="55" name="그림 54">
                <a:extLst>
                  <a:ext uri="{FF2B5EF4-FFF2-40B4-BE49-F238E27FC236}">
                    <a16:creationId xmlns:a16="http://schemas.microsoft.com/office/drawing/2014/main" id="{BD17C967-57F2-4818-8EAA-1A34152533D1}"/>
                  </a:ext>
                </a:extLst>
              </p:cNvPr>
              <p:cNvPicPr>
                <a:picLocks noChangeAspect="1"/>
              </p:cNvPicPr>
              <p:nvPr/>
            </p:nvPicPr>
            <p:blipFill>
              <a:blip r:embed="rId7"/>
              <a:stretch>
                <a:fillRect/>
              </a:stretch>
            </p:blipFill>
            <p:spPr>
              <a:xfrm>
                <a:off x="6372572" y="5446971"/>
                <a:ext cx="314759" cy="227000"/>
              </a:xfrm>
              <a:prstGeom prst="rect">
                <a:avLst/>
              </a:prstGeom>
            </p:spPr>
          </p:pic>
        </p:grpSp>
        <p:sp>
          <p:nvSpPr>
            <p:cNvPr id="52" name="TextBox 51">
              <a:extLst>
                <a:ext uri="{FF2B5EF4-FFF2-40B4-BE49-F238E27FC236}">
                  <a16:creationId xmlns:a16="http://schemas.microsoft.com/office/drawing/2014/main" id="{26D0695F-19DE-4C24-A6B5-8AD8D0EBBAD7}"/>
                </a:ext>
              </a:extLst>
            </p:cNvPr>
            <p:cNvSpPr txBox="1"/>
            <p:nvPr/>
          </p:nvSpPr>
          <p:spPr>
            <a:xfrm>
              <a:off x="5935632" y="5673971"/>
              <a:ext cx="809637" cy="181868"/>
            </a:xfrm>
            <a:prstGeom prst="rect">
              <a:avLst/>
            </a:prstGeom>
            <a:noFill/>
          </p:spPr>
          <p:txBody>
            <a:bodyPr wrap="square" rtlCol="0">
              <a:spAutoFit/>
            </a:bodyPr>
            <a:lstStyle/>
            <a:p>
              <a:pPr algn="ctr"/>
              <a:r>
                <a:rPr lang="en-US" altLang="ko-KR" sz="700" b="1" dirty="0"/>
                <a:t>Align Camera(2EA)</a:t>
              </a:r>
              <a:endParaRPr lang="ko-KR" altLang="en-US" sz="700" b="1" dirty="0"/>
            </a:p>
          </p:txBody>
        </p:sp>
      </p:grpSp>
      <p:cxnSp>
        <p:nvCxnSpPr>
          <p:cNvPr id="56" name="연결선: 꺾임 55">
            <a:extLst>
              <a:ext uri="{FF2B5EF4-FFF2-40B4-BE49-F238E27FC236}">
                <a16:creationId xmlns:a16="http://schemas.microsoft.com/office/drawing/2014/main" id="{D4FE4AA6-C962-418E-9441-0FFACB467B4B}"/>
              </a:ext>
            </a:extLst>
          </p:cNvPr>
          <p:cNvCxnSpPr>
            <a:cxnSpLocks/>
            <a:stCxn id="49" idx="2"/>
            <a:endCxn id="55" idx="3"/>
          </p:cNvCxnSpPr>
          <p:nvPr/>
        </p:nvCxnSpPr>
        <p:spPr bwMode="auto">
          <a:xfrm rot="5400000">
            <a:off x="3851860" y="3114273"/>
            <a:ext cx="201091" cy="104358"/>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60" name="그룹 59">
            <a:extLst>
              <a:ext uri="{FF2B5EF4-FFF2-40B4-BE49-F238E27FC236}">
                <a16:creationId xmlns:a16="http://schemas.microsoft.com/office/drawing/2014/main" id="{431CB3A3-AC23-408F-8673-A173602C9C3F}"/>
              </a:ext>
            </a:extLst>
          </p:cNvPr>
          <p:cNvGrpSpPr>
            <a:grpSpLocks noChangeAspect="1"/>
          </p:cNvGrpSpPr>
          <p:nvPr/>
        </p:nvGrpSpPr>
        <p:grpSpPr>
          <a:xfrm>
            <a:off x="2247534" y="2120767"/>
            <a:ext cx="974408" cy="921591"/>
            <a:chOff x="3492302" y="2462748"/>
            <a:chExt cx="885825" cy="837808"/>
          </a:xfrm>
        </p:grpSpPr>
        <p:pic>
          <p:nvPicPr>
            <p:cNvPr id="61" name="그림 60">
              <a:extLst>
                <a:ext uri="{FF2B5EF4-FFF2-40B4-BE49-F238E27FC236}">
                  <a16:creationId xmlns:a16="http://schemas.microsoft.com/office/drawing/2014/main" id="{D8CD0AFD-B528-4A7F-B3EF-B9008C58A8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6274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TextBox 61">
              <a:extLst>
                <a:ext uri="{FF2B5EF4-FFF2-40B4-BE49-F238E27FC236}">
                  <a16:creationId xmlns:a16="http://schemas.microsoft.com/office/drawing/2014/main" id="{A7932536-8FD8-48EC-8C5E-2D809B98FD00}"/>
                </a:ext>
              </a:extLst>
            </p:cNvPr>
            <p:cNvSpPr txBox="1"/>
            <p:nvPr/>
          </p:nvSpPr>
          <p:spPr>
            <a:xfrm>
              <a:off x="3546761" y="3085112"/>
              <a:ext cx="809637" cy="215444"/>
            </a:xfrm>
            <a:prstGeom prst="rect">
              <a:avLst/>
            </a:prstGeom>
            <a:noFill/>
          </p:spPr>
          <p:txBody>
            <a:bodyPr wrap="square" rtlCol="0">
              <a:spAutoFit/>
            </a:bodyPr>
            <a:lstStyle/>
            <a:p>
              <a:pPr algn="ctr"/>
              <a:r>
                <a:rPr lang="en-US" altLang="ko-KR" sz="800" b="1"/>
                <a:t>STAGE PC</a:t>
              </a:r>
              <a:endParaRPr lang="ko-KR" altLang="en-US" sz="800" b="1" dirty="0"/>
            </a:p>
          </p:txBody>
        </p:sp>
      </p:grpSp>
      <p:grpSp>
        <p:nvGrpSpPr>
          <p:cNvPr id="74" name="그룹 73">
            <a:extLst>
              <a:ext uri="{FF2B5EF4-FFF2-40B4-BE49-F238E27FC236}">
                <a16:creationId xmlns:a16="http://schemas.microsoft.com/office/drawing/2014/main" id="{EDD6B290-2EDE-45A1-B3B7-E884E6A9F832}"/>
              </a:ext>
            </a:extLst>
          </p:cNvPr>
          <p:cNvGrpSpPr/>
          <p:nvPr/>
        </p:nvGrpSpPr>
        <p:grpSpPr>
          <a:xfrm>
            <a:off x="1621060" y="3934191"/>
            <a:ext cx="765886" cy="572069"/>
            <a:chOff x="4665725" y="4087061"/>
            <a:chExt cx="765886" cy="572069"/>
          </a:xfrm>
        </p:grpSpPr>
        <p:pic>
          <p:nvPicPr>
            <p:cNvPr id="75" name="그림 74">
              <a:extLst>
                <a:ext uri="{FF2B5EF4-FFF2-40B4-BE49-F238E27FC236}">
                  <a16:creationId xmlns:a16="http://schemas.microsoft.com/office/drawing/2014/main" id="{592F140B-3804-463D-92C4-3EDF8ED7B0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65726" y="4087061"/>
              <a:ext cx="765885" cy="456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TextBox 75">
              <a:extLst>
                <a:ext uri="{FF2B5EF4-FFF2-40B4-BE49-F238E27FC236}">
                  <a16:creationId xmlns:a16="http://schemas.microsoft.com/office/drawing/2014/main" id="{E7135F3B-306B-4DEC-B74B-1A44C807347A}"/>
                </a:ext>
              </a:extLst>
            </p:cNvPr>
            <p:cNvSpPr txBox="1"/>
            <p:nvPr/>
          </p:nvSpPr>
          <p:spPr>
            <a:xfrm>
              <a:off x="4665725" y="4489853"/>
              <a:ext cx="765886" cy="169277"/>
            </a:xfrm>
            <a:prstGeom prst="rect">
              <a:avLst/>
            </a:prstGeom>
            <a:noFill/>
          </p:spPr>
          <p:txBody>
            <a:bodyPr wrap="square" rtlCol="0">
              <a:spAutoFit/>
            </a:bodyPr>
            <a:lstStyle/>
            <a:p>
              <a:pPr algn="ctr"/>
              <a:r>
                <a:rPr lang="en-US" altLang="ko-KR" sz="500" b="1" dirty="0"/>
                <a:t>ACCURA 2500 ( - EA)</a:t>
              </a:r>
              <a:endParaRPr lang="ko-KR" altLang="en-US" sz="500" b="1" dirty="0"/>
            </a:p>
          </p:txBody>
        </p:sp>
      </p:grpSp>
      <p:cxnSp>
        <p:nvCxnSpPr>
          <p:cNvPr id="77" name="연결선: 꺾임 76">
            <a:extLst>
              <a:ext uri="{FF2B5EF4-FFF2-40B4-BE49-F238E27FC236}">
                <a16:creationId xmlns:a16="http://schemas.microsoft.com/office/drawing/2014/main" id="{B3FC742D-A105-4056-845A-B62AB8CCEC65}"/>
              </a:ext>
            </a:extLst>
          </p:cNvPr>
          <p:cNvCxnSpPr>
            <a:cxnSpLocks/>
            <a:stCxn id="62" idx="2"/>
            <a:endCxn id="75" idx="3"/>
          </p:cNvCxnSpPr>
          <p:nvPr/>
        </p:nvCxnSpPr>
        <p:spPr bwMode="auto">
          <a:xfrm rot="5400000">
            <a:off x="2009756" y="3419548"/>
            <a:ext cx="1120175" cy="365794"/>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78" name="그룹 77">
            <a:extLst>
              <a:ext uri="{FF2B5EF4-FFF2-40B4-BE49-F238E27FC236}">
                <a16:creationId xmlns:a16="http://schemas.microsoft.com/office/drawing/2014/main" id="{8D1749D4-50A9-45A7-AE81-47EF962119C5}"/>
              </a:ext>
            </a:extLst>
          </p:cNvPr>
          <p:cNvGrpSpPr/>
          <p:nvPr/>
        </p:nvGrpSpPr>
        <p:grpSpPr>
          <a:xfrm>
            <a:off x="1715015" y="4565035"/>
            <a:ext cx="663530" cy="431867"/>
            <a:chOff x="1310983" y="5076775"/>
            <a:chExt cx="603209" cy="392606"/>
          </a:xfrm>
        </p:grpSpPr>
        <p:pic>
          <p:nvPicPr>
            <p:cNvPr id="79" name="그림 78">
              <a:extLst>
                <a:ext uri="{FF2B5EF4-FFF2-40B4-BE49-F238E27FC236}">
                  <a16:creationId xmlns:a16="http://schemas.microsoft.com/office/drawing/2014/main" id="{D5EE3472-6AD4-48AC-937F-9E7C601090F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32821" y="5076775"/>
              <a:ext cx="581371" cy="255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TextBox 79">
              <a:extLst>
                <a:ext uri="{FF2B5EF4-FFF2-40B4-BE49-F238E27FC236}">
                  <a16:creationId xmlns:a16="http://schemas.microsoft.com/office/drawing/2014/main" id="{DEC04DD0-A7B9-4528-9D77-F0A4479C599E}"/>
                </a:ext>
              </a:extLst>
            </p:cNvPr>
            <p:cNvSpPr txBox="1"/>
            <p:nvPr/>
          </p:nvSpPr>
          <p:spPr>
            <a:xfrm>
              <a:off x="1310983" y="5301503"/>
              <a:ext cx="581371" cy="167878"/>
            </a:xfrm>
            <a:prstGeom prst="rect">
              <a:avLst/>
            </a:prstGeom>
            <a:noFill/>
          </p:spPr>
          <p:txBody>
            <a:bodyPr wrap="square" rtlCol="0">
              <a:spAutoFit/>
            </a:bodyPr>
            <a:lstStyle/>
            <a:p>
              <a:pPr algn="ctr"/>
              <a:r>
                <a:rPr lang="en-US" altLang="ko-KR" sz="600" b="1"/>
                <a:t>Device Master</a:t>
              </a:r>
              <a:endParaRPr lang="ko-KR" altLang="en-US" sz="600" b="1" dirty="0"/>
            </a:p>
          </p:txBody>
        </p:sp>
      </p:grpSp>
      <p:cxnSp>
        <p:nvCxnSpPr>
          <p:cNvPr id="81" name="연결선: 꺾임 80">
            <a:extLst>
              <a:ext uri="{FF2B5EF4-FFF2-40B4-BE49-F238E27FC236}">
                <a16:creationId xmlns:a16="http://schemas.microsoft.com/office/drawing/2014/main" id="{DD996935-3938-4936-984A-F3BE7FDA2812}"/>
              </a:ext>
            </a:extLst>
          </p:cNvPr>
          <p:cNvCxnSpPr>
            <a:cxnSpLocks/>
            <a:stCxn id="62" idx="2"/>
            <a:endCxn id="79" idx="3"/>
          </p:cNvCxnSpPr>
          <p:nvPr/>
        </p:nvCxnSpPr>
        <p:spPr bwMode="auto">
          <a:xfrm rot="5400000">
            <a:off x="1734122" y="3686782"/>
            <a:ext cx="1663042" cy="374195"/>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sp>
        <p:nvSpPr>
          <p:cNvPr id="82" name="직사각형 81">
            <a:extLst>
              <a:ext uri="{FF2B5EF4-FFF2-40B4-BE49-F238E27FC236}">
                <a16:creationId xmlns:a16="http://schemas.microsoft.com/office/drawing/2014/main" id="{374C61F7-9662-4F63-8C6B-A7FD82686E3A}"/>
              </a:ext>
            </a:extLst>
          </p:cNvPr>
          <p:cNvSpPr/>
          <p:nvPr/>
        </p:nvSpPr>
        <p:spPr bwMode="auto">
          <a:xfrm>
            <a:off x="1240440" y="4995914"/>
            <a:ext cx="571625" cy="186205"/>
          </a:xfrm>
          <a:prstGeom prst="rect">
            <a:avLst/>
          </a:prstGeom>
          <a:solidFill>
            <a:schemeClr val="accent1">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600" i="0" u="none" strike="noStrike" cap="none" normalizeH="0" baseline="0">
                <a:ln>
                  <a:noFill/>
                </a:ln>
                <a:solidFill>
                  <a:schemeClr val="tx1"/>
                </a:solidFill>
                <a:latin typeface="+mn-ea"/>
              </a:rPr>
              <a:t>DRP</a:t>
            </a:r>
            <a:endParaRPr kumimoji="1" lang="ko-KR" altLang="en-US" sz="600" i="0" u="none" strike="noStrike" cap="none" normalizeH="0" baseline="0">
              <a:ln>
                <a:noFill/>
              </a:ln>
              <a:solidFill>
                <a:schemeClr val="tx1"/>
              </a:solidFill>
              <a:latin typeface="+mn-ea"/>
            </a:endParaRPr>
          </a:p>
        </p:txBody>
      </p:sp>
      <p:sp>
        <p:nvSpPr>
          <p:cNvPr id="83" name="직사각형 82">
            <a:extLst>
              <a:ext uri="{FF2B5EF4-FFF2-40B4-BE49-F238E27FC236}">
                <a16:creationId xmlns:a16="http://schemas.microsoft.com/office/drawing/2014/main" id="{80E91CDB-06A4-45AA-B878-BC463594B0AA}"/>
              </a:ext>
            </a:extLst>
          </p:cNvPr>
          <p:cNvSpPr/>
          <p:nvPr/>
        </p:nvSpPr>
        <p:spPr bwMode="auto">
          <a:xfrm>
            <a:off x="1240438" y="5225451"/>
            <a:ext cx="571625" cy="186205"/>
          </a:xfrm>
          <a:prstGeom prst="rect">
            <a:avLst/>
          </a:prstGeom>
          <a:solidFill>
            <a:schemeClr val="accent1">
              <a:lumMod val="20000"/>
              <a:lumOff val="8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600" i="0" u="none" strike="noStrike" cap="none" normalizeH="0" baseline="0">
                <a:ln>
                  <a:noFill/>
                </a:ln>
                <a:solidFill>
                  <a:schemeClr val="tx1"/>
                </a:solidFill>
                <a:latin typeface="+mn-ea"/>
              </a:rPr>
              <a:t>Rack Temp</a:t>
            </a:r>
            <a:endParaRPr kumimoji="1" lang="ko-KR" altLang="en-US" sz="600" i="0" u="none" strike="noStrike" cap="none" normalizeH="0" baseline="0">
              <a:ln>
                <a:noFill/>
              </a:ln>
              <a:solidFill>
                <a:schemeClr val="tx1"/>
              </a:solidFill>
              <a:latin typeface="+mn-ea"/>
            </a:endParaRPr>
          </a:p>
        </p:txBody>
      </p:sp>
      <p:cxnSp>
        <p:nvCxnSpPr>
          <p:cNvPr id="85" name="연결선: 꺾임 84">
            <a:extLst>
              <a:ext uri="{FF2B5EF4-FFF2-40B4-BE49-F238E27FC236}">
                <a16:creationId xmlns:a16="http://schemas.microsoft.com/office/drawing/2014/main" id="{31A8AF0E-196D-406E-AF99-2C0A03FDBA9A}"/>
              </a:ext>
            </a:extLst>
          </p:cNvPr>
          <p:cNvCxnSpPr>
            <a:cxnSpLocks/>
            <a:stCxn id="80" idx="2"/>
            <a:endCxn id="82" idx="3"/>
          </p:cNvCxnSpPr>
          <p:nvPr/>
        </p:nvCxnSpPr>
        <p:spPr bwMode="auto">
          <a:xfrm rot="5400000">
            <a:off x="1877360" y="4931607"/>
            <a:ext cx="92115" cy="222704"/>
          </a:xfrm>
          <a:prstGeom prst="bentConnector2">
            <a:avLst/>
          </a:prstGeom>
          <a:solidFill>
            <a:schemeClr val="accent1"/>
          </a:solidFill>
          <a:ln w="25400" cap="flat" cmpd="sng" algn="ctr">
            <a:solidFill>
              <a:schemeClr val="accent4"/>
            </a:solidFill>
            <a:prstDash val="solid"/>
            <a:round/>
            <a:headEnd type="none" w="med" len="med"/>
            <a:tailEnd type="none" w="med" len="med"/>
          </a:ln>
          <a:effectLst/>
        </p:spPr>
      </p:cxnSp>
      <p:cxnSp>
        <p:nvCxnSpPr>
          <p:cNvPr id="86" name="연결선: 꺾임 85">
            <a:extLst>
              <a:ext uri="{FF2B5EF4-FFF2-40B4-BE49-F238E27FC236}">
                <a16:creationId xmlns:a16="http://schemas.microsoft.com/office/drawing/2014/main" id="{C7AA0E86-D817-4C6D-AB76-3DE453A6D392}"/>
              </a:ext>
            </a:extLst>
          </p:cNvPr>
          <p:cNvCxnSpPr>
            <a:cxnSpLocks/>
            <a:stCxn id="80" idx="2"/>
            <a:endCxn id="83" idx="3"/>
          </p:cNvCxnSpPr>
          <p:nvPr/>
        </p:nvCxnSpPr>
        <p:spPr bwMode="auto">
          <a:xfrm rot="5400000">
            <a:off x="1762590" y="5046375"/>
            <a:ext cx="321652" cy="222706"/>
          </a:xfrm>
          <a:prstGeom prst="bentConnector2">
            <a:avLst/>
          </a:prstGeom>
          <a:solidFill>
            <a:schemeClr val="accent1"/>
          </a:solidFill>
          <a:ln w="25400" cap="flat" cmpd="sng" algn="ctr">
            <a:solidFill>
              <a:schemeClr val="accent4"/>
            </a:solidFill>
            <a:prstDash val="solid"/>
            <a:round/>
            <a:headEnd type="none" w="med" len="med"/>
            <a:tailEnd type="none" w="med" len="med"/>
          </a:ln>
          <a:effectLst/>
        </p:spPr>
      </p:cxnSp>
      <p:cxnSp>
        <p:nvCxnSpPr>
          <p:cNvPr id="92" name="직선 연결선 91">
            <a:extLst>
              <a:ext uri="{FF2B5EF4-FFF2-40B4-BE49-F238E27FC236}">
                <a16:creationId xmlns:a16="http://schemas.microsoft.com/office/drawing/2014/main" id="{B8E7A9F4-D459-4E83-85CB-CD4F0C4ABC56}"/>
              </a:ext>
            </a:extLst>
          </p:cNvPr>
          <p:cNvCxnSpPr>
            <a:cxnSpLocks/>
            <a:stCxn id="137" idx="1"/>
            <a:endCxn id="61" idx="1"/>
          </p:cNvCxnSpPr>
          <p:nvPr/>
        </p:nvCxnSpPr>
        <p:spPr bwMode="auto">
          <a:xfrm flipV="1">
            <a:off x="1719021" y="2493027"/>
            <a:ext cx="528513" cy="7494"/>
          </a:xfrm>
          <a:prstGeom prst="line">
            <a:avLst/>
          </a:prstGeom>
          <a:ln w="25400">
            <a:prstDash val="dash"/>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93" name="직선 연결선 92">
            <a:extLst>
              <a:ext uri="{FF2B5EF4-FFF2-40B4-BE49-F238E27FC236}">
                <a16:creationId xmlns:a16="http://schemas.microsoft.com/office/drawing/2014/main" id="{7D5F95BF-005F-4C9D-AD87-A8D4560AD5B3}"/>
              </a:ext>
            </a:extLst>
          </p:cNvPr>
          <p:cNvCxnSpPr>
            <a:cxnSpLocks/>
            <a:stCxn id="61" idx="3"/>
            <a:endCxn id="48" idx="1"/>
          </p:cNvCxnSpPr>
          <p:nvPr/>
        </p:nvCxnSpPr>
        <p:spPr bwMode="auto">
          <a:xfrm>
            <a:off x="3221942" y="2493027"/>
            <a:ext cx="277436" cy="0"/>
          </a:xfrm>
          <a:prstGeom prst="line">
            <a:avLst/>
          </a:prstGeom>
          <a:ln w="25400">
            <a:solidFill>
              <a:schemeClr val="accent6"/>
            </a:solidFill>
            <a:prstDash val="dash"/>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94" name="직선 연결선 93">
            <a:extLst>
              <a:ext uri="{FF2B5EF4-FFF2-40B4-BE49-F238E27FC236}">
                <a16:creationId xmlns:a16="http://schemas.microsoft.com/office/drawing/2014/main" id="{0684A4FC-6C71-4ED5-8CCB-383E6037FCB9}"/>
              </a:ext>
            </a:extLst>
          </p:cNvPr>
          <p:cNvCxnSpPr>
            <a:cxnSpLocks/>
            <a:stCxn id="48" idx="3"/>
            <a:endCxn id="10" idx="1"/>
          </p:cNvCxnSpPr>
          <p:nvPr/>
        </p:nvCxnSpPr>
        <p:spPr bwMode="auto">
          <a:xfrm flipV="1">
            <a:off x="4473786" y="2493025"/>
            <a:ext cx="277436" cy="2"/>
          </a:xfrm>
          <a:prstGeom prst="line">
            <a:avLst/>
          </a:prstGeom>
          <a:ln w="25400">
            <a:solidFill>
              <a:schemeClr val="accent6"/>
            </a:solidFill>
            <a:prstDash val="dash"/>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95" name="직선 연결선 94">
            <a:extLst>
              <a:ext uri="{FF2B5EF4-FFF2-40B4-BE49-F238E27FC236}">
                <a16:creationId xmlns:a16="http://schemas.microsoft.com/office/drawing/2014/main" id="{D3717224-B598-4D21-9807-B0775DEE89F2}"/>
              </a:ext>
            </a:extLst>
          </p:cNvPr>
          <p:cNvCxnSpPr>
            <a:cxnSpLocks/>
            <a:stCxn id="10" idx="3"/>
            <a:endCxn id="13" idx="1"/>
          </p:cNvCxnSpPr>
          <p:nvPr/>
        </p:nvCxnSpPr>
        <p:spPr bwMode="auto">
          <a:xfrm>
            <a:off x="5725630" y="2493025"/>
            <a:ext cx="277436" cy="0"/>
          </a:xfrm>
          <a:prstGeom prst="line">
            <a:avLst/>
          </a:prstGeom>
          <a:ln w="25400">
            <a:solidFill>
              <a:schemeClr val="accent6"/>
            </a:solidFill>
            <a:prstDash val="dash"/>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96" name="연결선: 꺾임 95">
            <a:extLst>
              <a:ext uri="{FF2B5EF4-FFF2-40B4-BE49-F238E27FC236}">
                <a16:creationId xmlns:a16="http://schemas.microsoft.com/office/drawing/2014/main" id="{7D6EC21C-DBBD-4E21-AA0C-3EB130FEB25B}"/>
              </a:ext>
            </a:extLst>
          </p:cNvPr>
          <p:cNvCxnSpPr>
            <a:cxnSpLocks/>
            <a:stCxn id="13" idx="3"/>
            <a:endCxn id="137" idx="3"/>
          </p:cNvCxnSpPr>
          <p:nvPr/>
        </p:nvCxnSpPr>
        <p:spPr>
          <a:xfrm flipH="1">
            <a:off x="1035735" y="2493025"/>
            <a:ext cx="5941739" cy="7496"/>
          </a:xfrm>
          <a:prstGeom prst="bentConnector5">
            <a:avLst>
              <a:gd name="adj1" fmla="val -3847"/>
              <a:gd name="adj2" fmla="val 8015728"/>
              <a:gd name="adj3" fmla="val 103847"/>
            </a:avLst>
          </a:prstGeom>
          <a:ln w="254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3" name="직선 연결선 102">
            <a:extLst>
              <a:ext uri="{FF2B5EF4-FFF2-40B4-BE49-F238E27FC236}">
                <a16:creationId xmlns:a16="http://schemas.microsoft.com/office/drawing/2014/main" id="{7387C146-5E8B-4EA7-8E7C-6CDEEEA95D81}"/>
              </a:ext>
            </a:extLst>
          </p:cNvPr>
          <p:cNvCxnSpPr>
            <a:cxnSpLocks/>
            <a:endCxn id="104" idx="1"/>
          </p:cNvCxnSpPr>
          <p:nvPr/>
        </p:nvCxnSpPr>
        <p:spPr bwMode="auto">
          <a:xfrm flipV="1">
            <a:off x="264499" y="723149"/>
            <a:ext cx="591311" cy="3682"/>
          </a:xfrm>
          <a:prstGeom prst="line">
            <a:avLst/>
          </a:prstGeom>
          <a:solidFill>
            <a:schemeClr val="accent1"/>
          </a:solidFill>
          <a:ln w="19050" cap="flat" cmpd="sng" algn="ctr">
            <a:solidFill>
              <a:srgbClr val="00CC00"/>
            </a:solidFill>
            <a:prstDash val="dash"/>
            <a:round/>
            <a:headEnd type="none" w="med" len="med"/>
            <a:tailEnd type="none" w="med" len="med"/>
          </a:ln>
          <a:effectLst/>
        </p:spPr>
      </p:cxnSp>
      <p:sp>
        <p:nvSpPr>
          <p:cNvPr id="104" name="모서리가 둥근 직사각형 128">
            <a:extLst>
              <a:ext uri="{FF2B5EF4-FFF2-40B4-BE49-F238E27FC236}">
                <a16:creationId xmlns:a16="http://schemas.microsoft.com/office/drawing/2014/main" id="{FC992ABF-157C-4968-9416-4674221A7381}"/>
              </a:ext>
            </a:extLst>
          </p:cNvPr>
          <p:cNvSpPr/>
          <p:nvPr/>
        </p:nvSpPr>
        <p:spPr bwMode="auto">
          <a:xfrm>
            <a:off x="855810" y="657056"/>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700" b="1" i="0" u="none" strike="noStrike" cap="none" normalizeH="0" baseline="0" dirty="0">
                <a:ln>
                  <a:noFill/>
                </a:ln>
                <a:latin typeface="+mn-ea"/>
                <a:ea typeface="+mn-ea"/>
              </a:rPr>
              <a:t>Melsec</a:t>
            </a:r>
            <a:endParaRPr kumimoji="1" lang="ko-KR" altLang="en-US" sz="700" b="1" i="0" u="none" strike="noStrike" cap="none" normalizeH="0" baseline="0" dirty="0">
              <a:ln>
                <a:noFill/>
              </a:ln>
              <a:latin typeface="+mn-ea"/>
              <a:ea typeface="+mn-ea"/>
            </a:endParaRPr>
          </a:p>
        </p:txBody>
      </p:sp>
      <p:cxnSp>
        <p:nvCxnSpPr>
          <p:cNvPr id="105" name="직선 연결선 104">
            <a:extLst>
              <a:ext uri="{FF2B5EF4-FFF2-40B4-BE49-F238E27FC236}">
                <a16:creationId xmlns:a16="http://schemas.microsoft.com/office/drawing/2014/main" id="{BE3A809F-0FD8-4063-88C1-39949C88C7AA}"/>
              </a:ext>
            </a:extLst>
          </p:cNvPr>
          <p:cNvCxnSpPr>
            <a:cxnSpLocks/>
            <a:endCxn id="106" idx="1"/>
          </p:cNvCxnSpPr>
          <p:nvPr/>
        </p:nvCxnSpPr>
        <p:spPr bwMode="auto">
          <a:xfrm flipV="1">
            <a:off x="264499" y="875609"/>
            <a:ext cx="591311" cy="3646"/>
          </a:xfrm>
          <a:prstGeom prst="line">
            <a:avLst/>
          </a:prstGeom>
          <a:ln>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106" name="모서리가 둥근 직사각형 128">
            <a:extLst>
              <a:ext uri="{FF2B5EF4-FFF2-40B4-BE49-F238E27FC236}">
                <a16:creationId xmlns:a16="http://schemas.microsoft.com/office/drawing/2014/main" id="{38446909-B36C-4C85-913E-153F40D6D936}"/>
              </a:ext>
            </a:extLst>
          </p:cNvPr>
          <p:cNvSpPr/>
          <p:nvPr/>
        </p:nvSpPr>
        <p:spPr bwMode="auto">
          <a:xfrm>
            <a:off x="855810" y="809516"/>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700" b="1">
                <a:latin typeface="+mn-ea"/>
              </a:rPr>
              <a:t>Serial</a:t>
            </a:r>
            <a:endParaRPr kumimoji="1" lang="ko-KR" altLang="en-US" sz="700" b="1" i="0" u="none" strike="noStrike" cap="none" normalizeH="0" baseline="0" dirty="0">
              <a:ln>
                <a:noFill/>
              </a:ln>
              <a:latin typeface="+mn-ea"/>
              <a:ea typeface="+mn-ea"/>
            </a:endParaRPr>
          </a:p>
        </p:txBody>
      </p:sp>
      <p:cxnSp>
        <p:nvCxnSpPr>
          <p:cNvPr id="107" name="직선 연결선 106">
            <a:extLst>
              <a:ext uri="{FF2B5EF4-FFF2-40B4-BE49-F238E27FC236}">
                <a16:creationId xmlns:a16="http://schemas.microsoft.com/office/drawing/2014/main" id="{18A2154B-1662-4369-BCC3-E0437BDFAC5A}"/>
              </a:ext>
            </a:extLst>
          </p:cNvPr>
          <p:cNvCxnSpPr>
            <a:cxnSpLocks/>
            <a:endCxn id="108" idx="1"/>
          </p:cNvCxnSpPr>
          <p:nvPr/>
        </p:nvCxnSpPr>
        <p:spPr bwMode="auto">
          <a:xfrm flipV="1">
            <a:off x="264499" y="1028069"/>
            <a:ext cx="591311" cy="3132"/>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108" name="모서리가 둥근 직사각형 128">
            <a:extLst>
              <a:ext uri="{FF2B5EF4-FFF2-40B4-BE49-F238E27FC236}">
                <a16:creationId xmlns:a16="http://schemas.microsoft.com/office/drawing/2014/main" id="{022F9400-072D-484D-9C03-B13EF5609C5C}"/>
              </a:ext>
            </a:extLst>
          </p:cNvPr>
          <p:cNvSpPr/>
          <p:nvPr/>
        </p:nvSpPr>
        <p:spPr bwMode="auto">
          <a:xfrm>
            <a:off x="855810" y="961976"/>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700" b="1" i="0" u="none" strike="noStrike" cap="none" normalizeH="0" baseline="0">
                <a:ln>
                  <a:noFill/>
                </a:ln>
                <a:latin typeface="+mn-ea"/>
                <a:ea typeface="+mn-ea"/>
              </a:rPr>
              <a:t>Ethernet</a:t>
            </a:r>
            <a:endParaRPr kumimoji="1" lang="ko-KR" altLang="en-US" sz="700" b="1" i="0" u="none" strike="noStrike" cap="none" normalizeH="0" baseline="0" dirty="0">
              <a:ln>
                <a:noFill/>
              </a:ln>
              <a:latin typeface="+mn-ea"/>
              <a:ea typeface="+mn-ea"/>
            </a:endParaRPr>
          </a:p>
        </p:txBody>
      </p:sp>
      <p:cxnSp>
        <p:nvCxnSpPr>
          <p:cNvPr id="109" name="직선 연결선 108">
            <a:extLst>
              <a:ext uri="{FF2B5EF4-FFF2-40B4-BE49-F238E27FC236}">
                <a16:creationId xmlns:a16="http://schemas.microsoft.com/office/drawing/2014/main" id="{D17A5230-AF6C-4664-904E-B4A671802D76}"/>
              </a:ext>
            </a:extLst>
          </p:cNvPr>
          <p:cNvCxnSpPr>
            <a:cxnSpLocks/>
            <a:endCxn id="110" idx="1"/>
          </p:cNvCxnSpPr>
          <p:nvPr/>
        </p:nvCxnSpPr>
        <p:spPr bwMode="auto">
          <a:xfrm flipV="1">
            <a:off x="1605391" y="1036293"/>
            <a:ext cx="588147" cy="4516"/>
          </a:xfrm>
          <a:prstGeom prst="line">
            <a:avLst/>
          </a:prstGeom>
          <a:ln>
            <a:solidFill>
              <a:schemeClr val="bg1">
                <a:lumMod val="50000"/>
              </a:schemeClr>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sp>
        <p:nvSpPr>
          <p:cNvPr id="110" name="모서리가 둥근 직사각형 128">
            <a:extLst>
              <a:ext uri="{FF2B5EF4-FFF2-40B4-BE49-F238E27FC236}">
                <a16:creationId xmlns:a16="http://schemas.microsoft.com/office/drawing/2014/main" id="{8FFA744F-9E45-4714-9DF9-031C0237BC4F}"/>
              </a:ext>
            </a:extLst>
          </p:cNvPr>
          <p:cNvSpPr/>
          <p:nvPr/>
        </p:nvSpPr>
        <p:spPr bwMode="auto">
          <a:xfrm>
            <a:off x="2193538" y="970200"/>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700" b="1" i="0" u="none" strike="noStrike" cap="none" normalizeH="0" baseline="0">
                <a:ln>
                  <a:noFill/>
                </a:ln>
                <a:latin typeface="+mn-ea"/>
                <a:ea typeface="+mn-ea"/>
              </a:rPr>
              <a:t>Motor Cable</a:t>
            </a:r>
            <a:endParaRPr kumimoji="1" lang="ko-KR" altLang="en-US" sz="700" b="1" i="0" u="none" strike="noStrike" cap="none" normalizeH="0" baseline="0" dirty="0">
              <a:ln>
                <a:noFill/>
              </a:ln>
              <a:latin typeface="+mn-ea"/>
              <a:ea typeface="+mn-ea"/>
            </a:endParaRPr>
          </a:p>
        </p:txBody>
      </p:sp>
      <p:cxnSp>
        <p:nvCxnSpPr>
          <p:cNvPr id="114" name="직선 연결선 113">
            <a:extLst>
              <a:ext uri="{FF2B5EF4-FFF2-40B4-BE49-F238E27FC236}">
                <a16:creationId xmlns:a16="http://schemas.microsoft.com/office/drawing/2014/main" id="{FC58BCC9-44D2-48D9-B941-4F763FCE57EE}"/>
              </a:ext>
            </a:extLst>
          </p:cNvPr>
          <p:cNvCxnSpPr>
            <a:cxnSpLocks/>
            <a:endCxn id="115" idx="1"/>
          </p:cNvCxnSpPr>
          <p:nvPr/>
        </p:nvCxnSpPr>
        <p:spPr bwMode="auto">
          <a:xfrm flipV="1">
            <a:off x="1602227" y="723367"/>
            <a:ext cx="591311" cy="368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5" name="모서리가 둥근 직사각형 128">
            <a:extLst>
              <a:ext uri="{FF2B5EF4-FFF2-40B4-BE49-F238E27FC236}">
                <a16:creationId xmlns:a16="http://schemas.microsoft.com/office/drawing/2014/main" id="{2BB7857F-AE50-44FA-AD49-1E8C84286C21}"/>
              </a:ext>
            </a:extLst>
          </p:cNvPr>
          <p:cNvSpPr/>
          <p:nvPr/>
        </p:nvSpPr>
        <p:spPr bwMode="auto">
          <a:xfrm>
            <a:off x="2193538" y="657274"/>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600" b="1" i="0" u="none" strike="noStrike" cap="none" normalizeH="0" baseline="0">
                <a:ln>
                  <a:noFill/>
                </a:ln>
                <a:latin typeface="+mn-ea"/>
                <a:ea typeface="+mn-ea"/>
              </a:rPr>
              <a:t>IX </a:t>
            </a:r>
            <a:r>
              <a:rPr kumimoji="1" lang="ko-KR" altLang="en-US" sz="600" b="1" i="0" u="none" strike="noStrike" cap="none" normalizeH="0" baseline="0">
                <a:ln>
                  <a:noFill/>
                </a:ln>
                <a:latin typeface="+mn-ea"/>
                <a:ea typeface="+mn-ea"/>
              </a:rPr>
              <a:t>인더스트리얼</a:t>
            </a:r>
            <a:endParaRPr kumimoji="1" lang="ko-KR" altLang="en-US" sz="600" b="1" i="0" u="none" strike="noStrike" cap="none" normalizeH="0" baseline="0" dirty="0">
              <a:ln>
                <a:noFill/>
              </a:ln>
              <a:latin typeface="+mn-ea"/>
              <a:ea typeface="+mn-ea"/>
            </a:endParaRPr>
          </a:p>
        </p:txBody>
      </p:sp>
      <p:cxnSp>
        <p:nvCxnSpPr>
          <p:cNvPr id="116" name="직선 연결선 115">
            <a:extLst>
              <a:ext uri="{FF2B5EF4-FFF2-40B4-BE49-F238E27FC236}">
                <a16:creationId xmlns:a16="http://schemas.microsoft.com/office/drawing/2014/main" id="{4999D1B0-D991-451D-8D46-5F1F41A51D2D}"/>
              </a:ext>
            </a:extLst>
          </p:cNvPr>
          <p:cNvCxnSpPr>
            <a:cxnSpLocks/>
            <a:endCxn id="117" idx="1"/>
          </p:cNvCxnSpPr>
          <p:nvPr/>
        </p:nvCxnSpPr>
        <p:spPr bwMode="auto">
          <a:xfrm>
            <a:off x="1602227" y="879473"/>
            <a:ext cx="591311" cy="357"/>
          </a:xfrm>
          <a:prstGeom prst="line">
            <a:avLst/>
          </a:prstGeom>
          <a:ln>
            <a:solidFill>
              <a:srgbClr val="7030A0"/>
            </a:solidFill>
            <a:headEnd type="none" w="med" len="med"/>
            <a:tailEnd type="none" w="med" len="med"/>
          </a:ln>
        </p:spPr>
        <p:style>
          <a:lnRef idx="3">
            <a:schemeClr val="accent4"/>
          </a:lnRef>
          <a:fillRef idx="0">
            <a:schemeClr val="accent4"/>
          </a:fillRef>
          <a:effectRef idx="2">
            <a:schemeClr val="accent4"/>
          </a:effectRef>
          <a:fontRef idx="minor">
            <a:schemeClr val="tx1"/>
          </a:fontRef>
        </p:style>
      </p:cxnSp>
      <p:sp>
        <p:nvSpPr>
          <p:cNvPr id="117" name="모서리가 둥근 직사각형 128">
            <a:extLst>
              <a:ext uri="{FF2B5EF4-FFF2-40B4-BE49-F238E27FC236}">
                <a16:creationId xmlns:a16="http://schemas.microsoft.com/office/drawing/2014/main" id="{B4B93192-236B-4C0F-B7F4-B2EA8C740EDB}"/>
              </a:ext>
            </a:extLst>
          </p:cNvPr>
          <p:cNvSpPr/>
          <p:nvPr/>
        </p:nvSpPr>
        <p:spPr bwMode="auto">
          <a:xfrm>
            <a:off x="2193538" y="813737"/>
            <a:ext cx="663396" cy="132185"/>
          </a:xfrm>
          <a:prstGeom prst="roundRect">
            <a:avLst/>
          </a:prstGeom>
          <a:solidFill>
            <a:schemeClr val="bg2"/>
          </a:solidFill>
          <a:ln w="317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419100" marR="0" indent="-419100" algn="ctr" defTabSz="1112838" rtl="0" eaLnBrk="1" fontAlgn="base" latinLnBrk="1" hangingPunct="1">
              <a:lnSpc>
                <a:spcPct val="100000"/>
              </a:lnSpc>
              <a:spcBef>
                <a:spcPct val="20000"/>
              </a:spcBef>
              <a:spcAft>
                <a:spcPct val="0"/>
              </a:spcAft>
              <a:buClrTx/>
              <a:buSzTx/>
              <a:tabLst/>
            </a:pPr>
            <a:r>
              <a:rPr kumimoji="1" lang="en-US" altLang="ko-KR" sz="700" b="1" i="0" u="none" strike="noStrike" cap="none" normalizeH="0" baseline="0">
                <a:ln>
                  <a:noFill/>
                </a:ln>
                <a:latin typeface="+mn-ea"/>
                <a:ea typeface="+mn-ea"/>
              </a:rPr>
              <a:t>USB</a:t>
            </a:r>
            <a:endParaRPr kumimoji="1" lang="ko-KR" altLang="en-US" sz="700" b="1" i="0" u="none" strike="noStrike" cap="none" normalizeH="0" baseline="0" dirty="0">
              <a:ln>
                <a:noFill/>
              </a:ln>
              <a:latin typeface="+mn-ea"/>
              <a:ea typeface="+mn-ea"/>
            </a:endParaRPr>
          </a:p>
        </p:txBody>
      </p:sp>
      <p:cxnSp>
        <p:nvCxnSpPr>
          <p:cNvPr id="119" name="연결선: 꺾임 118">
            <a:extLst>
              <a:ext uri="{FF2B5EF4-FFF2-40B4-BE49-F238E27FC236}">
                <a16:creationId xmlns:a16="http://schemas.microsoft.com/office/drawing/2014/main" id="{74851413-9A13-4071-9301-81DBD3B3777E}"/>
              </a:ext>
            </a:extLst>
          </p:cNvPr>
          <p:cNvCxnSpPr>
            <a:cxnSpLocks/>
            <a:stCxn id="49" idx="2"/>
          </p:cNvCxnSpPr>
          <p:nvPr/>
        </p:nvCxnSpPr>
        <p:spPr bwMode="auto">
          <a:xfrm rot="5400000">
            <a:off x="3168220" y="3754411"/>
            <a:ext cx="1524868" cy="147860"/>
          </a:xfrm>
          <a:prstGeom prst="bentConnector2">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1" name="연결선: 꺾임 120">
            <a:extLst>
              <a:ext uri="{FF2B5EF4-FFF2-40B4-BE49-F238E27FC236}">
                <a16:creationId xmlns:a16="http://schemas.microsoft.com/office/drawing/2014/main" id="{F4E7A0B6-7B56-4A70-8421-588CF095852C}"/>
              </a:ext>
            </a:extLst>
          </p:cNvPr>
          <p:cNvCxnSpPr>
            <a:cxnSpLocks/>
            <a:stCxn id="49" idx="2"/>
            <a:endCxn id="58" idx="3"/>
          </p:cNvCxnSpPr>
          <p:nvPr/>
        </p:nvCxnSpPr>
        <p:spPr bwMode="auto">
          <a:xfrm rot="5400000">
            <a:off x="3543623" y="3409740"/>
            <a:ext cx="804794" cy="117128"/>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122" name="그룹 121">
            <a:extLst>
              <a:ext uri="{FF2B5EF4-FFF2-40B4-BE49-F238E27FC236}">
                <a16:creationId xmlns:a16="http://schemas.microsoft.com/office/drawing/2014/main" id="{8CAFE328-1E19-460E-8825-3468EE892AA5}"/>
              </a:ext>
            </a:extLst>
          </p:cNvPr>
          <p:cNvGrpSpPr/>
          <p:nvPr/>
        </p:nvGrpSpPr>
        <p:grpSpPr>
          <a:xfrm>
            <a:off x="703110" y="3532847"/>
            <a:ext cx="1082721" cy="395771"/>
            <a:chOff x="5009663" y="2493042"/>
            <a:chExt cx="984292" cy="359792"/>
          </a:xfrm>
        </p:grpSpPr>
        <p:pic>
          <p:nvPicPr>
            <p:cNvPr id="123" name="그림 122">
              <a:extLst>
                <a:ext uri="{FF2B5EF4-FFF2-40B4-BE49-F238E27FC236}">
                  <a16:creationId xmlns:a16="http://schemas.microsoft.com/office/drawing/2014/main" id="{AB984E9E-4D0C-4BBE-AC25-7FDE5594DF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9663" y="2493042"/>
              <a:ext cx="98429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 name="TextBox 123">
              <a:extLst>
                <a:ext uri="{FF2B5EF4-FFF2-40B4-BE49-F238E27FC236}">
                  <a16:creationId xmlns:a16="http://schemas.microsoft.com/office/drawing/2014/main" id="{39AEAA78-67B8-4E4B-AED4-172473F3F1D5}"/>
                </a:ext>
              </a:extLst>
            </p:cNvPr>
            <p:cNvSpPr txBox="1"/>
            <p:nvPr/>
          </p:nvSpPr>
          <p:spPr>
            <a:xfrm>
              <a:off x="5096990" y="2670966"/>
              <a:ext cx="809637" cy="181868"/>
            </a:xfrm>
            <a:prstGeom prst="rect">
              <a:avLst/>
            </a:prstGeom>
            <a:noFill/>
          </p:spPr>
          <p:txBody>
            <a:bodyPr wrap="square" rtlCol="0">
              <a:spAutoFit/>
            </a:bodyPr>
            <a:lstStyle/>
            <a:p>
              <a:pPr algn="ctr"/>
              <a:r>
                <a:rPr lang="en-US" altLang="ko-KR" sz="700" b="1" dirty="0"/>
                <a:t>PLC HUB (8ch)</a:t>
              </a:r>
              <a:endParaRPr lang="ko-KR" altLang="en-US" sz="700" b="1" dirty="0"/>
            </a:p>
          </p:txBody>
        </p:sp>
      </p:grpSp>
      <p:cxnSp>
        <p:nvCxnSpPr>
          <p:cNvPr id="125" name="연결선: 꺾임 124">
            <a:extLst>
              <a:ext uri="{FF2B5EF4-FFF2-40B4-BE49-F238E27FC236}">
                <a16:creationId xmlns:a16="http://schemas.microsoft.com/office/drawing/2014/main" id="{893B7E05-864F-493E-B9AE-4B85F108E823}"/>
              </a:ext>
            </a:extLst>
          </p:cNvPr>
          <p:cNvCxnSpPr>
            <a:cxnSpLocks/>
            <a:stCxn id="136" idx="2"/>
            <a:endCxn id="155" idx="0"/>
          </p:cNvCxnSpPr>
          <p:nvPr/>
        </p:nvCxnSpPr>
        <p:spPr bwMode="auto">
          <a:xfrm rot="5400000">
            <a:off x="951337" y="3147858"/>
            <a:ext cx="619656" cy="232426"/>
          </a:xfrm>
          <a:prstGeom prst="bentConnector3">
            <a:avLst>
              <a:gd name="adj1" fmla="val 43410"/>
            </a:avLst>
          </a:prstGeom>
          <a:solidFill>
            <a:schemeClr val="accent1"/>
          </a:solidFill>
          <a:ln w="19050" cap="flat" cmpd="sng" algn="ctr">
            <a:solidFill>
              <a:schemeClr val="accent5"/>
            </a:solidFill>
            <a:prstDash val="solid"/>
            <a:round/>
            <a:headEnd type="none" w="med" len="med"/>
            <a:tailEnd type="triangle" w="med" len="med"/>
          </a:ln>
          <a:effectLst/>
        </p:spPr>
      </p:cxnSp>
      <p:grpSp>
        <p:nvGrpSpPr>
          <p:cNvPr id="126" name="그룹 125">
            <a:extLst>
              <a:ext uri="{FF2B5EF4-FFF2-40B4-BE49-F238E27FC236}">
                <a16:creationId xmlns:a16="http://schemas.microsoft.com/office/drawing/2014/main" id="{63E5ABAE-FAC4-491C-9DEB-ABFE6E8B0DE1}"/>
              </a:ext>
            </a:extLst>
          </p:cNvPr>
          <p:cNvGrpSpPr/>
          <p:nvPr/>
        </p:nvGrpSpPr>
        <p:grpSpPr>
          <a:xfrm>
            <a:off x="444337" y="3981187"/>
            <a:ext cx="521830" cy="528820"/>
            <a:chOff x="258630" y="3176664"/>
            <a:chExt cx="521830" cy="528820"/>
          </a:xfrm>
        </p:grpSpPr>
        <p:pic>
          <p:nvPicPr>
            <p:cNvPr id="127" name="그림 126">
              <a:extLst>
                <a:ext uri="{FF2B5EF4-FFF2-40B4-BE49-F238E27FC236}">
                  <a16:creationId xmlns:a16="http://schemas.microsoft.com/office/drawing/2014/main" id="{8829FCAA-8E9F-4004-ACE8-D31C6C878A2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08409" y="3176664"/>
              <a:ext cx="422272" cy="362587"/>
            </a:xfrm>
            <a:prstGeom prst="rect">
              <a:avLst/>
            </a:prstGeom>
          </p:spPr>
        </p:pic>
        <p:sp>
          <p:nvSpPr>
            <p:cNvPr id="128" name="TextBox 127">
              <a:extLst>
                <a:ext uri="{FF2B5EF4-FFF2-40B4-BE49-F238E27FC236}">
                  <a16:creationId xmlns:a16="http://schemas.microsoft.com/office/drawing/2014/main" id="{F2306394-43E1-4E17-857A-E96CA839C2DE}"/>
                </a:ext>
              </a:extLst>
            </p:cNvPr>
            <p:cNvSpPr txBox="1"/>
            <p:nvPr/>
          </p:nvSpPr>
          <p:spPr>
            <a:xfrm>
              <a:off x="258630" y="3520818"/>
              <a:ext cx="521830" cy="184666"/>
            </a:xfrm>
            <a:prstGeom prst="rect">
              <a:avLst/>
            </a:prstGeom>
            <a:noFill/>
          </p:spPr>
          <p:txBody>
            <a:bodyPr wrap="square" rtlCol="0">
              <a:spAutoFit/>
            </a:bodyPr>
            <a:lstStyle/>
            <a:p>
              <a:pPr algn="ctr"/>
              <a:r>
                <a:rPr lang="en-US" altLang="ko-KR" sz="600" b="1" dirty="0"/>
                <a:t>Toch(1EA)</a:t>
              </a:r>
              <a:endParaRPr lang="ko-KR" altLang="en-US" sz="400" b="1" dirty="0"/>
            </a:p>
          </p:txBody>
        </p:sp>
      </p:grpSp>
      <p:cxnSp>
        <p:nvCxnSpPr>
          <p:cNvPr id="129" name="연결선: 꺾임 128">
            <a:extLst>
              <a:ext uri="{FF2B5EF4-FFF2-40B4-BE49-F238E27FC236}">
                <a16:creationId xmlns:a16="http://schemas.microsoft.com/office/drawing/2014/main" id="{A78E28F3-75F3-49AB-9E78-C77CDAA57645}"/>
              </a:ext>
            </a:extLst>
          </p:cNvPr>
          <p:cNvCxnSpPr>
            <a:cxnSpLocks/>
            <a:stCxn id="124" idx="2"/>
            <a:endCxn id="127" idx="3"/>
          </p:cNvCxnSpPr>
          <p:nvPr/>
        </p:nvCxnSpPr>
        <p:spPr bwMode="auto">
          <a:xfrm rot="5400000">
            <a:off x="963499" y="3881508"/>
            <a:ext cx="233863" cy="328083"/>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130" name="그룹 129">
            <a:extLst>
              <a:ext uri="{FF2B5EF4-FFF2-40B4-BE49-F238E27FC236}">
                <a16:creationId xmlns:a16="http://schemas.microsoft.com/office/drawing/2014/main" id="{DE5863E8-5131-4E71-90E2-20EC8B22D36E}"/>
              </a:ext>
            </a:extLst>
          </p:cNvPr>
          <p:cNvGrpSpPr/>
          <p:nvPr/>
        </p:nvGrpSpPr>
        <p:grpSpPr>
          <a:xfrm>
            <a:off x="419440" y="4513170"/>
            <a:ext cx="571625" cy="458283"/>
            <a:chOff x="208834" y="3765802"/>
            <a:chExt cx="571625" cy="458283"/>
          </a:xfrm>
        </p:grpSpPr>
        <p:pic>
          <p:nvPicPr>
            <p:cNvPr id="131" name="그림 130">
              <a:extLst>
                <a:ext uri="{FF2B5EF4-FFF2-40B4-BE49-F238E27FC236}">
                  <a16:creationId xmlns:a16="http://schemas.microsoft.com/office/drawing/2014/main" id="{442F60F7-5AE7-4F9F-80B0-FAA9AD998D2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83259" y="3765802"/>
              <a:ext cx="422775" cy="308985"/>
            </a:xfrm>
            <a:prstGeom prst="rect">
              <a:avLst/>
            </a:prstGeom>
          </p:spPr>
        </p:pic>
        <p:sp>
          <p:nvSpPr>
            <p:cNvPr id="132" name="TextBox 131">
              <a:extLst>
                <a:ext uri="{FF2B5EF4-FFF2-40B4-BE49-F238E27FC236}">
                  <a16:creationId xmlns:a16="http://schemas.microsoft.com/office/drawing/2014/main" id="{B40FF008-B191-4798-AE97-1574DE794744}"/>
                </a:ext>
              </a:extLst>
            </p:cNvPr>
            <p:cNvSpPr txBox="1"/>
            <p:nvPr/>
          </p:nvSpPr>
          <p:spPr>
            <a:xfrm>
              <a:off x="208834" y="4039419"/>
              <a:ext cx="571625" cy="184666"/>
            </a:xfrm>
            <a:prstGeom prst="rect">
              <a:avLst/>
            </a:prstGeom>
            <a:noFill/>
          </p:spPr>
          <p:txBody>
            <a:bodyPr wrap="square" rtlCol="0">
              <a:spAutoFit/>
            </a:bodyPr>
            <a:lstStyle/>
            <a:p>
              <a:pPr algn="ctr"/>
              <a:r>
                <a:rPr lang="en-US" altLang="ko-KR" sz="600" b="1" dirty="0"/>
                <a:t>Safety(1EA)</a:t>
              </a:r>
              <a:endParaRPr lang="ko-KR" altLang="en-US" sz="400" b="1" dirty="0"/>
            </a:p>
          </p:txBody>
        </p:sp>
      </p:grpSp>
      <p:cxnSp>
        <p:nvCxnSpPr>
          <p:cNvPr id="133" name="연결선: 꺾임 132">
            <a:extLst>
              <a:ext uri="{FF2B5EF4-FFF2-40B4-BE49-F238E27FC236}">
                <a16:creationId xmlns:a16="http://schemas.microsoft.com/office/drawing/2014/main" id="{C1FC22DB-DD34-487F-8B39-DED63C1DDB7A}"/>
              </a:ext>
            </a:extLst>
          </p:cNvPr>
          <p:cNvCxnSpPr>
            <a:cxnSpLocks/>
            <a:stCxn id="124" idx="2"/>
            <a:endCxn id="131" idx="3"/>
          </p:cNvCxnSpPr>
          <p:nvPr/>
        </p:nvCxnSpPr>
        <p:spPr bwMode="auto">
          <a:xfrm rot="5400000">
            <a:off x="711034" y="4134225"/>
            <a:ext cx="739045" cy="327831"/>
          </a:xfrm>
          <a:prstGeom prst="bentConnector2">
            <a:avLst/>
          </a:prstGeom>
          <a:solidFill>
            <a:schemeClr val="accent1"/>
          </a:solidFill>
          <a:ln w="19050" cap="flat" cmpd="sng" algn="ctr">
            <a:solidFill>
              <a:schemeClr val="accent5"/>
            </a:solidFill>
            <a:prstDash val="solid"/>
            <a:round/>
            <a:headEnd type="none" w="med" len="med"/>
            <a:tailEnd type="none" w="med" len="med"/>
          </a:ln>
          <a:effectLst/>
        </p:spPr>
      </p:cxnSp>
      <p:grpSp>
        <p:nvGrpSpPr>
          <p:cNvPr id="135" name="그룹 134">
            <a:extLst>
              <a:ext uri="{FF2B5EF4-FFF2-40B4-BE49-F238E27FC236}">
                <a16:creationId xmlns:a16="http://schemas.microsoft.com/office/drawing/2014/main" id="{227A7AE4-94CE-4349-9042-2C581BCD51A7}"/>
              </a:ext>
            </a:extLst>
          </p:cNvPr>
          <p:cNvGrpSpPr/>
          <p:nvPr/>
        </p:nvGrpSpPr>
        <p:grpSpPr>
          <a:xfrm>
            <a:off x="1035735" y="2262243"/>
            <a:ext cx="683286" cy="692000"/>
            <a:chOff x="1249630" y="2403248"/>
            <a:chExt cx="683286" cy="692000"/>
          </a:xfrm>
        </p:grpSpPr>
        <p:sp>
          <p:nvSpPr>
            <p:cNvPr id="136" name="TextBox 135">
              <a:extLst>
                <a:ext uri="{FF2B5EF4-FFF2-40B4-BE49-F238E27FC236}">
                  <a16:creationId xmlns:a16="http://schemas.microsoft.com/office/drawing/2014/main" id="{BAE29E06-77E9-4530-AEDD-EC6C36E14616}"/>
                </a:ext>
              </a:extLst>
            </p:cNvPr>
            <p:cNvSpPr txBox="1"/>
            <p:nvPr/>
          </p:nvSpPr>
          <p:spPr>
            <a:xfrm>
              <a:off x="1249630" y="2879804"/>
              <a:ext cx="683286" cy="215444"/>
            </a:xfrm>
            <a:prstGeom prst="rect">
              <a:avLst/>
            </a:prstGeom>
            <a:noFill/>
          </p:spPr>
          <p:txBody>
            <a:bodyPr wrap="square" rtlCol="0">
              <a:spAutoFit/>
            </a:bodyPr>
            <a:lstStyle/>
            <a:p>
              <a:pPr algn="ctr"/>
              <a:r>
                <a:rPr lang="en-US" altLang="ko-KR" sz="800" b="1"/>
                <a:t>PLC</a:t>
              </a:r>
              <a:endParaRPr lang="ko-KR" altLang="en-US" sz="800" b="1" dirty="0"/>
            </a:p>
          </p:txBody>
        </p:sp>
        <p:pic>
          <p:nvPicPr>
            <p:cNvPr id="137" name="Picture 239">
              <a:extLst>
                <a:ext uri="{FF2B5EF4-FFF2-40B4-BE49-F238E27FC236}">
                  <a16:creationId xmlns:a16="http://schemas.microsoft.com/office/drawing/2014/main" id="{63ABA836-EB71-4081-AF7C-D08BFD35F303}"/>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249630" y="2403248"/>
              <a:ext cx="683286" cy="47655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157" name="그룹 156">
            <a:extLst>
              <a:ext uri="{FF2B5EF4-FFF2-40B4-BE49-F238E27FC236}">
                <a16:creationId xmlns:a16="http://schemas.microsoft.com/office/drawing/2014/main" id="{C945AD3E-2014-486F-8ED9-EBD1521BAD4A}"/>
              </a:ext>
            </a:extLst>
          </p:cNvPr>
          <p:cNvGrpSpPr/>
          <p:nvPr/>
        </p:nvGrpSpPr>
        <p:grpSpPr>
          <a:xfrm>
            <a:off x="4601701" y="4565035"/>
            <a:ext cx="2207910" cy="1558361"/>
            <a:chOff x="5698255" y="4625967"/>
            <a:chExt cx="2207910" cy="1558361"/>
          </a:xfrm>
        </p:grpSpPr>
        <p:sp>
          <p:nvSpPr>
            <p:cNvPr id="158" name="직사각형 157">
              <a:extLst>
                <a:ext uri="{FF2B5EF4-FFF2-40B4-BE49-F238E27FC236}">
                  <a16:creationId xmlns:a16="http://schemas.microsoft.com/office/drawing/2014/main" id="{81118EC4-2AB6-4397-A09B-292ECA51DF55}"/>
                </a:ext>
              </a:extLst>
            </p:cNvPr>
            <p:cNvSpPr/>
            <p:nvPr/>
          </p:nvSpPr>
          <p:spPr>
            <a:xfrm>
              <a:off x="5698255" y="4625967"/>
              <a:ext cx="2173835" cy="1558361"/>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200" dirty="0">
                  <a:solidFill>
                    <a:schemeClr val="tx1"/>
                  </a:solidFill>
                </a:rPr>
                <a:t>단독구성</a:t>
              </a:r>
              <a:endParaRPr lang="en-US" altLang="ko-KR" sz="1200" dirty="0">
                <a:solidFill>
                  <a:schemeClr val="tx1"/>
                </a:solidFill>
              </a:endParaRPr>
            </a:p>
            <a:p>
              <a:endParaRPr lang="en-US" altLang="ko-KR" sz="1200" dirty="0">
                <a:solidFill>
                  <a:schemeClr val="tx1"/>
                </a:solidFill>
              </a:endParaRPr>
            </a:p>
            <a:p>
              <a:endParaRPr lang="en-US" altLang="ko-KR" sz="1200" dirty="0">
                <a:solidFill>
                  <a:schemeClr val="tx1"/>
                </a:solidFill>
              </a:endParaRPr>
            </a:p>
            <a:p>
              <a:endParaRPr lang="en-US" altLang="ko-KR" sz="1200" dirty="0">
                <a:solidFill>
                  <a:schemeClr val="tx1"/>
                </a:solidFill>
              </a:endParaRPr>
            </a:p>
            <a:p>
              <a:endParaRPr lang="en-US" altLang="ko-KR" sz="1200" dirty="0">
                <a:solidFill>
                  <a:schemeClr val="tx1"/>
                </a:solidFill>
              </a:endParaRPr>
            </a:p>
            <a:p>
              <a:endParaRPr lang="en-US" altLang="ko-KR" sz="1200" dirty="0">
                <a:solidFill>
                  <a:schemeClr val="tx1"/>
                </a:solidFill>
              </a:endParaRPr>
            </a:p>
            <a:p>
              <a:endParaRPr lang="en-US" altLang="ko-KR" sz="1200" dirty="0">
                <a:solidFill>
                  <a:schemeClr val="tx1"/>
                </a:solidFill>
              </a:endParaRPr>
            </a:p>
            <a:p>
              <a:endParaRPr lang="ko-KR" altLang="en-US" sz="1200" dirty="0">
                <a:solidFill>
                  <a:schemeClr val="tx1"/>
                </a:solidFill>
              </a:endParaRPr>
            </a:p>
          </p:txBody>
        </p:sp>
        <p:grpSp>
          <p:nvGrpSpPr>
            <p:cNvPr id="159" name="그룹 158">
              <a:extLst>
                <a:ext uri="{FF2B5EF4-FFF2-40B4-BE49-F238E27FC236}">
                  <a16:creationId xmlns:a16="http://schemas.microsoft.com/office/drawing/2014/main" id="{AF01B5CE-6FFA-4801-BF7E-18E706B2ED9C}"/>
                </a:ext>
              </a:extLst>
            </p:cNvPr>
            <p:cNvGrpSpPr/>
            <p:nvPr/>
          </p:nvGrpSpPr>
          <p:grpSpPr>
            <a:xfrm>
              <a:off x="5761171" y="4843312"/>
              <a:ext cx="2144994" cy="1228220"/>
              <a:chOff x="5885474" y="4943395"/>
              <a:chExt cx="2144994" cy="1228220"/>
            </a:xfrm>
          </p:grpSpPr>
          <p:grpSp>
            <p:nvGrpSpPr>
              <p:cNvPr id="160" name="그룹 159">
                <a:extLst>
                  <a:ext uri="{FF2B5EF4-FFF2-40B4-BE49-F238E27FC236}">
                    <a16:creationId xmlns:a16="http://schemas.microsoft.com/office/drawing/2014/main" id="{4323083A-6D88-40A4-9EFE-FE9521C50A42}"/>
                  </a:ext>
                </a:extLst>
              </p:cNvPr>
              <p:cNvGrpSpPr/>
              <p:nvPr/>
            </p:nvGrpSpPr>
            <p:grpSpPr>
              <a:xfrm>
                <a:off x="6571796" y="4943395"/>
                <a:ext cx="890601" cy="541324"/>
                <a:chOff x="6265524" y="5178193"/>
                <a:chExt cx="890601" cy="541324"/>
              </a:xfrm>
            </p:grpSpPr>
            <p:pic>
              <p:nvPicPr>
                <p:cNvPr id="169" name="그림 168">
                  <a:extLst>
                    <a:ext uri="{FF2B5EF4-FFF2-40B4-BE49-F238E27FC236}">
                      <a16:creationId xmlns:a16="http://schemas.microsoft.com/office/drawing/2014/main" id="{2EC7938E-B934-4343-BC1D-7E6D938E6596}"/>
                    </a:ext>
                  </a:extLst>
                </p:cNvPr>
                <p:cNvPicPr>
                  <a:picLocks noChangeAspect="1"/>
                </p:cNvPicPr>
                <p:nvPr/>
              </p:nvPicPr>
              <p:blipFill>
                <a:blip r:embed="rId13"/>
                <a:stretch>
                  <a:fillRect/>
                </a:stretch>
              </p:blipFill>
              <p:spPr>
                <a:xfrm>
                  <a:off x="6308360" y="5178193"/>
                  <a:ext cx="804928" cy="374703"/>
                </a:xfrm>
                <a:prstGeom prst="rect">
                  <a:avLst/>
                </a:prstGeom>
              </p:spPr>
            </p:pic>
            <p:sp>
              <p:nvSpPr>
                <p:cNvPr id="170" name="TextBox 169">
                  <a:extLst>
                    <a:ext uri="{FF2B5EF4-FFF2-40B4-BE49-F238E27FC236}">
                      <a16:creationId xmlns:a16="http://schemas.microsoft.com/office/drawing/2014/main" id="{A62F554D-677E-47D4-8A44-D6E38D7978F4}"/>
                    </a:ext>
                  </a:extLst>
                </p:cNvPr>
                <p:cNvSpPr txBox="1"/>
                <p:nvPr/>
              </p:nvSpPr>
              <p:spPr>
                <a:xfrm>
                  <a:off x="6265524" y="5504073"/>
                  <a:ext cx="890601" cy="215444"/>
                </a:xfrm>
                <a:prstGeom prst="rect">
                  <a:avLst/>
                </a:prstGeom>
                <a:noFill/>
              </p:spPr>
              <p:txBody>
                <a:bodyPr wrap="square" rtlCol="0">
                  <a:spAutoFit/>
                </a:bodyPr>
                <a:lstStyle/>
                <a:p>
                  <a:pPr algn="ctr"/>
                  <a:r>
                    <a:rPr lang="en-US" altLang="ko-KR" sz="800" b="1" dirty="0"/>
                    <a:t>NVR (16ch)</a:t>
                  </a:r>
                  <a:endParaRPr lang="ko-KR" altLang="en-US" sz="800" b="1" dirty="0"/>
                </a:p>
              </p:txBody>
            </p:sp>
          </p:grpSp>
          <p:grpSp>
            <p:nvGrpSpPr>
              <p:cNvPr id="161" name="그룹 160">
                <a:extLst>
                  <a:ext uri="{FF2B5EF4-FFF2-40B4-BE49-F238E27FC236}">
                    <a16:creationId xmlns:a16="http://schemas.microsoft.com/office/drawing/2014/main" id="{DC5F165E-558C-4C09-ADA0-343DFF7BC181}"/>
                  </a:ext>
                </a:extLst>
              </p:cNvPr>
              <p:cNvGrpSpPr/>
              <p:nvPr/>
            </p:nvGrpSpPr>
            <p:grpSpPr>
              <a:xfrm>
                <a:off x="5885474" y="5649863"/>
                <a:ext cx="1022179" cy="471958"/>
                <a:chOff x="7065609" y="5228248"/>
                <a:chExt cx="1022179" cy="471958"/>
              </a:xfrm>
            </p:grpSpPr>
            <p:pic>
              <p:nvPicPr>
                <p:cNvPr id="167" name="그림 166">
                  <a:extLst>
                    <a:ext uri="{FF2B5EF4-FFF2-40B4-BE49-F238E27FC236}">
                      <a16:creationId xmlns:a16="http://schemas.microsoft.com/office/drawing/2014/main" id="{041E2223-5257-4228-A55A-62BE1FFC34AE}"/>
                    </a:ext>
                  </a:extLst>
                </p:cNvPr>
                <p:cNvPicPr>
                  <a:picLocks noChangeAspect="1"/>
                </p:cNvPicPr>
                <p:nvPr/>
              </p:nvPicPr>
              <p:blipFill>
                <a:blip r:embed="rId14"/>
                <a:stretch>
                  <a:fillRect/>
                </a:stretch>
              </p:blipFill>
              <p:spPr>
                <a:xfrm>
                  <a:off x="7307191" y="5228248"/>
                  <a:ext cx="539015" cy="287610"/>
                </a:xfrm>
                <a:prstGeom prst="rect">
                  <a:avLst/>
                </a:prstGeom>
              </p:spPr>
            </p:pic>
            <p:sp>
              <p:nvSpPr>
                <p:cNvPr id="168" name="TextBox 167">
                  <a:extLst>
                    <a:ext uri="{FF2B5EF4-FFF2-40B4-BE49-F238E27FC236}">
                      <a16:creationId xmlns:a16="http://schemas.microsoft.com/office/drawing/2014/main" id="{C3004081-869A-41A4-ADAB-1ECC1AFC6DCF}"/>
                    </a:ext>
                  </a:extLst>
                </p:cNvPr>
                <p:cNvSpPr txBox="1"/>
                <p:nvPr/>
              </p:nvSpPr>
              <p:spPr>
                <a:xfrm>
                  <a:off x="7065609" y="5484762"/>
                  <a:ext cx="1022179" cy="215444"/>
                </a:xfrm>
                <a:prstGeom prst="rect">
                  <a:avLst/>
                </a:prstGeom>
                <a:noFill/>
              </p:spPr>
              <p:txBody>
                <a:bodyPr wrap="square" rtlCol="0">
                  <a:spAutoFit/>
                </a:bodyPr>
                <a:lstStyle/>
                <a:p>
                  <a:pPr algn="ctr"/>
                  <a:r>
                    <a:rPr lang="en-US" altLang="ko-KR" sz="800" b="1"/>
                    <a:t>CCTV</a:t>
                  </a:r>
                  <a:endParaRPr lang="ko-KR" altLang="en-US" sz="800" b="1" dirty="0"/>
                </a:p>
              </p:txBody>
            </p:sp>
          </p:grpSp>
          <p:grpSp>
            <p:nvGrpSpPr>
              <p:cNvPr id="162" name="그룹 161">
                <a:extLst>
                  <a:ext uri="{FF2B5EF4-FFF2-40B4-BE49-F238E27FC236}">
                    <a16:creationId xmlns:a16="http://schemas.microsoft.com/office/drawing/2014/main" id="{0D82D91C-91DB-4579-93CD-4C79476E0CBB}"/>
                  </a:ext>
                </a:extLst>
              </p:cNvPr>
              <p:cNvGrpSpPr/>
              <p:nvPr/>
            </p:nvGrpSpPr>
            <p:grpSpPr>
              <a:xfrm>
                <a:off x="7008289" y="5640302"/>
                <a:ext cx="1022179" cy="531313"/>
                <a:chOff x="8040626" y="5188204"/>
                <a:chExt cx="1022179" cy="531313"/>
              </a:xfrm>
            </p:grpSpPr>
            <p:pic>
              <p:nvPicPr>
                <p:cNvPr id="165" name="그림 164">
                  <a:extLst>
                    <a:ext uri="{FF2B5EF4-FFF2-40B4-BE49-F238E27FC236}">
                      <a16:creationId xmlns:a16="http://schemas.microsoft.com/office/drawing/2014/main" id="{5FED04D4-D0FD-4401-972A-FDA876EA491E}"/>
                    </a:ext>
                  </a:extLst>
                </p:cNvPr>
                <p:cNvPicPr>
                  <a:picLocks noChangeAspect="1"/>
                </p:cNvPicPr>
                <p:nvPr/>
              </p:nvPicPr>
              <p:blipFill>
                <a:blip r:embed="rId15"/>
                <a:stretch>
                  <a:fillRect/>
                </a:stretch>
              </p:blipFill>
              <p:spPr>
                <a:xfrm>
                  <a:off x="8372044" y="5188204"/>
                  <a:ext cx="359343" cy="331071"/>
                </a:xfrm>
                <a:prstGeom prst="rect">
                  <a:avLst/>
                </a:prstGeom>
              </p:spPr>
            </p:pic>
            <p:sp>
              <p:nvSpPr>
                <p:cNvPr id="166" name="TextBox 165">
                  <a:extLst>
                    <a:ext uri="{FF2B5EF4-FFF2-40B4-BE49-F238E27FC236}">
                      <a16:creationId xmlns:a16="http://schemas.microsoft.com/office/drawing/2014/main" id="{EEEEE302-2485-4B76-834D-12F2B44C6B2A}"/>
                    </a:ext>
                  </a:extLst>
                </p:cNvPr>
                <p:cNvSpPr txBox="1"/>
                <p:nvPr/>
              </p:nvSpPr>
              <p:spPr>
                <a:xfrm>
                  <a:off x="8040626" y="5504073"/>
                  <a:ext cx="1022179" cy="215444"/>
                </a:xfrm>
                <a:prstGeom prst="rect">
                  <a:avLst/>
                </a:prstGeom>
                <a:noFill/>
              </p:spPr>
              <p:txBody>
                <a:bodyPr wrap="square" rtlCol="0">
                  <a:spAutoFit/>
                </a:bodyPr>
                <a:lstStyle/>
                <a:p>
                  <a:pPr algn="ctr"/>
                  <a:r>
                    <a:rPr lang="ko-KR" altLang="en-US" sz="800" b="1"/>
                    <a:t>광각 </a:t>
                  </a:r>
                  <a:r>
                    <a:rPr lang="en-US" altLang="ko-KR" sz="800" b="1"/>
                    <a:t>CCTV</a:t>
                  </a:r>
                  <a:endParaRPr lang="ko-KR" altLang="en-US" sz="800" b="1" dirty="0"/>
                </a:p>
              </p:txBody>
            </p:sp>
          </p:grpSp>
          <p:cxnSp>
            <p:nvCxnSpPr>
              <p:cNvPr id="163" name="연결선: 꺾임 162">
                <a:extLst>
                  <a:ext uri="{FF2B5EF4-FFF2-40B4-BE49-F238E27FC236}">
                    <a16:creationId xmlns:a16="http://schemas.microsoft.com/office/drawing/2014/main" id="{31871E2E-CF2F-4B86-AE0E-3BC317BB3F5F}"/>
                  </a:ext>
                </a:extLst>
              </p:cNvPr>
              <p:cNvCxnSpPr>
                <a:cxnSpLocks/>
                <a:stCxn id="167" idx="0"/>
                <a:endCxn id="170" idx="2"/>
              </p:cNvCxnSpPr>
              <p:nvPr/>
            </p:nvCxnSpPr>
            <p:spPr bwMode="auto">
              <a:xfrm rot="5400000" flipH="1" flipV="1">
                <a:off x="6624258" y="5257025"/>
                <a:ext cx="165144" cy="620533"/>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cxnSp>
            <p:nvCxnSpPr>
              <p:cNvPr id="164" name="연결선: 꺾임 163">
                <a:extLst>
                  <a:ext uri="{FF2B5EF4-FFF2-40B4-BE49-F238E27FC236}">
                    <a16:creationId xmlns:a16="http://schemas.microsoft.com/office/drawing/2014/main" id="{F0926497-C965-4DD6-B0E8-64CA705D149D}"/>
                  </a:ext>
                </a:extLst>
              </p:cNvPr>
              <p:cNvCxnSpPr>
                <a:cxnSpLocks/>
                <a:stCxn id="165" idx="0"/>
                <a:endCxn id="170" idx="2"/>
              </p:cNvCxnSpPr>
              <p:nvPr/>
            </p:nvCxnSpPr>
            <p:spPr bwMode="auto">
              <a:xfrm rot="16200000" flipV="1">
                <a:off x="7190447" y="5311370"/>
                <a:ext cx="155583" cy="502282"/>
              </a:xfrm>
              <a:prstGeom prst="bentConnector3">
                <a:avLst>
                  <a:gd name="adj1" fmla="val 50000"/>
                </a:avLst>
              </a:prstGeom>
              <a:solidFill>
                <a:schemeClr val="accent1"/>
              </a:solidFill>
              <a:ln w="19050" cap="flat" cmpd="sng" algn="ctr">
                <a:solidFill>
                  <a:schemeClr val="accent5"/>
                </a:solidFill>
                <a:prstDash val="solid"/>
                <a:round/>
                <a:headEnd type="none" w="med" len="med"/>
                <a:tailEnd type="none" w="med" len="med"/>
              </a:ln>
              <a:effectLst/>
            </p:spPr>
          </p:cxnSp>
        </p:grpSp>
      </p:grpSp>
      <p:grpSp>
        <p:nvGrpSpPr>
          <p:cNvPr id="140" name="그룹 139">
            <a:extLst>
              <a:ext uri="{FF2B5EF4-FFF2-40B4-BE49-F238E27FC236}">
                <a16:creationId xmlns:a16="http://schemas.microsoft.com/office/drawing/2014/main" id="{A5E7251F-7FCA-4F80-9A3B-376E8F348BCC}"/>
              </a:ext>
            </a:extLst>
          </p:cNvPr>
          <p:cNvGrpSpPr/>
          <p:nvPr/>
        </p:nvGrpSpPr>
        <p:grpSpPr>
          <a:xfrm>
            <a:off x="7810034" y="4762820"/>
            <a:ext cx="566166" cy="570294"/>
            <a:chOff x="7281074" y="4828021"/>
            <a:chExt cx="566166" cy="570294"/>
          </a:xfrm>
        </p:grpSpPr>
        <p:sp>
          <p:nvSpPr>
            <p:cNvPr id="141" name="TextBox 140">
              <a:extLst>
                <a:ext uri="{FF2B5EF4-FFF2-40B4-BE49-F238E27FC236}">
                  <a16:creationId xmlns:a16="http://schemas.microsoft.com/office/drawing/2014/main" id="{B96B0C77-6D7E-4FAE-BF41-62361FDB1B06}"/>
                </a:ext>
              </a:extLst>
            </p:cNvPr>
            <p:cNvSpPr txBox="1"/>
            <p:nvPr/>
          </p:nvSpPr>
          <p:spPr>
            <a:xfrm>
              <a:off x="7281074" y="5213649"/>
              <a:ext cx="566166" cy="184666"/>
            </a:xfrm>
            <a:prstGeom prst="rect">
              <a:avLst/>
            </a:prstGeom>
            <a:noFill/>
          </p:spPr>
          <p:txBody>
            <a:bodyPr wrap="square" rtlCol="0">
              <a:spAutoFit/>
            </a:bodyPr>
            <a:lstStyle/>
            <a:p>
              <a:pPr algn="ctr"/>
              <a:r>
                <a:rPr lang="en-US" altLang="ko-KR" sz="600" b="1" dirty="0">
                  <a:ea typeface="맑은 고딕" panose="020B0503020000020004" pitchFamily="50" charset="-127"/>
                </a:rPr>
                <a:t>FOCUS Z</a:t>
              </a:r>
              <a:r>
                <a:rPr lang="ko-KR" altLang="en-US" sz="600" b="1" dirty="0">
                  <a:ea typeface="맑은 고딕" panose="020B0503020000020004" pitchFamily="50" charset="-127"/>
                </a:rPr>
                <a:t>축</a:t>
              </a:r>
              <a:endParaRPr lang="en-US" altLang="ko-KR" sz="600" b="1" dirty="0">
                <a:ea typeface="맑은 고딕" panose="020B0503020000020004" pitchFamily="50" charset="-127"/>
              </a:endParaRPr>
            </a:p>
          </p:txBody>
        </p:sp>
        <p:pic>
          <p:nvPicPr>
            <p:cNvPr id="142" name="그림 141">
              <a:extLst>
                <a:ext uri="{FF2B5EF4-FFF2-40B4-BE49-F238E27FC236}">
                  <a16:creationId xmlns:a16="http://schemas.microsoft.com/office/drawing/2014/main" id="{2B7902B9-FBA3-4EC2-8880-ACF7237A99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02014" y="4828021"/>
              <a:ext cx="516867" cy="422602"/>
            </a:xfrm>
            <a:prstGeom prst="rect">
              <a:avLst/>
            </a:prstGeom>
          </p:spPr>
        </p:pic>
      </p:grpSp>
      <p:cxnSp>
        <p:nvCxnSpPr>
          <p:cNvPr id="143" name="연결선: 꺾임 142">
            <a:extLst>
              <a:ext uri="{FF2B5EF4-FFF2-40B4-BE49-F238E27FC236}">
                <a16:creationId xmlns:a16="http://schemas.microsoft.com/office/drawing/2014/main" id="{E7B0C435-5923-4355-BB49-46936933B87D}"/>
              </a:ext>
            </a:extLst>
          </p:cNvPr>
          <p:cNvCxnSpPr>
            <a:cxnSpLocks/>
            <a:stCxn id="142" idx="1"/>
            <a:endCxn id="33" idx="2"/>
          </p:cNvCxnSpPr>
          <p:nvPr/>
        </p:nvCxnSpPr>
        <p:spPr bwMode="auto">
          <a:xfrm rot="10800000">
            <a:off x="7700212" y="2925555"/>
            <a:ext cx="130762" cy="2048566"/>
          </a:xfrm>
          <a:prstGeom prst="bentConnector2">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grpSp>
        <p:nvGrpSpPr>
          <p:cNvPr id="151" name="그룹 150">
            <a:extLst>
              <a:ext uri="{FF2B5EF4-FFF2-40B4-BE49-F238E27FC236}">
                <a16:creationId xmlns:a16="http://schemas.microsoft.com/office/drawing/2014/main" id="{4A3E776A-2ABE-4E30-A3C9-9BFC1EA2DA83}"/>
              </a:ext>
            </a:extLst>
          </p:cNvPr>
          <p:cNvGrpSpPr>
            <a:grpSpLocks noChangeAspect="1"/>
          </p:cNvGrpSpPr>
          <p:nvPr/>
        </p:nvGrpSpPr>
        <p:grpSpPr>
          <a:xfrm>
            <a:off x="8378299" y="2120767"/>
            <a:ext cx="974408" cy="1046705"/>
            <a:chOff x="3492302" y="2441338"/>
            <a:chExt cx="885825" cy="951550"/>
          </a:xfrm>
        </p:grpSpPr>
        <p:pic>
          <p:nvPicPr>
            <p:cNvPr id="153" name="그림 152">
              <a:extLst>
                <a:ext uri="{FF2B5EF4-FFF2-40B4-BE49-F238E27FC236}">
                  <a16:creationId xmlns:a16="http://schemas.microsoft.com/office/drawing/2014/main" id="{5C9AD625-5865-4559-A6A3-677D49314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1" name="TextBox 170">
              <a:extLst>
                <a:ext uri="{FF2B5EF4-FFF2-40B4-BE49-F238E27FC236}">
                  <a16:creationId xmlns:a16="http://schemas.microsoft.com/office/drawing/2014/main" id="{8DD20289-1BBC-4C10-944C-D7BAAF82AF82}"/>
                </a:ext>
              </a:extLst>
            </p:cNvPr>
            <p:cNvSpPr txBox="1"/>
            <p:nvPr/>
          </p:nvSpPr>
          <p:spPr>
            <a:xfrm>
              <a:off x="3546761" y="3085112"/>
              <a:ext cx="809637" cy="307776"/>
            </a:xfrm>
            <a:prstGeom prst="rect">
              <a:avLst/>
            </a:prstGeom>
            <a:noFill/>
          </p:spPr>
          <p:txBody>
            <a:bodyPr wrap="square" rtlCol="0">
              <a:spAutoFit/>
            </a:bodyPr>
            <a:lstStyle/>
            <a:p>
              <a:pPr algn="ctr"/>
              <a:r>
                <a:rPr lang="en-US" altLang="ko-KR" sz="800" b="1" dirty="0"/>
                <a:t>HBS</a:t>
              </a:r>
              <a:r>
                <a:rPr lang="ko-KR" altLang="en-US" sz="800" b="1" dirty="0"/>
                <a:t>社</a:t>
              </a:r>
              <a:endParaRPr lang="en-US" altLang="ko-KR" sz="800" b="1" dirty="0"/>
            </a:p>
            <a:p>
              <a:pPr algn="ctr"/>
              <a:r>
                <a:rPr lang="ko-KR" altLang="en-US" sz="800" b="1" dirty="0"/>
                <a:t>계측기 </a:t>
              </a:r>
              <a:r>
                <a:rPr lang="en-US" altLang="ko-KR" sz="800" b="1" dirty="0"/>
                <a:t>PC</a:t>
              </a:r>
              <a:endParaRPr lang="ko-KR" altLang="en-US" sz="800" b="1" dirty="0"/>
            </a:p>
          </p:txBody>
        </p:sp>
      </p:grpSp>
      <p:cxnSp>
        <p:nvCxnSpPr>
          <p:cNvPr id="172" name="연결선: 꺾임 171">
            <a:extLst>
              <a:ext uri="{FF2B5EF4-FFF2-40B4-BE49-F238E27FC236}">
                <a16:creationId xmlns:a16="http://schemas.microsoft.com/office/drawing/2014/main" id="{CFD07F71-5515-4D03-8A05-0D50A38A850C}"/>
              </a:ext>
            </a:extLst>
          </p:cNvPr>
          <p:cNvCxnSpPr>
            <a:cxnSpLocks/>
            <a:stCxn id="17" idx="2"/>
            <a:endCxn id="153" idx="0"/>
          </p:cNvCxnSpPr>
          <p:nvPr/>
        </p:nvCxnSpPr>
        <p:spPr bwMode="auto">
          <a:xfrm rot="16200000" flipH="1">
            <a:off x="6869832" y="125094"/>
            <a:ext cx="361155" cy="3630187"/>
          </a:xfrm>
          <a:prstGeom prst="bentConnector3">
            <a:avLst>
              <a:gd name="adj1" fmla="val 50000"/>
            </a:avLst>
          </a:prstGeom>
          <a:ln w="19050">
            <a:solidFill>
              <a:schemeClr val="accent5"/>
            </a:solidFill>
            <a:headEnd type="none" w="med" len="med"/>
            <a:tailEnd type="none" w="med" len="med"/>
          </a:ln>
        </p:spPr>
        <p:style>
          <a:lnRef idx="3">
            <a:schemeClr val="accent5"/>
          </a:lnRef>
          <a:fillRef idx="0">
            <a:schemeClr val="accent5"/>
          </a:fillRef>
          <a:effectRef idx="2">
            <a:schemeClr val="accent5"/>
          </a:effectRef>
          <a:fontRef idx="minor">
            <a:schemeClr val="tx1"/>
          </a:fontRef>
        </p:style>
      </p:cxnSp>
      <p:grpSp>
        <p:nvGrpSpPr>
          <p:cNvPr id="173" name="그룹 172">
            <a:extLst>
              <a:ext uri="{FF2B5EF4-FFF2-40B4-BE49-F238E27FC236}">
                <a16:creationId xmlns:a16="http://schemas.microsoft.com/office/drawing/2014/main" id="{B677EAF0-94DA-4A7B-A441-0D63430A1515}"/>
              </a:ext>
            </a:extLst>
          </p:cNvPr>
          <p:cNvGrpSpPr/>
          <p:nvPr/>
        </p:nvGrpSpPr>
        <p:grpSpPr>
          <a:xfrm>
            <a:off x="3185894" y="4336982"/>
            <a:ext cx="890601" cy="587233"/>
            <a:chOff x="6660654" y="3510069"/>
            <a:chExt cx="809637" cy="533848"/>
          </a:xfrm>
        </p:grpSpPr>
        <p:pic>
          <p:nvPicPr>
            <p:cNvPr id="174" name="Picture 135" descr="알트시스템 컨트롤러_ALT-E16RS">
              <a:extLst>
                <a:ext uri="{FF2B5EF4-FFF2-40B4-BE49-F238E27FC236}">
                  <a16:creationId xmlns:a16="http://schemas.microsoft.com/office/drawing/2014/main" id="{1376783F-BB59-4286-A9A0-9134BC285943}"/>
                </a:ext>
              </a:extLst>
            </p:cNvPr>
            <p:cNvPicPr>
              <a:picLocks noChangeAspect="1" noChangeArrowheads="1"/>
            </p:cNvPicPr>
            <p:nvPr/>
          </p:nvPicPr>
          <p:blipFill rotWithShape="1">
            <a:blip r:embed="rId16" cstate="print">
              <a:extLst>
                <a:ext uri="{28A0092B-C50C-407E-A947-70E740481C1C}">
                  <a14:useLocalDpi xmlns:a14="http://schemas.microsoft.com/office/drawing/2010/main" val="0"/>
                </a:ext>
              </a:extLst>
            </a:blip>
            <a:srcRect l="15984" t="17781" r="12086" b="19747"/>
            <a:stretch/>
          </p:blipFill>
          <p:spPr bwMode="auto">
            <a:xfrm>
              <a:off x="6855797" y="3510069"/>
              <a:ext cx="442641" cy="384438"/>
            </a:xfrm>
            <a:prstGeom prst="rect">
              <a:avLst/>
            </a:prstGeom>
            <a:noFill/>
            <a:extLst>
              <a:ext uri="{909E8E84-426E-40DD-AFC4-6F175D3DCCD1}">
                <a14:hiddenFill xmlns:a14="http://schemas.microsoft.com/office/drawing/2010/main">
                  <a:solidFill>
                    <a:srgbClr val="FFFFFF"/>
                  </a:solidFill>
                </a14:hiddenFill>
              </a:ext>
            </a:extLst>
          </p:spPr>
        </p:pic>
        <p:sp>
          <p:nvSpPr>
            <p:cNvPr id="175" name="TextBox 174">
              <a:extLst>
                <a:ext uri="{FF2B5EF4-FFF2-40B4-BE49-F238E27FC236}">
                  <a16:creationId xmlns:a16="http://schemas.microsoft.com/office/drawing/2014/main" id="{AB2C6291-52EC-4745-83A9-F24D9316B708}"/>
                </a:ext>
              </a:extLst>
            </p:cNvPr>
            <p:cNvSpPr txBox="1"/>
            <p:nvPr/>
          </p:nvSpPr>
          <p:spPr>
            <a:xfrm>
              <a:off x="6660654" y="3876039"/>
              <a:ext cx="809637" cy="167878"/>
            </a:xfrm>
            <a:prstGeom prst="rect">
              <a:avLst/>
            </a:prstGeom>
            <a:noFill/>
          </p:spPr>
          <p:txBody>
            <a:bodyPr wrap="square" rtlCol="0">
              <a:spAutoFit/>
            </a:bodyPr>
            <a:lstStyle/>
            <a:p>
              <a:pPr algn="ctr"/>
              <a:r>
                <a:rPr lang="ko-KR" altLang="en-US" sz="600" b="1" dirty="0" err="1">
                  <a:latin typeface="+mn-ea"/>
                  <a:ea typeface="+mn-ea"/>
                </a:rPr>
                <a:t>조명컨트롤러</a:t>
              </a:r>
              <a:r>
                <a:rPr lang="en-US" altLang="ko-KR" sz="600" b="1" dirty="0">
                  <a:latin typeface="+mn-ea"/>
                  <a:ea typeface="+mn-ea"/>
                </a:rPr>
                <a:t>(2EA)</a:t>
              </a:r>
              <a:endParaRPr lang="ko-KR" altLang="en-US" sz="600" b="1" dirty="0">
                <a:latin typeface="+mn-ea"/>
                <a:ea typeface="+mn-ea"/>
              </a:endParaRPr>
            </a:p>
          </p:txBody>
        </p:sp>
      </p:grpSp>
      <p:grpSp>
        <p:nvGrpSpPr>
          <p:cNvPr id="176" name="그룹 175">
            <a:extLst>
              <a:ext uri="{FF2B5EF4-FFF2-40B4-BE49-F238E27FC236}">
                <a16:creationId xmlns:a16="http://schemas.microsoft.com/office/drawing/2014/main" id="{4343198A-0945-40AD-A64F-4595B81FCEAF}"/>
              </a:ext>
            </a:extLst>
          </p:cNvPr>
          <p:cNvGrpSpPr/>
          <p:nvPr/>
        </p:nvGrpSpPr>
        <p:grpSpPr>
          <a:xfrm>
            <a:off x="3091024" y="3735389"/>
            <a:ext cx="890601" cy="449755"/>
            <a:chOff x="5935632" y="5446971"/>
            <a:chExt cx="809637" cy="408868"/>
          </a:xfrm>
        </p:grpSpPr>
        <p:pic>
          <p:nvPicPr>
            <p:cNvPr id="180" name="그림 179">
              <a:extLst>
                <a:ext uri="{FF2B5EF4-FFF2-40B4-BE49-F238E27FC236}">
                  <a16:creationId xmlns:a16="http://schemas.microsoft.com/office/drawing/2014/main" id="{63061EB9-7A8C-4299-9637-282A4295885F}"/>
                </a:ext>
              </a:extLst>
            </p:cNvPr>
            <p:cNvPicPr>
              <a:picLocks noChangeAspect="1"/>
            </p:cNvPicPr>
            <p:nvPr/>
          </p:nvPicPr>
          <p:blipFill>
            <a:blip r:embed="rId7"/>
            <a:stretch>
              <a:fillRect/>
            </a:stretch>
          </p:blipFill>
          <p:spPr>
            <a:xfrm>
              <a:off x="6199132" y="5446971"/>
              <a:ext cx="314759" cy="227000"/>
            </a:xfrm>
            <a:prstGeom prst="rect">
              <a:avLst/>
            </a:prstGeom>
          </p:spPr>
        </p:pic>
        <p:sp>
          <p:nvSpPr>
            <p:cNvPr id="178" name="TextBox 177">
              <a:extLst>
                <a:ext uri="{FF2B5EF4-FFF2-40B4-BE49-F238E27FC236}">
                  <a16:creationId xmlns:a16="http://schemas.microsoft.com/office/drawing/2014/main" id="{27A0356A-43CB-4914-98E4-34C7C4FF4E84}"/>
                </a:ext>
              </a:extLst>
            </p:cNvPr>
            <p:cNvSpPr txBox="1"/>
            <p:nvPr/>
          </p:nvSpPr>
          <p:spPr>
            <a:xfrm>
              <a:off x="5935632" y="5673971"/>
              <a:ext cx="809637" cy="181868"/>
            </a:xfrm>
            <a:prstGeom prst="rect">
              <a:avLst/>
            </a:prstGeom>
            <a:noFill/>
          </p:spPr>
          <p:txBody>
            <a:bodyPr wrap="square" rtlCol="0">
              <a:spAutoFit/>
            </a:bodyPr>
            <a:lstStyle/>
            <a:p>
              <a:pPr algn="ctr"/>
              <a:r>
                <a:rPr lang="ko-KR" altLang="en-US" sz="700" b="1" dirty="0"/>
                <a:t>노치 </a:t>
              </a:r>
              <a:r>
                <a:rPr lang="en-US" altLang="ko-KR" sz="700" b="1" dirty="0"/>
                <a:t>Camera(1EA)</a:t>
              </a:r>
              <a:endParaRPr lang="ko-KR" altLang="en-US" sz="700" b="1" dirty="0"/>
            </a:p>
          </p:txBody>
        </p:sp>
      </p:grpSp>
      <p:sp>
        <p:nvSpPr>
          <p:cNvPr id="2" name="사각형: 둥근 모서리 1">
            <a:extLst>
              <a:ext uri="{FF2B5EF4-FFF2-40B4-BE49-F238E27FC236}">
                <a16:creationId xmlns:a16="http://schemas.microsoft.com/office/drawing/2014/main" id="{DA4CBBB2-D4DC-47A1-B913-401FD3923685}"/>
              </a:ext>
            </a:extLst>
          </p:cNvPr>
          <p:cNvSpPr/>
          <p:nvPr/>
        </p:nvSpPr>
        <p:spPr>
          <a:xfrm>
            <a:off x="7229149" y="1971675"/>
            <a:ext cx="1159392" cy="3361439"/>
          </a:xfrm>
          <a:prstGeom prst="roundRect">
            <a:avLst/>
          </a:prstGeom>
          <a:solidFill>
            <a:srgbClr val="C000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rgbClr val="FF0000"/>
                </a:solidFill>
                <a:highlight>
                  <a:srgbClr val="FFFF00"/>
                </a:highlight>
              </a:rPr>
              <a:t>미정</a:t>
            </a:r>
          </a:p>
        </p:txBody>
      </p:sp>
    </p:spTree>
    <p:extLst>
      <p:ext uri="{BB962C8B-B14F-4D97-AF65-F5344CB8AC3E}">
        <p14:creationId xmlns:p14="http://schemas.microsoft.com/office/powerpoint/2010/main" val="1998401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연결선: 꺾임 79">
            <a:extLst>
              <a:ext uri="{FF2B5EF4-FFF2-40B4-BE49-F238E27FC236}">
                <a16:creationId xmlns:a16="http://schemas.microsoft.com/office/drawing/2014/main" id="{D811AB25-FEE4-4C10-AB1E-E8AA64413C83}"/>
              </a:ext>
            </a:extLst>
          </p:cNvPr>
          <p:cNvCxnSpPr>
            <a:cxnSpLocks/>
            <a:stCxn id="71" idx="3"/>
          </p:cNvCxnSpPr>
          <p:nvPr/>
        </p:nvCxnSpPr>
        <p:spPr>
          <a:xfrm flipH="1">
            <a:off x="1243743" y="2028776"/>
            <a:ext cx="2454888" cy="3512751"/>
          </a:xfrm>
          <a:prstGeom prst="bentConnector5">
            <a:avLst>
              <a:gd name="adj1" fmla="val -9312"/>
              <a:gd name="adj2" fmla="val 32758"/>
              <a:gd name="adj3" fmla="val 115567"/>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173" name="Text 2">
            <a:extLst>
              <a:ext uri="{FF2B5EF4-FFF2-40B4-BE49-F238E27FC236}">
                <a16:creationId xmlns:a16="http://schemas.microsoft.com/office/drawing/2014/main" id="{48B8E537-EFED-4B48-8D8B-1696F953F4C7}"/>
              </a:ext>
            </a:extLst>
          </p:cNvPr>
          <p:cNvSpPr/>
          <p:nvPr/>
        </p:nvSpPr>
        <p:spPr>
          <a:xfrm>
            <a:off x="258629" y="65367"/>
            <a:ext cx="6436614" cy="448056"/>
          </a:xfrm>
          <a:prstGeom prst="rect">
            <a:avLst/>
          </a:prstGeom>
          <a:noFill/>
          <a:ln/>
        </p:spPr>
        <p:txBody>
          <a:bodyPr wrap="square" lIns="0" tIns="0" rIns="0" bIns="0" rtlCol="0" anchor="ctr"/>
          <a:lstStyle/>
          <a:p>
            <a:r>
              <a:rPr lang="en-US" altLang="ko-KR" sz="2000" b="1" dirty="0">
                <a:latin typeface="+mn-ea"/>
              </a:rPr>
              <a:t>2.1 </a:t>
            </a:r>
            <a:r>
              <a:rPr lang="ko-KR" altLang="en-US" sz="2000" b="1" dirty="0">
                <a:latin typeface="+mn-ea"/>
              </a:rPr>
              <a:t>네트워크</a:t>
            </a:r>
            <a:r>
              <a:rPr lang="en-US" altLang="ko-KR" sz="2000" b="1" dirty="0">
                <a:latin typeface="+mn-ea"/>
              </a:rPr>
              <a:t>(</a:t>
            </a:r>
            <a:r>
              <a:rPr lang="en-US" altLang="ko-KR" sz="2000" b="1" dirty="0" err="1">
                <a:latin typeface="+mn-ea"/>
              </a:rPr>
              <a:t>Melsec</a:t>
            </a:r>
            <a:r>
              <a:rPr lang="en-US" altLang="ko-KR" sz="2000" b="1" dirty="0">
                <a:latin typeface="+mn-ea"/>
              </a:rPr>
              <a:t>)</a:t>
            </a:r>
            <a:r>
              <a:rPr lang="ko-KR" altLang="en-US" sz="2000" b="1" dirty="0">
                <a:latin typeface="+mn-ea"/>
              </a:rPr>
              <a:t> 구성도</a:t>
            </a:r>
            <a:endParaRPr lang="en-US" altLang="ko-KR" sz="2000" dirty="0">
              <a:latin typeface="+mn-ea"/>
            </a:endParaRPr>
          </a:p>
        </p:txBody>
      </p:sp>
      <p:grpSp>
        <p:nvGrpSpPr>
          <p:cNvPr id="25" name="그룹 24">
            <a:extLst>
              <a:ext uri="{FF2B5EF4-FFF2-40B4-BE49-F238E27FC236}">
                <a16:creationId xmlns:a16="http://schemas.microsoft.com/office/drawing/2014/main" id="{03DCDCE5-BEFD-4775-9A1E-6B948F63589F}"/>
              </a:ext>
            </a:extLst>
          </p:cNvPr>
          <p:cNvGrpSpPr>
            <a:grpSpLocks noChangeAspect="1"/>
          </p:cNvGrpSpPr>
          <p:nvPr/>
        </p:nvGrpSpPr>
        <p:grpSpPr>
          <a:xfrm>
            <a:off x="2512283" y="5241298"/>
            <a:ext cx="974408" cy="923595"/>
            <a:chOff x="3492302" y="2441338"/>
            <a:chExt cx="885825" cy="839632"/>
          </a:xfrm>
        </p:grpSpPr>
        <p:pic>
          <p:nvPicPr>
            <p:cNvPr id="48" name="그림 47">
              <a:extLst>
                <a:ext uri="{FF2B5EF4-FFF2-40B4-BE49-F238E27FC236}">
                  <a16:creationId xmlns:a16="http://schemas.microsoft.com/office/drawing/2014/main" id="{6AAE1435-ADC2-4741-BE7E-0937B1CBCD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TextBox 48">
              <a:extLst>
                <a:ext uri="{FF2B5EF4-FFF2-40B4-BE49-F238E27FC236}">
                  <a16:creationId xmlns:a16="http://schemas.microsoft.com/office/drawing/2014/main" id="{A62F2C98-4FA6-4696-8F7E-3597C4DFA7A7}"/>
                </a:ext>
              </a:extLst>
            </p:cNvPr>
            <p:cNvSpPr txBox="1"/>
            <p:nvPr/>
          </p:nvSpPr>
          <p:spPr>
            <a:xfrm>
              <a:off x="3546761" y="3085112"/>
              <a:ext cx="809637" cy="195858"/>
            </a:xfrm>
            <a:prstGeom prst="rect">
              <a:avLst/>
            </a:prstGeom>
            <a:noFill/>
          </p:spPr>
          <p:txBody>
            <a:bodyPr wrap="square" rtlCol="0">
              <a:spAutoFit/>
            </a:bodyPr>
            <a:lstStyle/>
            <a:p>
              <a:pPr algn="ctr"/>
              <a:r>
                <a:rPr lang="en-US" altLang="ko-KR" sz="800" b="1" dirty="0"/>
                <a:t>VISION PC(3)</a:t>
              </a:r>
              <a:endParaRPr lang="ko-KR" altLang="en-US" sz="800" b="1" dirty="0"/>
            </a:p>
          </p:txBody>
        </p:sp>
      </p:grpSp>
      <p:grpSp>
        <p:nvGrpSpPr>
          <p:cNvPr id="26" name="그룹 25">
            <a:extLst>
              <a:ext uri="{FF2B5EF4-FFF2-40B4-BE49-F238E27FC236}">
                <a16:creationId xmlns:a16="http://schemas.microsoft.com/office/drawing/2014/main" id="{7DB0961B-1098-46DA-8862-4C77EBCBFB33}"/>
              </a:ext>
            </a:extLst>
          </p:cNvPr>
          <p:cNvGrpSpPr>
            <a:grpSpLocks noChangeAspect="1"/>
          </p:cNvGrpSpPr>
          <p:nvPr/>
        </p:nvGrpSpPr>
        <p:grpSpPr>
          <a:xfrm>
            <a:off x="3346360" y="3412836"/>
            <a:ext cx="974408" cy="923595"/>
            <a:chOff x="3492302" y="2441338"/>
            <a:chExt cx="885825" cy="839632"/>
          </a:xfrm>
        </p:grpSpPr>
        <p:pic>
          <p:nvPicPr>
            <p:cNvPr id="46" name="그림 45">
              <a:extLst>
                <a:ext uri="{FF2B5EF4-FFF2-40B4-BE49-F238E27FC236}">
                  <a16:creationId xmlns:a16="http://schemas.microsoft.com/office/drawing/2014/main" id="{F32203FC-ED3F-4CDE-B2EE-A7D0ADF2A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a:extLst>
                <a:ext uri="{FF2B5EF4-FFF2-40B4-BE49-F238E27FC236}">
                  <a16:creationId xmlns:a16="http://schemas.microsoft.com/office/drawing/2014/main" id="{BC9A8774-B1E7-44CB-AC13-C3E2A2BF5DC7}"/>
                </a:ext>
              </a:extLst>
            </p:cNvPr>
            <p:cNvSpPr txBox="1"/>
            <p:nvPr/>
          </p:nvSpPr>
          <p:spPr>
            <a:xfrm>
              <a:off x="3546761" y="3085112"/>
              <a:ext cx="809637" cy="195858"/>
            </a:xfrm>
            <a:prstGeom prst="rect">
              <a:avLst/>
            </a:prstGeom>
            <a:noFill/>
          </p:spPr>
          <p:txBody>
            <a:bodyPr wrap="square" rtlCol="0">
              <a:spAutoFit/>
            </a:bodyPr>
            <a:lstStyle/>
            <a:p>
              <a:pPr algn="ctr"/>
              <a:r>
                <a:rPr lang="en-US" altLang="ko-KR" sz="800" b="1" dirty="0"/>
                <a:t>MCC PC(5)</a:t>
              </a:r>
              <a:endParaRPr lang="ko-KR" altLang="en-US" sz="800" b="1" dirty="0"/>
            </a:p>
          </p:txBody>
        </p:sp>
      </p:grpSp>
      <p:grpSp>
        <p:nvGrpSpPr>
          <p:cNvPr id="27" name="그룹 26">
            <a:extLst>
              <a:ext uri="{FF2B5EF4-FFF2-40B4-BE49-F238E27FC236}">
                <a16:creationId xmlns:a16="http://schemas.microsoft.com/office/drawing/2014/main" id="{32FB0027-ABED-4E64-ADF9-54FEBBA5C1C7}"/>
              </a:ext>
            </a:extLst>
          </p:cNvPr>
          <p:cNvGrpSpPr>
            <a:grpSpLocks noChangeAspect="1"/>
          </p:cNvGrpSpPr>
          <p:nvPr/>
        </p:nvGrpSpPr>
        <p:grpSpPr>
          <a:xfrm>
            <a:off x="3799051" y="5241298"/>
            <a:ext cx="974408" cy="923595"/>
            <a:chOff x="3492302" y="2441338"/>
            <a:chExt cx="885825" cy="839632"/>
          </a:xfrm>
        </p:grpSpPr>
        <p:pic>
          <p:nvPicPr>
            <p:cNvPr id="44" name="그림 43">
              <a:extLst>
                <a:ext uri="{FF2B5EF4-FFF2-40B4-BE49-F238E27FC236}">
                  <a16:creationId xmlns:a16="http://schemas.microsoft.com/office/drawing/2014/main" id="{6331BAC1-A2F5-4C0C-8758-7B500C818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4133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44">
              <a:extLst>
                <a:ext uri="{FF2B5EF4-FFF2-40B4-BE49-F238E27FC236}">
                  <a16:creationId xmlns:a16="http://schemas.microsoft.com/office/drawing/2014/main" id="{B60136CD-532C-488C-821C-CD0C7D28477A}"/>
                </a:ext>
              </a:extLst>
            </p:cNvPr>
            <p:cNvSpPr txBox="1"/>
            <p:nvPr/>
          </p:nvSpPr>
          <p:spPr>
            <a:xfrm>
              <a:off x="3546761" y="3085112"/>
              <a:ext cx="809637" cy="195858"/>
            </a:xfrm>
            <a:prstGeom prst="rect">
              <a:avLst/>
            </a:prstGeom>
            <a:noFill/>
          </p:spPr>
          <p:txBody>
            <a:bodyPr wrap="square" rtlCol="0">
              <a:spAutoFit/>
            </a:bodyPr>
            <a:lstStyle/>
            <a:p>
              <a:pPr algn="ctr"/>
              <a:r>
                <a:rPr lang="en-US" altLang="ko-KR" sz="800" b="1" dirty="0"/>
                <a:t>CIM PC(4)</a:t>
              </a:r>
              <a:endParaRPr lang="ko-KR" altLang="en-US" sz="800" b="1" dirty="0"/>
            </a:p>
          </p:txBody>
        </p:sp>
      </p:grpSp>
      <p:grpSp>
        <p:nvGrpSpPr>
          <p:cNvPr id="28" name="그룹 27">
            <a:extLst>
              <a:ext uri="{FF2B5EF4-FFF2-40B4-BE49-F238E27FC236}">
                <a16:creationId xmlns:a16="http://schemas.microsoft.com/office/drawing/2014/main" id="{2D8FC198-C4A8-4875-94D9-2010694BC9E2}"/>
              </a:ext>
            </a:extLst>
          </p:cNvPr>
          <p:cNvGrpSpPr>
            <a:grpSpLocks noChangeAspect="1"/>
          </p:cNvGrpSpPr>
          <p:nvPr/>
        </p:nvGrpSpPr>
        <p:grpSpPr>
          <a:xfrm>
            <a:off x="1225516" y="5241301"/>
            <a:ext cx="1010410" cy="920989"/>
            <a:chOff x="3492302" y="2462748"/>
            <a:chExt cx="918554" cy="837260"/>
          </a:xfrm>
        </p:grpSpPr>
        <p:pic>
          <p:nvPicPr>
            <p:cNvPr id="42" name="그림 41">
              <a:extLst>
                <a:ext uri="{FF2B5EF4-FFF2-40B4-BE49-F238E27FC236}">
                  <a16:creationId xmlns:a16="http://schemas.microsoft.com/office/drawing/2014/main" id="{0B9BED2A-A248-4A5D-B2A8-02EB1C9F7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302" y="2462748"/>
              <a:ext cx="885825" cy="676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TextBox 42">
              <a:extLst>
                <a:ext uri="{FF2B5EF4-FFF2-40B4-BE49-F238E27FC236}">
                  <a16:creationId xmlns:a16="http://schemas.microsoft.com/office/drawing/2014/main" id="{C0DA0075-90E4-4307-AA85-DD12896AE3C4}"/>
                </a:ext>
              </a:extLst>
            </p:cNvPr>
            <p:cNvSpPr txBox="1"/>
            <p:nvPr/>
          </p:nvSpPr>
          <p:spPr>
            <a:xfrm>
              <a:off x="3546761" y="3104150"/>
              <a:ext cx="864095" cy="195858"/>
            </a:xfrm>
            <a:prstGeom prst="rect">
              <a:avLst/>
            </a:prstGeom>
            <a:noFill/>
          </p:spPr>
          <p:txBody>
            <a:bodyPr wrap="square" rtlCol="0">
              <a:spAutoFit/>
            </a:bodyPr>
            <a:lstStyle/>
            <a:p>
              <a:pPr algn="ctr"/>
              <a:r>
                <a:rPr lang="en-US" altLang="ko-KR" sz="800" b="1" dirty="0"/>
                <a:t>STAGE PC(2)</a:t>
              </a:r>
              <a:endParaRPr lang="ko-KR" altLang="en-US" sz="800" b="1" dirty="0"/>
            </a:p>
          </p:txBody>
        </p:sp>
      </p:grpSp>
      <p:grpSp>
        <p:nvGrpSpPr>
          <p:cNvPr id="29" name="그룹 28">
            <a:extLst>
              <a:ext uri="{FF2B5EF4-FFF2-40B4-BE49-F238E27FC236}">
                <a16:creationId xmlns:a16="http://schemas.microsoft.com/office/drawing/2014/main" id="{BA9A858A-5126-4E2A-A881-52D637AC510A}"/>
              </a:ext>
            </a:extLst>
          </p:cNvPr>
          <p:cNvGrpSpPr/>
          <p:nvPr/>
        </p:nvGrpSpPr>
        <p:grpSpPr>
          <a:xfrm>
            <a:off x="1861272" y="3551353"/>
            <a:ext cx="840379" cy="692000"/>
            <a:chOff x="1171083" y="2403248"/>
            <a:chExt cx="840379" cy="692000"/>
          </a:xfrm>
        </p:grpSpPr>
        <p:pic>
          <p:nvPicPr>
            <p:cNvPr id="40" name="Picture 239">
              <a:extLst>
                <a:ext uri="{FF2B5EF4-FFF2-40B4-BE49-F238E27FC236}">
                  <a16:creationId xmlns:a16="http://schemas.microsoft.com/office/drawing/2014/main" id="{EBEC0CF0-3083-48D0-BD9E-8502C5E65A9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1249630" y="2403248"/>
              <a:ext cx="683286" cy="47655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0D2DA4AF-28EB-45F9-BF8B-2AF3B110F1CE}"/>
                </a:ext>
              </a:extLst>
            </p:cNvPr>
            <p:cNvSpPr txBox="1"/>
            <p:nvPr/>
          </p:nvSpPr>
          <p:spPr>
            <a:xfrm>
              <a:off x="1171083" y="2879804"/>
              <a:ext cx="840379" cy="215444"/>
            </a:xfrm>
            <a:prstGeom prst="rect">
              <a:avLst/>
            </a:prstGeom>
            <a:noFill/>
          </p:spPr>
          <p:txBody>
            <a:bodyPr wrap="square" rtlCol="0">
              <a:spAutoFit/>
            </a:bodyPr>
            <a:lstStyle/>
            <a:p>
              <a:pPr algn="ctr"/>
              <a:r>
                <a:rPr lang="en-US" altLang="ko-KR" sz="800" b="1" dirty="0"/>
                <a:t>PLC (Master)</a:t>
              </a:r>
              <a:endParaRPr lang="ko-KR" altLang="en-US" sz="800" b="1" dirty="0"/>
            </a:p>
          </p:txBody>
        </p:sp>
      </p:grpSp>
      <p:cxnSp>
        <p:nvCxnSpPr>
          <p:cNvPr id="30" name="직선 연결선 29">
            <a:extLst>
              <a:ext uri="{FF2B5EF4-FFF2-40B4-BE49-F238E27FC236}">
                <a16:creationId xmlns:a16="http://schemas.microsoft.com/office/drawing/2014/main" id="{B832FE64-8B42-40FA-87EC-989D6629BFA1}"/>
              </a:ext>
            </a:extLst>
          </p:cNvPr>
          <p:cNvCxnSpPr>
            <a:cxnSpLocks/>
            <a:stCxn id="40" idx="1"/>
            <a:endCxn id="46" idx="1"/>
          </p:cNvCxnSpPr>
          <p:nvPr/>
        </p:nvCxnSpPr>
        <p:spPr bwMode="auto">
          <a:xfrm flipV="1">
            <a:off x="2623105" y="3785095"/>
            <a:ext cx="723255" cy="4536"/>
          </a:xfrm>
          <a:prstGeom prst="line">
            <a:avLst/>
          </a:prstGeom>
          <a:ln w="25400">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31" name="직선 연결선 30">
            <a:extLst>
              <a:ext uri="{FF2B5EF4-FFF2-40B4-BE49-F238E27FC236}">
                <a16:creationId xmlns:a16="http://schemas.microsoft.com/office/drawing/2014/main" id="{B2CB68BE-913F-438E-8B14-C9F99994D6F6}"/>
              </a:ext>
            </a:extLst>
          </p:cNvPr>
          <p:cNvCxnSpPr>
            <a:cxnSpLocks/>
            <a:stCxn id="48" idx="3"/>
            <a:endCxn id="44" idx="1"/>
          </p:cNvCxnSpPr>
          <p:nvPr/>
        </p:nvCxnSpPr>
        <p:spPr bwMode="auto">
          <a:xfrm>
            <a:off x="3486691" y="5613557"/>
            <a:ext cx="312360" cy="0"/>
          </a:xfrm>
          <a:prstGeom prst="line">
            <a:avLst/>
          </a:prstGeom>
          <a:ln w="25400">
            <a:solidFill>
              <a:schemeClr val="accent6"/>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32" name="직선 연결선 31">
            <a:extLst>
              <a:ext uri="{FF2B5EF4-FFF2-40B4-BE49-F238E27FC236}">
                <a16:creationId xmlns:a16="http://schemas.microsoft.com/office/drawing/2014/main" id="{9AE2246F-0E05-4108-BACC-079E998E6CA1}"/>
              </a:ext>
            </a:extLst>
          </p:cNvPr>
          <p:cNvCxnSpPr>
            <a:cxnSpLocks/>
            <a:stCxn id="42" idx="3"/>
            <a:endCxn id="48" idx="1"/>
          </p:cNvCxnSpPr>
          <p:nvPr/>
        </p:nvCxnSpPr>
        <p:spPr bwMode="auto">
          <a:xfrm flipV="1">
            <a:off x="2199924" y="5613557"/>
            <a:ext cx="312359" cy="1"/>
          </a:xfrm>
          <a:prstGeom prst="line">
            <a:avLst/>
          </a:prstGeom>
          <a:ln w="25400">
            <a:solidFill>
              <a:schemeClr val="accent6"/>
            </a:solidFill>
            <a:prstDash val="solid"/>
            <a:headEnd type="none" w="med" len="med"/>
            <a:tailEnd type="none" w="med" len="med"/>
          </a:ln>
        </p:spPr>
        <p:style>
          <a:lnRef idx="3">
            <a:schemeClr val="accent6"/>
          </a:lnRef>
          <a:fillRef idx="0">
            <a:schemeClr val="accent6"/>
          </a:fillRef>
          <a:effectRef idx="2">
            <a:schemeClr val="accent6"/>
          </a:effectRef>
          <a:fontRef idx="minor">
            <a:schemeClr val="tx1"/>
          </a:fontRef>
        </p:style>
      </p:cxnSp>
      <p:cxnSp>
        <p:nvCxnSpPr>
          <p:cNvPr id="33" name="연결선: 꺾임 32">
            <a:extLst>
              <a:ext uri="{FF2B5EF4-FFF2-40B4-BE49-F238E27FC236}">
                <a16:creationId xmlns:a16="http://schemas.microsoft.com/office/drawing/2014/main" id="{D520FA20-ADDE-4132-B4E0-FA057E5DE445}"/>
              </a:ext>
            </a:extLst>
          </p:cNvPr>
          <p:cNvCxnSpPr>
            <a:cxnSpLocks/>
            <a:stCxn id="40" idx="3"/>
            <a:endCxn id="42" idx="1"/>
          </p:cNvCxnSpPr>
          <p:nvPr/>
        </p:nvCxnSpPr>
        <p:spPr>
          <a:xfrm rot="10800000" flipV="1">
            <a:off x="1225517" y="3789630"/>
            <a:ext cx="714303" cy="1823927"/>
          </a:xfrm>
          <a:prstGeom prst="bentConnector3">
            <a:avLst>
              <a:gd name="adj1" fmla="val 132003"/>
            </a:avLst>
          </a:prstGeom>
          <a:ln w="254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연결선: 꺾임 33">
            <a:extLst>
              <a:ext uri="{FF2B5EF4-FFF2-40B4-BE49-F238E27FC236}">
                <a16:creationId xmlns:a16="http://schemas.microsoft.com/office/drawing/2014/main" id="{55B68BF9-287A-41B9-B435-93AED53F420A}"/>
              </a:ext>
            </a:extLst>
          </p:cNvPr>
          <p:cNvCxnSpPr>
            <a:cxnSpLocks/>
            <a:stCxn id="46" idx="3"/>
            <a:endCxn id="44" idx="3"/>
          </p:cNvCxnSpPr>
          <p:nvPr/>
        </p:nvCxnSpPr>
        <p:spPr>
          <a:xfrm>
            <a:off x="4320768" y="3785095"/>
            <a:ext cx="452691" cy="1828462"/>
          </a:xfrm>
          <a:prstGeom prst="bentConnector3">
            <a:avLst>
              <a:gd name="adj1" fmla="val 150498"/>
            </a:avLst>
          </a:prstGeom>
          <a:ln w="2540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모서리가 둥근 직사각형 115">
            <a:extLst>
              <a:ext uri="{FF2B5EF4-FFF2-40B4-BE49-F238E27FC236}">
                <a16:creationId xmlns:a16="http://schemas.microsoft.com/office/drawing/2014/main" id="{A822E8F6-6A08-42F9-B54D-9C666F7DC80E}"/>
              </a:ext>
            </a:extLst>
          </p:cNvPr>
          <p:cNvSpPr/>
          <p:nvPr/>
        </p:nvSpPr>
        <p:spPr bwMode="auto">
          <a:xfrm>
            <a:off x="2388373" y="4520913"/>
            <a:ext cx="1211580" cy="289494"/>
          </a:xfrm>
          <a:prstGeom prst="roundRect">
            <a:avLst/>
          </a:prstGeom>
          <a:solidFill>
            <a:schemeClr val="bg1"/>
          </a:solidFill>
          <a:ln w="3175" cap="flat" cmpd="sng" algn="ctr">
            <a:solidFill>
              <a:schemeClr val="tx1">
                <a:lumMod val="50000"/>
                <a:lumOff val="50000"/>
              </a:schemeClr>
            </a:solidFill>
            <a:prstDash val="solid"/>
            <a:round/>
            <a:headEnd type="none" w="med" len="med"/>
            <a:tailEnd type="none" w="med" len="med"/>
          </a:ln>
          <a:effectLst/>
        </p:spPr>
        <p:txBody>
          <a:bodyPr vert="horz" wrap="square" lIns="96378" tIns="48189" rIns="96378" bIns="48189"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441731" indent="-441731" algn="ctr" defTabSz="1172931">
              <a:spcBef>
                <a:spcPct val="20000"/>
              </a:spcBef>
            </a:pPr>
            <a:r>
              <a:rPr lang="en-US" altLang="ko-KR" sz="1000" b="1" baseline="0">
                <a:solidFill>
                  <a:srgbClr val="00B050"/>
                </a:solidFill>
                <a:latin typeface="+mn-ea"/>
                <a:ea typeface="+mn-ea"/>
              </a:rPr>
              <a:t>Melsec (</a:t>
            </a:r>
            <a:r>
              <a:rPr lang="ko-KR" altLang="en-US" sz="1000" b="1" baseline="0">
                <a:solidFill>
                  <a:srgbClr val="00B050"/>
                </a:solidFill>
                <a:latin typeface="+mn-ea"/>
                <a:ea typeface="+mn-ea"/>
              </a:rPr>
              <a:t>내부망</a:t>
            </a:r>
            <a:r>
              <a:rPr lang="en-US" altLang="ko-KR" sz="1000" b="1" baseline="0">
                <a:solidFill>
                  <a:srgbClr val="00B050"/>
                </a:solidFill>
                <a:latin typeface="+mn-ea"/>
                <a:ea typeface="+mn-ea"/>
              </a:rPr>
              <a:t>)</a:t>
            </a:r>
            <a:endParaRPr lang="en-US" altLang="ko-KR" sz="1000" b="1">
              <a:solidFill>
                <a:srgbClr val="00B050"/>
              </a:solidFill>
              <a:latin typeface="+mn-ea"/>
              <a:ea typeface="+mn-ea"/>
            </a:endParaRPr>
          </a:p>
        </p:txBody>
      </p:sp>
      <p:sp>
        <p:nvSpPr>
          <p:cNvPr id="71" name="직사각형 70">
            <a:extLst>
              <a:ext uri="{FF2B5EF4-FFF2-40B4-BE49-F238E27FC236}">
                <a16:creationId xmlns:a16="http://schemas.microsoft.com/office/drawing/2014/main" id="{75119AA9-E2FF-46A7-A2C8-0C85FF55B80F}"/>
              </a:ext>
            </a:extLst>
          </p:cNvPr>
          <p:cNvSpPr/>
          <p:nvPr/>
        </p:nvSpPr>
        <p:spPr>
          <a:xfrm>
            <a:off x="2858251" y="1735895"/>
            <a:ext cx="840380" cy="585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ko-KR" sz="900" b="1" dirty="0">
                <a:solidFill>
                  <a:schemeClr val="tx1"/>
                </a:solidFill>
                <a:latin typeface="맑은 고딕" panose="020B0503020000020004" pitchFamily="50" charset="-127"/>
                <a:ea typeface="맑은 고딕" panose="020B0503020000020004" pitchFamily="50" charset="-127"/>
              </a:rPr>
              <a:t>TR</a:t>
            </a:r>
            <a:r>
              <a:rPr lang="ko-KR" altLang="en-US" sz="900" b="1" dirty="0">
                <a:solidFill>
                  <a:schemeClr val="tx1"/>
                </a:solidFill>
                <a:latin typeface="맑은 고딕" panose="020B0503020000020004" pitchFamily="50" charset="-127"/>
                <a:ea typeface="맑은 고딕" panose="020B0503020000020004" pitchFamily="50" charset="-127"/>
              </a:rPr>
              <a:t> 社</a:t>
            </a:r>
            <a:endParaRPr lang="en-US" altLang="ko-KR" sz="900" b="1" dirty="0">
              <a:solidFill>
                <a:schemeClr val="tx1"/>
              </a:solidFill>
              <a:latin typeface="맑은 고딕" panose="020B0503020000020004" pitchFamily="50" charset="-127"/>
              <a:ea typeface="맑은 고딕" panose="020B0503020000020004" pitchFamily="50" charset="-127"/>
            </a:endParaRPr>
          </a:p>
          <a:p>
            <a:pPr algn="ctr"/>
            <a:r>
              <a:rPr lang="en-US" altLang="ko-KR" sz="900" b="1" dirty="0">
                <a:solidFill>
                  <a:schemeClr val="tx1"/>
                </a:solidFill>
                <a:latin typeface="맑은 고딕" panose="020B0503020000020004" pitchFamily="50" charset="-127"/>
                <a:ea typeface="맑은 고딕" panose="020B0503020000020004" pitchFamily="50" charset="-127"/>
              </a:rPr>
              <a:t>PLC</a:t>
            </a:r>
            <a:endParaRPr lang="ko-KR" altLang="en-US" sz="900" b="1" dirty="0">
              <a:solidFill>
                <a:schemeClr val="tx1"/>
              </a:solidFill>
              <a:latin typeface="맑은 고딕" panose="020B0503020000020004" pitchFamily="50" charset="-127"/>
              <a:ea typeface="맑은 고딕" panose="020B0503020000020004" pitchFamily="50" charset="-127"/>
            </a:endParaRPr>
          </a:p>
        </p:txBody>
      </p:sp>
      <p:sp>
        <p:nvSpPr>
          <p:cNvPr id="23" name="직사각형 22">
            <a:extLst>
              <a:ext uri="{FF2B5EF4-FFF2-40B4-BE49-F238E27FC236}">
                <a16:creationId xmlns:a16="http://schemas.microsoft.com/office/drawing/2014/main" id="{42D8B91C-5C17-4AFA-B2AE-CB27A962BEF5}"/>
              </a:ext>
            </a:extLst>
          </p:cNvPr>
          <p:cNvSpPr/>
          <p:nvPr/>
        </p:nvSpPr>
        <p:spPr>
          <a:xfrm>
            <a:off x="696111" y="859680"/>
            <a:ext cx="3528000" cy="2160000"/>
          </a:xfrm>
          <a:prstGeom prst="rect">
            <a:avLst/>
          </a:prstGeom>
          <a:noFill/>
          <a:ln w="38100">
            <a:solidFill>
              <a:schemeClr val="accent2">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5" name="모서리가 둥근 직사각형 115">
            <a:extLst>
              <a:ext uri="{FF2B5EF4-FFF2-40B4-BE49-F238E27FC236}">
                <a16:creationId xmlns:a16="http://schemas.microsoft.com/office/drawing/2014/main" id="{046BCCBA-B86C-4937-8F26-877187F589A3}"/>
              </a:ext>
            </a:extLst>
          </p:cNvPr>
          <p:cNvSpPr/>
          <p:nvPr/>
        </p:nvSpPr>
        <p:spPr bwMode="auto">
          <a:xfrm>
            <a:off x="2891225" y="962709"/>
            <a:ext cx="1211580" cy="289494"/>
          </a:xfrm>
          <a:prstGeom prst="roundRect">
            <a:avLst/>
          </a:prstGeom>
          <a:solidFill>
            <a:schemeClr val="bg1"/>
          </a:solidFill>
          <a:ln w="3175" cap="flat" cmpd="sng" algn="ctr">
            <a:solidFill>
              <a:schemeClr val="tx1">
                <a:lumMod val="50000"/>
                <a:lumOff val="50000"/>
              </a:schemeClr>
            </a:solidFill>
            <a:prstDash val="solid"/>
            <a:round/>
            <a:headEnd type="none" w="med" len="med"/>
            <a:tailEnd type="none" w="med" len="med"/>
          </a:ln>
          <a:effectLst/>
        </p:spPr>
        <p:txBody>
          <a:bodyPr vert="horz" wrap="square" lIns="96378" tIns="48189" rIns="96378" bIns="48189"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441731" indent="-441731" algn="ctr" defTabSz="1172931">
              <a:spcBef>
                <a:spcPct val="20000"/>
              </a:spcBef>
            </a:pPr>
            <a:r>
              <a:rPr lang="en-US" altLang="ko-KR" sz="1000" b="1" baseline="0">
                <a:solidFill>
                  <a:schemeClr val="accent2">
                    <a:lumMod val="75000"/>
                  </a:schemeClr>
                </a:solidFill>
                <a:latin typeface="+mn-ea"/>
                <a:ea typeface="+mn-ea"/>
              </a:rPr>
              <a:t>Melsec (</a:t>
            </a:r>
            <a:r>
              <a:rPr lang="ko-KR" altLang="en-US" sz="1000" b="1" baseline="0">
                <a:solidFill>
                  <a:schemeClr val="accent2">
                    <a:lumMod val="75000"/>
                  </a:schemeClr>
                </a:solidFill>
                <a:latin typeface="+mn-ea"/>
                <a:ea typeface="+mn-ea"/>
              </a:rPr>
              <a:t>외부망</a:t>
            </a:r>
            <a:r>
              <a:rPr lang="en-US" altLang="ko-KR" sz="1000" b="1" baseline="0">
                <a:solidFill>
                  <a:schemeClr val="accent2">
                    <a:lumMod val="75000"/>
                  </a:schemeClr>
                </a:solidFill>
                <a:latin typeface="+mn-ea"/>
                <a:ea typeface="+mn-ea"/>
              </a:rPr>
              <a:t>)</a:t>
            </a:r>
            <a:endParaRPr lang="en-US" altLang="ko-KR" sz="1000" b="1">
              <a:solidFill>
                <a:schemeClr val="accent2">
                  <a:lumMod val="75000"/>
                </a:schemeClr>
              </a:solidFill>
              <a:latin typeface="+mn-ea"/>
              <a:ea typeface="+mn-ea"/>
            </a:endParaRPr>
          </a:p>
        </p:txBody>
      </p:sp>
      <p:sp>
        <p:nvSpPr>
          <p:cNvPr id="86" name="직사각형 85">
            <a:extLst>
              <a:ext uri="{FF2B5EF4-FFF2-40B4-BE49-F238E27FC236}">
                <a16:creationId xmlns:a16="http://schemas.microsoft.com/office/drawing/2014/main" id="{3A951BB9-D110-4F74-A185-A8E81736F9A0}"/>
              </a:ext>
            </a:extLst>
          </p:cNvPr>
          <p:cNvSpPr/>
          <p:nvPr/>
        </p:nvSpPr>
        <p:spPr>
          <a:xfrm>
            <a:off x="696111" y="3343852"/>
            <a:ext cx="4652061" cy="2957895"/>
          </a:xfrm>
          <a:prstGeom prst="rect">
            <a:avLst/>
          </a:prstGeom>
          <a:noFill/>
          <a:ln w="3810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그림 5">
            <a:extLst>
              <a:ext uri="{FF2B5EF4-FFF2-40B4-BE49-F238E27FC236}">
                <a16:creationId xmlns:a16="http://schemas.microsoft.com/office/drawing/2014/main" id="{EAFA95F1-5CF0-4AEB-B609-ED72C0FECE5A}"/>
              </a:ext>
            </a:extLst>
          </p:cNvPr>
          <p:cNvPicPr>
            <a:picLocks noChangeAspect="1"/>
          </p:cNvPicPr>
          <p:nvPr/>
        </p:nvPicPr>
        <p:blipFill>
          <a:blip r:embed="rId5"/>
          <a:stretch>
            <a:fillRect/>
          </a:stretch>
        </p:blipFill>
        <p:spPr>
          <a:xfrm>
            <a:off x="5982597" y="2989583"/>
            <a:ext cx="3240000" cy="3352154"/>
          </a:xfrm>
          <a:prstGeom prst="rect">
            <a:avLst/>
          </a:prstGeom>
          <a:ln>
            <a:solidFill>
              <a:srgbClr val="00B050"/>
            </a:solidFill>
          </a:ln>
        </p:spPr>
      </p:pic>
      <p:sp>
        <p:nvSpPr>
          <p:cNvPr id="39" name="직사각형 38">
            <a:extLst>
              <a:ext uri="{FF2B5EF4-FFF2-40B4-BE49-F238E27FC236}">
                <a16:creationId xmlns:a16="http://schemas.microsoft.com/office/drawing/2014/main" id="{17D27A58-AE46-49E5-A87B-7A164335FDB4}"/>
              </a:ext>
            </a:extLst>
          </p:cNvPr>
          <p:cNvSpPr/>
          <p:nvPr/>
        </p:nvSpPr>
        <p:spPr>
          <a:xfrm>
            <a:off x="875446" y="1735895"/>
            <a:ext cx="840380" cy="585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ko-KR" altLang="en-US" sz="900" b="1" dirty="0">
                <a:solidFill>
                  <a:schemeClr val="tx1"/>
                </a:solidFill>
                <a:latin typeface="맑은 고딕" panose="020B0503020000020004" pitchFamily="50" charset="-127"/>
                <a:ea typeface="맑은 고딕" panose="020B0503020000020004" pitchFamily="50" charset="-127"/>
              </a:rPr>
              <a:t>장비 社</a:t>
            </a:r>
            <a:endParaRPr lang="en-US" altLang="ko-KR" sz="900" b="1" dirty="0">
              <a:solidFill>
                <a:schemeClr val="tx1"/>
              </a:solidFill>
              <a:latin typeface="맑은 고딕" panose="020B0503020000020004" pitchFamily="50" charset="-127"/>
              <a:ea typeface="맑은 고딕" panose="020B0503020000020004" pitchFamily="50" charset="-127"/>
            </a:endParaRPr>
          </a:p>
          <a:p>
            <a:pPr algn="ctr"/>
            <a:r>
              <a:rPr lang="en-US" altLang="ko-KR" sz="900" b="1" dirty="0">
                <a:solidFill>
                  <a:schemeClr val="tx1"/>
                </a:solidFill>
                <a:latin typeface="맑은 고딕" panose="020B0503020000020004" pitchFamily="50" charset="-127"/>
                <a:ea typeface="맑은 고딕" panose="020B0503020000020004" pitchFamily="50" charset="-127"/>
              </a:rPr>
              <a:t>PC</a:t>
            </a:r>
            <a:r>
              <a:rPr lang="en-US" altLang="ko-KR" sz="800" b="1" dirty="0">
                <a:solidFill>
                  <a:schemeClr val="tx1"/>
                </a:solidFill>
                <a:latin typeface="맑은 고딕" panose="020B0503020000020004" pitchFamily="50" charset="-127"/>
                <a:ea typeface="맑은 고딕" panose="020B0503020000020004" pitchFamily="50" charset="-127"/>
              </a:rPr>
              <a:t> </a:t>
            </a:r>
            <a:r>
              <a:rPr lang="en-US" altLang="ko-KR" sz="800" dirty="0">
                <a:solidFill>
                  <a:schemeClr val="tx1"/>
                </a:solidFill>
                <a:latin typeface="맑은 고딕" panose="020B0503020000020004" pitchFamily="50" charset="-127"/>
                <a:ea typeface="맑은 고딕" panose="020B0503020000020004" pitchFamily="50" charset="-127"/>
              </a:rPr>
              <a:t>or</a:t>
            </a:r>
            <a:r>
              <a:rPr lang="ko-KR" altLang="en-US" sz="800" b="1" dirty="0">
                <a:solidFill>
                  <a:schemeClr val="tx1"/>
                </a:solidFill>
                <a:latin typeface="맑은 고딕" panose="020B0503020000020004" pitchFamily="50" charset="-127"/>
                <a:ea typeface="맑은 고딕" panose="020B0503020000020004" pitchFamily="50" charset="-127"/>
              </a:rPr>
              <a:t> </a:t>
            </a:r>
            <a:r>
              <a:rPr lang="en-US" altLang="ko-KR" sz="900" b="1" dirty="0">
                <a:solidFill>
                  <a:schemeClr val="tx1"/>
                </a:solidFill>
                <a:latin typeface="맑은 고딕" panose="020B0503020000020004" pitchFamily="50" charset="-127"/>
                <a:ea typeface="맑은 고딕" panose="020B0503020000020004" pitchFamily="50" charset="-127"/>
              </a:rPr>
              <a:t>PLC</a:t>
            </a:r>
            <a:endParaRPr lang="ko-KR" altLang="en-US" sz="900" b="1" dirty="0">
              <a:solidFill>
                <a:schemeClr val="tx1"/>
              </a:solidFill>
              <a:latin typeface="맑은 고딕" panose="020B0503020000020004" pitchFamily="50" charset="-127"/>
              <a:ea typeface="맑은 고딕" panose="020B0503020000020004" pitchFamily="50" charset="-127"/>
            </a:endParaRPr>
          </a:p>
        </p:txBody>
      </p:sp>
      <p:sp>
        <p:nvSpPr>
          <p:cNvPr id="50" name="직사각형 49">
            <a:extLst>
              <a:ext uri="{FF2B5EF4-FFF2-40B4-BE49-F238E27FC236}">
                <a16:creationId xmlns:a16="http://schemas.microsoft.com/office/drawing/2014/main" id="{B5938D87-6ED7-4AD9-8B83-E13B4B109B64}"/>
              </a:ext>
            </a:extLst>
          </p:cNvPr>
          <p:cNvSpPr/>
          <p:nvPr/>
        </p:nvSpPr>
        <p:spPr>
          <a:xfrm>
            <a:off x="1866848" y="1735895"/>
            <a:ext cx="840380" cy="58576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ko-KR" altLang="en-US" sz="900" b="1" dirty="0">
                <a:solidFill>
                  <a:schemeClr val="tx1"/>
                </a:solidFill>
                <a:latin typeface="맑은 고딕" panose="020B0503020000020004" pitchFamily="50" charset="-127"/>
                <a:ea typeface="맑은 고딕" panose="020B0503020000020004" pitchFamily="50" charset="-127"/>
              </a:rPr>
              <a:t>장비 社</a:t>
            </a:r>
            <a:endParaRPr lang="en-US" altLang="ko-KR" sz="900" b="1" dirty="0">
              <a:solidFill>
                <a:schemeClr val="tx1"/>
              </a:solidFill>
              <a:latin typeface="맑은 고딕" panose="020B0503020000020004" pitchFamily="50" charset="-127"/>
              <a:ea typeface="맑은 고딕" panose="020B0503020000020004" pitchFamily="50" charset="-127"/>
            </a:endParaRPr>
          </a:p>
          <a:p>
            <a:pPr algn="ctr"/>
            <a:r>
              <a:rPr lang="en-US" altLang="ko-KR" sz="900" b="1" dirty="0">
                <a:solidFill>
                  <a:schemeClr val="tx1"/>
                </a:solidFill>
                <a:latin typeface="맑은 고딕" panose="020B0503020000020004" pitchFamily="50" charset="-127"/>
                <a:ea typeface="맑은 고딕" panose="020B0503020000020004" pitchFamily="50" charset="-127"/>
              </a:rPr>
              <a:t>PC</a:t>
            </a:r>
            <a:r>
              <a:rPr lang="en-US" altLang="ko-KR" sz="800" b="1" dirty="0">
                <a:solidFill>
                  <a:schemeClr val="tx1"/>
                </a:solidFill>
                <a:latin typeface="맑은 고딕" panose="020B0503020000020004" pitchFamily="50" charset="-127"/>
                <a:ea typeface="맑은 고딕" panose="020B0503020000020004" pitchFamily="50" charset="-127"/>
              </a:rPr>
              <a:t> </a:t>
            </a:r>
            <a:r>
              <a:rPr lang="en-US" altLang="ko-KR" sz="800" dirty="0">
                <a:solidFill>
                  <a:schemeClr val="tx1"/>
                </a:solidFill>
                <a:latin typeface="맑은 고딕" panose="020B0503020000020004" pitchFamily="50" charset="-127"/>
                <a:ea typeface="맑은 고딕" panose="020B0503020000020004" pitchFamily="50" charset="-127"/>
              </a:rPr>
              <a:t>or</a:t>
            </a:r>
            <a:r>
              <a:rPr lang="ko-KR" altLang="en-US" sz="800" b="1" dirty="0">
                <a:solidFill>
                  <a:schemeClr val="tx1"/>
                </a:solidFill>
                <a:latin typeface="맑은 고딕" panose="020B0503020000020004" pitchFamily="50" charset="-127"/>
                <a:ea typeface="맑은 고딕" panose="020B0503020000020004" pitchFamily="50" charset="-127"/>
              </a:rPr>
              <a:t> </a:t>
            </a:r>
            <a:r>
              <a:rPr lang="en-US" altLang="ko-KR" sz="900" b="1" dirty="0">
                <a:solidFill>
                  <a:schemeClr val="tx1"/>
                </a:solidFill>
                <a:latin typeface="맑은 고딕" panose="020B0503020000020004" pitchFamily="50" charset="-127"/>
                <a:ea typeface="맑은 고딕" panose="020B0503020000020004" pitchFamily="50" charset="-127"/>
              </a:rPr>
              <a:t>PLC</a:t>
            </a:r>
            <a:endParaRPr lang="ko-KR" altLang="en-US" sz="900" b="1" dirty="0">
              <a:solidFill>
                <a:schemeClr val="tx1"/>
              </a:solidFill>
              <a:latin typeface="맑은 고딕" panose="020B0503020000020004" pitchFamily="50" charset="-127"/>
              <a:ea typeface="맑은 고딕" panose="020B0503020000020004" pitchFamily="50" charset="-127"/>
            </a:endParaRPr>
          </a:p>
        </p:txBody>
      </p:sp>
      <p:cxnSp>
        <p:nvCxnSpPr>
          <p:cNvPr id="8" name="직선 연결선 7">
            <a:extLst>
              <a:ext uri="{FF2B5EF4-FFF2-40B4-BE49-F238E27FC236}">
                <a16:creationId xmlns:a16="http://schemas.microsoft.com/office/drawing/2014/main" id="{BE319855-55A6-4333-AE16-A5DEC4B31740}"/>
              </a:ext>
            </a:extLst>
          </p:cNvPr>
          <p:cNvCxnSpPr>
            <a:cxnSpLocks/>
            <a:stCxn id="39" idx="3"/>
            <a:endCxn id="50" idx="1"/>
          </p:cNvCxnSpPr>
          <p:nvPr/>
        </p:nvCxnSpPr>
        <p:spPr>
          <a:xfrm>
            <a:off x="1715826" y="2028776"/>
            <a:ext cx="151022" cy="0"/>
          </a:xfrm>
          <a:prstGeom prst="line">
            <a:avLst/>
          </a:prstGeom>
          <a:ln w="12700">
            <a:tailEnd type="none"/>
          </a:ln>
        </p:spPr>
        <p:style>
          <a:lnRef idx="1">
            <a:schemeClr val="accent2"/>
          </a:lnRef>
          <a:fillRef idx="0">
            <a:schemeClr val="accent2"/>
          </a:fillRef>
          <a:effectRef idx="0">
            <a:schemeClr val="accent2"/>
          </a:effectRef>
          <a:fontRef idx="minor">
            <a:schemeClr val="tx1"/>
          </a:fontRef>
        </p:style>
      </p:cxnSp>
      <p:cxnSp>
        <p:nvCxnSpPr>
          <p:cNvPr id="51" name="직선 연결선 50">
            <a:extLst>
              <a:ext uri="{FF2B5EF4-FFF2-40B4-BE49-F238E27FC236}">
                <a16:creationId xmlns:a16="http://schemas.microsoft.com/office/drawing/2014/main" id="{839CE538-8B4E-425F-98BF-30879709A64A}"/>
              </a:ext>
            </a:extLst>
          </p:cNvPr>
          <p:cNvCxnSpPr>
            <a:cxnSpLocks/>
            <a:stCxn id="50" idx="3"/>
            <a:endCxn id="71" idx="1"/>
          </p:cNvCxnSpPr>
          <p:nvPr/>
        </p:nvCxnSpPr>
        <p:spPr>
          <a:xfrm>
            <a:off x="2707228" y="2028776"/>
            <a:ext cx="151023" cy="0"/>
          </a:xfrm>
          <a:prstGeom prst="line">
            <a:avLst/>
          </a:prstGeom>
          <a:ln w="12700">
            <a:tailEnd type="none"/>
          </a:ln>
        </p:spPr>
        <p:style>
          <a:lnRef idx="1">
            <a:schemeClr val="accent2"/>
          </a:lnRef>
          <a:fillRef idx="0">
            <a:schemeClr val="accent2"/>
          </a:fillRef>
          <a:effectRef idx="0">
            <a:schemeClr val="accent2"/>
          </a:effectRef>
          <a:fontRef idx="minor">
            <a:schemeClr val="tx1"/>
          </a:fontRef>
        </p:style>
      </p:cxnSp>
      <p:sp>
        <p:nvSpPr>
          <p:cNvPr id="36" name="직사각형 35">
            <a:extLst>
              <a:ext uri="{FF2B5EF4-FFF2-40B4-BE49-F238E27FC236}">
                <a16:creationId xmlns:a16="http://schemas.microsoft.com/office/drawing/2014/main" id="{1E3FC741-264B-42DF-A266-007AA96A4CD3}"/>
              </a:ext>
            </a:extLst>
          </p:cNvPr>
          <p:cNvSpPr/>
          <p:nvPr/>
        </p:nvSpPr>
        <p:spPr>
          <a:xfrm>
            <a:off x="2645434" y="2987135"/>
            <a:ext cx="3329094" cy="3348000"/>
          </a:xfrm>
          <a:custGeom>
            <a:avLst/>
            <a:gdLst>
              <a:gd name="connsiteX0" fmla="*/ 0 w 3326051"/>
              <a:gd name="connsiteY0" fmla="*/ 0 h 3366000"/>
              <a:gd name="connsiteX1" fmla="*/ 3326051 w 3326051"/>
              <a:gd name="connsiteY1" fmla="*/ 0 h 3366000"/>
              <a:gd name="connsiteX2" fmla="*/ 3326051 w 3326051"/>
              <a:gd name="connsiteY2" fmla="*/ 3366000 h 3366000"/>
              <a:gd name="connsiteX3" fmla="*/ 0 w 3326051"/>
              <a:gd name="connsiteY3" fmla="*/ 3366000 h 3366000"/>
              <a:gd name="connsiteX4" fmla="*/ 0 w 3326051"/>
              <a:gd name="connsiteY4" fmla="*/ 0 h 3366000"/>
              <a:gd name="connsiteX0" fmla="*/ 2999 w 3329050"/>
              <a:gd name="connsiteY0" fmla="*/ 0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5" fmla="*/ 2999 w 3329050"/>
              <a:gd name="connsiteY5" fmla="*/ 0 h 3366000"/>
              <a:gd name="connsiteX0" fmla="*/ 0 w 3329050"/>
              <a:gd name="connsiteY0" fmla="*/ 740653 h 3561831"/>
              <a:gd name="connsiteX1" fmla="*/ 3329050 w 3329050"/>
              <a:gd name="connsiteY1" fmla="*/ 195831 h 3561831"/>
              <a:gd name="connsiteX2" fmla="*/ 3329050 w 3329050"/>
              <a:gd name="connsiteY2" fmla="*/ 3561831 h 3561831"/>
              <a:gd name="connsiteX3" fmla="*/ 2999 w 3329050"/>
              <a:gd name="connsiteY3" fmla="*/ 3561831 h 3561831"/>
              <a:gd name="connsiteX4" fmla="*/ 0 w 3329050"/>
              <a:gd name="connsiteY4" fmla="*/ 740653 h 3561831"/>
              <a:gd name="connsiteX0" fmla="*/ 0 w 3329050"/>
              <a:gd name="connsiteY0" fmla="*/ 719678 h 3540856"/>
              <a:gd name="connsiteX1" fmla="*/ 3329050 w 3329050"/>
              <a:gd name="connsiteY1" fmla="*/ 174856 h 3540856"/>
              <a:gd name="connsiteX2" fmla="*/ 3329050 w 3329050"/>
              <a:gd name="connsiteY2" fmla="*/ 3540856 h 3540856"/>
              <a:gd name="connsiteX3" fmla="*/ 2999 w 3329050"/>
              <a:gd name="connsiteY3" fmla="*/ 3540856 h 3540856"/>
              <a:gd name="connsiteX4" fmla="*/ 0 w 3329050"/>
              <a:gd name="connsiteY4" fmla="*/ 719678 h 3540856"/>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0 w 3329050"/>
              <a:gd name="connsiteY0" fmla="*/ 544822 h 3366000"/>
              <a:gd name="connsiteX1" fmla="*/ 3329050 w 3329050"/>
              <a:gd name="connsiteY1" fmla="*/ 0 h 3366000"/>
              <a:gd name="connsiteX2" fmla="*/ 3329050 w 3329050"/>
              <a:gd name="connsiteY2" fmla="*/ 3366000 h 3366000"/>
              <a:gd name="connsiteX3" fmla="*/ 2999 w 3329050"/>
              <a:gd name="connsiteY3" fmla="*/ 3366000 h 3366000"/>
              <a:gd name="connsiteX4" fmla="*/ 0 w 3329050"/>
              <a:gd name="connsiteY4" fmla="*/ 544822 h 3366000"/>
              <a:gd name="connsiteX0" fmla="*/ 246707 w 3575757"/>
              <a:gd name="connsiteY0" fmla="*/ 544822 h 3366000"/>
              <a:gd name="connsiteX1" fmla="*/ 3575757 w 3575757"/>
              <a:gd name="connsiteY1" fmla="*/ 0 h 3366000"/>
              <a:gd name="connsiteX2" fmla="*/ 3575757 w 3575757"/>
              <a:gd name="connsiteY2" fmla="*/ 3366000 h 3366000"/>
              <a:gd name="connsiteX3" fmla="*/ 249706 w 3575757"/>
              <a:gd name="connsiteY3" fmla="*/ 3366000 h 3366000"/>
              <a:gd name="connsiteX4" fmla="*/ 246707 w 3575757"/>
              <a:gd name="connsiteY4" fmla="*/ 1068334 h 3366000"/>
              <a:gd name="connsiteX5" fmla="*/ 246707 w 3575757"/>
              <a:gd name="connsiteY5" fmla="*/ 544822 h 3366000"/>
              <a:gd name="connsiteX0" fmla="*/ 246707 w 3575757"/>
              <a:gd name="connsiteY0" fmla="*/ 544822 h 3366000"/>
              <a:gd name="connsiteX1" fmla="*/ 3575757 w 3575757"/>
              <a:gd name="connsiteY1" fmla="*/ 0 h 3366000"/>
              <a:gd name="connsiteX2" fmla="*/ 3575757 w 3575757"/>
              <a:gd name="connsiteY2" fmla="*/ 3366000 h 3366000"/>
              <a:gd name="connsiteX3" fmla="*/ 246707 w 3575757"/>
              <a:gd name="connsiteY3" fmla="*/ 1068334 h 3366000"/>
              <a:gd name="connsiteX4" fmla="*/ 246707 w 3575757"/>
              <a:gd name="connsiteY4" fmla="*/ 544822 h 3366000"/>
              <a:gd name="connsiteX0" fmla="*/ 44 w 3329094"/>
              <a:gd name="connsiteY0" fmla="*/ 544822 h 3366000"/>
              <a:gd name="connsiteX1" fmla="*/ 3329094 w 3329094"/>
              <a:gd name="connsiteY1" fmla="*/ 0 h 3366000"/>
              <a:gd name="connsiteX2" fmla="*/ 3329094 w 3329094"/>
              <a:gd name="connsiteY2" fmla="*/ 3366000 h 3366000"/>
              <a:gd name="connsiteX3" fmla="*/ 44 w 3329094"/>
              <a:gd name="connsiteY3" fmla="*/ 1068334 h 3366000"/>
              <a:gd name="connsiteX4" fmla="*/ 44 w 3329094"/>
              <a:gd name="connsiteY4" fmla="*/ 544822 h 336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9094" h="3366000">
                <a:moveTo>
                  <a:pt x="44" y="544822"/>
                </a:moveTo>
                <a:lnTo>
                  <a:pt x="3329094" y="0"/>
                </a:lnTo>
                <a:lnTo>
                  <a:pt x="3329094" y="3366000"/>
                </a:lnTo>
                <a:lnTo>
                  <a:pt x="44" y="1068334"/>
                </a:lnTo>
                <a:cubicBezTo>
                  <a:pt x="-456" y="598138"/>
                  <a:pt x="3615" y="1057925"/>
                  <a:pt x="44" y="544822"/>
                </a:cubicBezTo>
                <a:close/>
              </a:path>
            </a:pathLst>
          </a:custGeom>
          <a:solidFill>
            <a:schemeClr val="accent6">
              <a:lumMod val="20000"/>
              <a:lumOff val="80000"/>
              <a:alpha val="5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010571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COA_SMARTSHAPE" val="Y"/>
  <p:tag name="MMCOA_FONTSIZE_L" val="12"/>
  <p:tag name="MMCOA_FONTSIZE_M" val="12"/>
  <p:tag name="MMCOA_FONTSIZE_S" val="12"/>
  <p:tag name="MMCOA_POSITION_L" val="0;158.625;222.75;756"/>
  <p:tag name="MMCOA_POSITION_M" val="0;158.625;222.75;756"/>
  <p:tag name="MMCOA_POSITION_S" val="0;158.625;222.75;756"/>
  <p:tag name="MMCOA_HIDEONCOLOUR" val="N"/>
  <p:tag name="MMCOA_HIDEONWHITE" val="Y"/>
</p:tagLst>
</file>

<file path=ppt/tags/tag2.xml><?xml version="1.0" encoding="utf-8"?>
<p:tagLst xmlns:a="http://schemas.openxmlformats.org/drawingml/2006/main" xmlns:r="http://schemas.openxmlformats.org/officeDocument/2006/relationships" xmlns:p="http://schemas.openxmlformats.org/presentationml/2006/main">
  <p:tag name="MMCOA_SMARTSHAPE" val="Y"/>
  <p:tag name="MMCOA_FONTSIZE_L" val="12"/>
  <p:tag name="MMCOA_FONTSIZE_M" val="12"/>
  <p:tag name="MMCOA_FONTSIZE_S" val="12"/>
  <p:tag name="MMCOA_POSITION_L" val="0;158.625;222.75;756"/>
  <p:tag name="MMCOA_POSITION_M" val="0;158.625;222.75;756"/>
  <p:tag name="MMCOA_POSITION_S" val="0;158.625;222.75;756"/>
  <p:tag name="MMCOA_HIDEONCOLOUR" val="N"/>
  <p:tag name="MMCOA_HIDEONWHITE" val="Y"/>
</p:tagLst>
</file>

<file path=ppt/tags/tag3.xml><?xml version="1.0" encoding="utf-8"?>
<p:tagLst xmlns:a="http://schemas.openxmlformats.org/drawingml/2006/main" xmlns:r="http://schemas.openxmlformats.org/officeDocument/2006/relationships" xmlns:p="http://schemas.openxmlformats.org/presentationml/2006/main">
  <p:tag name="MMCOA_SMARTSHAPE" val="Y"/>
  <p:tag name="MMCOA_FONTSIZE_L" val="12"/>
  <p:tag name="MMCOA_FONTSIZE_M" val="12"/>
  <p:tag name="MMCOA_FONTSIZE_S" val="12"/>
  <p:tag name="MMCOA_POSITION_L" val="0;158.625;222.75;756"/>
  <p:tag name="MMCOA_POSITION_M" val="0;158.625;222.75;756"/>
  <p:tag name="MMCOA_POSITION_S" val="0;158.625;222.75;756"/>
  <p:tag name="MMCOA_HIDEONCOLOUR" val="N"/>
  <p:tag name="MMCOA_HIDEONWHITE" val="Y"/>
</p:tagLst>
</file>

<file path=ppt/tags/tag4.xml><?xml version="1.0" encoding="utf-8"?>
<p:tagLst xmlns:a="http://schemas.openxmlformats.org/drawingml/2006/main" xmlns:r="http://schemas.openxmlformats.org/officeDocument/2006/relationships" xmlns:p="http://schemas.openxmlformats.org/presentationml/2006/main">
  <p:tag name="MMCOA_SMARTSHAPE" val="Y"/>
  <p:tag name="MMCOA_FONTSIZE_L" val="12"/>
  <p:tag name="MMCOA_FONTSIZE_M" val="12"/>
  <p:tag name="MMCOA_FONTSIZE_S" val="12"/>
  <p:tag name="MMCOA_POSITION_L" val="0;158.625;222.75;756"/>
  <p:tag name="MMCOA_POSITION_M" val="0;158.625;222.75;756"/>
  <p:tag name="MMCOA_POSITION_S" val="0;158.625;222.75;756"/>
  <p:tag name="MMCOA_HIDEONCOLOUR" val="N"/>
  <p:tag name="MMCOA_HIDEONWHITE" val="Y"/>
</p:tagLst>
</file>

<file path=ppt/tags/tag5.xml><?xml version="1.0" encoding="utf-8"?>
<p:tagLst xmlns:a="http://schemas.openxmlformats.org/drawingml/2006/main" xmlns:r="http://schemas.openxmlformats.org/officeDocument/2006/relationships" xmlns:p="http://schemas.openxmlformats.org/presentationml/2006/main">
  <p:tag name="MMCOA_SMARTSHAPE" val="Y"/>
  <p:tag name="MMCOA_FONTSIZE_L" val="12"/>
  <p:tag name="MMCOA_FONTSIZE_M" val="12"/>
  <p:tag name="MMCOA_FONTSIZE_S" val="12"/>
  <p:tag name="MMCOA_POSITION_L" val="0;158.625;222.75;756"/>
  <p:tag name="MMCOA_POSITION_M" val="0;158.625;222.75;756"/>
  <p:tag name="MMCOA_POSITION_S" val="0;158.625;222.75;756"/>
  <p:tag name="MMCOA_HIDEONCOLOUR" val="N"/>
  <p:tag name="MMCOA_HIDEONWHITE" val="Y"/>
</p:tagLst>
</file>

<file path=ppt/theme/theme1.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solidFill>
            <a:schemeClr val="tx1">
              <a:lumMod val="95000"/>
              <a:lumOff val="5000"/>
            </a:schemeClr>
          </a:solidFill>
          <a:tailEnd type="non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1200" spc="-6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111668</TotalTime>
  <Words>440</Words>
  <Application>Microsoft Office PowerPoint</Application>
  <PresentationFormat>사용자 지정</PresentationFormat>
  <Paragraphs>94</Paragraphs>
  <Slides>5</Slides>
  <Notes>3</Notes>
  <HiddenSlides>0</HiddenSlides>
  <MMClips>0</MMClips>
  <ScaleCrop>false</ScaleCrop>
  <HeadingPairs>
    <vt:vector size="6" baseType="variant">
      <vt:variant>
        <vt:lpstr>사용한 글꼴</vt:lpstr>
      </vt:variant>
      <vt:variant>
        <vt:i4>7</vt:i4>
      </vt:variant>
      <vt:variant>
        <vt:lpstr>테마</vt:lpstr>
      </vt:variant>
      <vt:variant>
        <vt:i4>3</vt:i4>
      </vt:variant>
      <vt:variant>
        <vt:lpstr>슬라이드 제목</vt:lpstr>
      </vt:variant>
      <vt:variant>
        <vt:i4>5</vt:i4>
      </vt:variant>
    </vt:vector>
  </HeadingPairs>
  <TitlesOfParts>
    <vt:vector size="15" baseType="lpstr">
      <vt:lpstr>KoPubWorld돋움체 Medium</vt:lpstr>
      <vt:lpstr>나눔고딕</vt:lpstr>
      <vt:lpstr>맑은 고딕</vt:lpstr>
      <vt:lpstr>Arial</vt:lpstr>
      <vt:lpstr>Calibri</vt:lpstr>
      <vt:lpstr>Calibri Light</vt:lpstr>
      <vt:lpstr>Wingdings</vt:lpstr>
      <vt:lpstr>2_Office 테마</vt:lpstr>
      <vt:lpstr>4_Office 테마</vt:lpstr>
      <vt:lpstr>1_Office 테마</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서 재원</dc:creator>
  <cp:lastModifiedBy>강 정우2</cp:lastModifiedBy>
  <cp:revision>5191</cp:revision>
  <cp:lastPrinted>2026-06-25T01:48:03Z</cp:lastPrinted>
  <dcterms:created xsi:type="dcterms:W3CDTF">2019-02-25T09:31:22Z</dcterms:created>
  <dcterms:modified xsi:type="dcterms:W3CDTF">2026-10-20T02:05:50Z</dcterms:modified>
</cp:coreProperties>
</file>