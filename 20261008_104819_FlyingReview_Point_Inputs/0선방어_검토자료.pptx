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b7ffb6e3546f4314" /><Relationship Type="http://schemas.openxmlformats.org/officeDocument/2006/relationships/extended-properties" Target="/docProps/app.xml" Id="R0a782ab2530c4daa" /><Relationship Type="http://schemas.openxmlformats.org/officeDocument/2006/relationships/officeDocument" Target="/ppt/presentation.xml" Id="R6af41e2787a948f9" /></Relationships>
</file>

<file path=ppt/presentation.xml><?xml version="1.0" encoding="utf-8"?>
<p:presentation xmlns:p="http://schemas.openxmlformats.org/presentationml/2006/main">
  <p:sldMasterIdLst>
    <p:sldMasterId xmlns:r="http://schemas.openxmlformats.org/officeDocument/2006/relationships" id="2147483648" r:id="Rf1ff3b50265a457a"/>
  </p:sldMasterIdLst>
  <p:notesMasterIdLst>
    <p:notesMasterId xmlns:r="http://schemas.openxmlformats.org/officeDocument/2006/relationships" r:id="R070eae16ba174da3"/>
  </p:notesMasterIdLst>
  <p:sldIdLst>
    <p:sldId xmlns:r="http://schemas.openxmlformats.org/officeDocument/2006/relationships" id="256" r:id="R16a560fd0c674922"/>
    <p:sldId xmlns:r="http://schemas.openxmlformats.org/officeDocument/2006/relationships" id="257" r:id="R1e4e4e32ddd44e18"/>
    <p:sldId xmlns:r="http://schemas.openxmlformats.org/officeDocument/2006/relationships" id="258" r:id="R749c005025e44237"/>
  </p:sldIdLst>
  <p:sldSz cx="12191999"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f6762b4ce8c44ca8" /><Relationship Type="http://schemas.openxmlformats.org/officeDocument/2006/relationships/slideMaster" Target="/ppt/slideMasters/slideMaster1.xml" Id="Rf1ff3b50265a457a" /><Relationship Type="http://schemas.openxmlformats.org/officeDocument/2006/relationships/notesMaster" Target="/ppt/notesMasters/notesMaster1.xml" Id="R070eae16ba174da3" /><Relationship Type="http://schemas.openxmlformats.org/officeDocument/2006/relationships/presProps" Target="/ppt/presProps.xml" Id="Rbeb0b6abd6a7472b" /><Relationship Type="http://schemas.openxmlformats.org/officeDocument/2006/relationships/tableStyles" Target="/ppt/tableStyles.xml" Id="R09ecd7e2132044b5" /><Relationship Type="http://schemas.openxmlformats.org/officeDocument/2006/relationships/slide" Target="/ppt/slides/slide1.xml" Id="R16a560fd0c674922" /><Relationship Type="http://schemas.openxmlformats.org/officeDocument/2006/relationships/slide" Target="/ppt/slides/slide2.xml" Id="R1e4e4e32ddd44e18" /><Relationship Type="http://schemas.openxmlformats.org/officeDocument/2006/relationships/slide" Target="/ppt/slides/slide3.xml" Id="R749c005025e44237"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96b00933482f4658"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c22db64be5ae42d6" /><Relationship Type="http://schemas.openxmlformats.org/officeDocument/2006/relationships/notesMaster" Target="/ppt/notesMasters/notesMaster1.xml" Id="R04b67112ee2e4623" /></Relationships>
</file>

<file path=ppt/notesSlides/_rels/notesSlide2.xml.rels>&#65279;<?xml version="1.0" encoding="utf-8"?><Relationships xmlns="http://schemas.openxmlformats.org/package/2006/relationships"><Relationship Type="http://schemas.openxmlformats.org/officeDocument/2006/relationships/slide" Target="/ppt/slides/slide2.xml" Id="R2cfddd721092436e" /><Relationship Type="http://schemas.openxmlformats.org/officeDocument/2006/relationships/notesMaster" Target="/ppt/notesMasters/notesMaster1.xml" Id="Rfd0469945efb48b6" /></Relationships>
</file>

<file path=ppt/notesSlides/_rels/notesSlide3.xml.rels>&#65279;<?xml version="1.0" encoding="utf-8"?><Relationships xmlns="http://schemas.openxmlformats.org/package/2006/relationships"><Relationship Type="http://schemas.openxmlformats.org/officeDocument/2006/relationships/slide" Target="/ppt/slides/slide3.xml" Id="Rf8b6a55c2ee84441" /><Relationship Type="http://schemas.openxmlformats.org/officeDocument/2006/relationships/notesMaster" Target="/ppt/notesMasters/notesMaster1.xml" Id="R971f107a15f54c2b"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입력 파라미터 Y Cell-to-Cell 간격=200mm. 등속 구간의 같은 기판 촬영 간 가용시간은 Y Cell간격/Y속도=200/100=2s로 계산하며 고정2초가 아님. 사용자 최신 조건: 현재 기판 0선방어 이후 다음 기판 투입 전 3분 이상의 여유. 180초를 ReviewDone 및 X 이동 허가 이후 사용 가능한 창의 하한으로 반영. 이는 기판 시작 간격 또는 장비 Tact가 아님. 준비=1.632993161855452+settle0.05+guard0.02=1.7029931618554521s. 기판 내 준비는 노출·trigger/jitter·camera period도 포함하여 1.7030631618554524s. X 선정점 H2=104.05000000000001, H3=204.05. 초기 H1 XReady는 기동 1회 별도 확보. XReady 조건은 위치 일치·속도0·정착 완료. ReviewDone은 실제 Frame·Vision 완료 확인. 전체 장비 Tact 단축 초 수를 산출한 것이 아니라 선배치로 증가하는 추가 대기가 0초인 명목 설계 계산. 상자 폭은 시간 비례가 아님.</a:t>
            </a:r>
          </a:p>
          <a:p xmlns:a="http://schemas.openxmlformats.org/drawingml/2006/main">
            <a:r>
              <a:t>정착시간(settleMs)과 선도착 여유시간(guardMs)은 사용자 입력으로 변경. 기본50ms·20ms. ms/1000으로 초로 변환하여 같은 기판 X 준비, 기판 사이 선배치, 초기 XReady 예산에 동일 적용. 준비=max(노출+X이동+settleMs/1000+guardMs/1000+Trigger/Jitter, 카메라 주기). 두 입력은0 이상 허용. 게이지 통과 범위와 단일 파라미터 복구안에도 포함. PPT 수치는 기본값의 정적 예시이며, 실시간 결과는 시뮬레이터와 동기화된 수식 가이드에서 확인. 정착 또는 선도착 시간을 줄일 때는 실제 위치 안정시간과 제어지연 검증 필요. 허용blur 기준 완화 시 영상 검출성능 확인 필요.</a:t>
            </a:r>
          </a:p>
          <a:p xmlns:a="http://schemas.openxmlformats.org/drawingml/2006/main">
            <a:r>
              <a:t>추가: 8개 Head의 Cell ID는1,11,21,31,5,15,25,35로 고정하고, 각 Cell 좌상단 기준 X·Y 위치16개를 별도 입력. test0929의 실제 B07 점 격자2.7mm로 선택. 입력 좌표의 Shot 열·행을 계산해 Head소유권·Mask를 확인하고 유효하지 않은 점은 불가 판정. X좌표차는 셀 원점+셀내X의 차이. 같은 기판 ΔY=Cell간격+다음셀내Y−이전셀내Y. 가용시간=ΔY/vY. 기본 모든 셀내Y0.675mm. H02셀내Y11.475mm로10.8mm 증가하면 H01→H02 2.108s, H02→H03 1.892s로 앞뒤 간격이 동시에 변경. +Y는 역방향 동작 중 나중에 도착하는 방향. 마지막점Y 증가 시 필요Stroke도 증가. 기본12입력+측정위치16입력=28개. 기존 슬라이드 표는 기본 측정위치의 정적 수치. HTML과 수식 가이드는28개 입력을 동일하게 전달하고 계산.</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고정 유효점 X: H1=4.05,H2=104.05,H3=204.05,H4=306.75,H5=414.85,H6=525.65,H7=636.45,H8=747.25 mm. Head fieldWidth110mm와 이동거리 구분; 이동거리=선정점 X차 절대값. Cell IDs=[1,11,21,31,5,15,25,35], 모두 unique, 기존 레시피 Head 소유권·Mask 검증됨. 각 선배치=[{"fromX":104.05000000000001,"toX":204.05,"dx":100,"move":1.632993161855452,"settle":0.05,"guard":0.02,"need":1.7029931618554521,"from":2,"to":3,"fromGlass":1,"toGlass":2,"wrap":false,"window":180,"slack":178.29700683814454,"extraTactS":0,"valid":true},{"fromX":306.75,"toX":414.84999999999997,"dx":108.09999999999997,"move":1.6978417672641541,"settle":0.05,"guard":0.02,"need":1.7678417672641542,"from":4,"to":5,"fromGlass":2,"toGlass":3,"wrap":false,"window":180,"slack":178.23215823273586,"extraTactS":0,"valid":true},{"fromX":525.65,"toX":636.4499999999999,"dx":110.79999999999995,"move":1.7189143860782206,"settle":0.05,"guard":0.02,"need":1.7889143860782206,"from":6,"to":7,"fromGlass":3,"toGlass":4,"wrap":false,"window":180,"slack":178.21108561392177,"extraTactS":0,"valid":true},{"fromX":747.25,"toX":4.049999999999997,"dx":743.2,"move":5.049333333333333,"settle":0.05,"guard":0.02,"need":5.119333333333333,"from":8,"to":1,"fromGlass":4,"toGlass":1,"wrap":true,"window":180,"slack":174.88066666666666,"extraTactS":0,"valid":true}]. 총20x 전제는200mm tube lens+1x relay. 선배치 준비는 이동+settle50ms+guard20ms. X정지-정지 사다리꼴/삼각형 운동으로 가감속 포함. 초기Park0→H1=0.3986335s는 초기 기동1회 별도이며180초 순환에 반복 포함하지 않음. 사용자의3분 여유를180초 하한으로 계산. 실제 통신·처리·interlock대기는 측정된 사용 가능창에 포함되지 않는다는 전제.</a:t>
            </a:r>
          </a:p>
          <a:p xmlns:a="http://schemas.openxmlformats.org/drawingml/2006/main">
            <a:r>
              <a:t>정착시간(settleMs)과 선도착 여유시간(guardMs)은 사용자 입력으로 변경. 기본50ms·20ms. ms/1000으로 초로 변환하여 같은 기판 X 준비, 기판 사이 선배치, 초기 XReady 예산에 동일 적용. 준비=max(노출+X이동+settleMs/1000+guardMs/1000+Trigger/Jitter, 카메라 주기). 두 입력은0 이상 허용. 게이지 통과 범위와 단일 파라미터 복구안에도 포함. PPT 수치는 기본값의 정적 예시이며, 실시간 결과는 시뮬레이터와 동기화된 수식 가이드에서 확인. 정착 또는 선도착 시간을 줄일 때는 실제 위치 안정시간과 제어지연 검증 필요. 허용blur 기준 완화 시 영상 검출성능 확인 필요.</a:t>
            </a:r>
          </a:p>
          <a:p xmlns:a="http://schemas.openxmlformats.org/drawingml/2006/main">
            <a:r>
              <a:t>추가: 8개 Head의 Cell ID는1,11,21,31,5,15,25,35로 고정하고, 각 Cell 좌상단 기준 X·Y 위치16개를 별도 입력. test0929의 실제 B07 점 격자2.7mm로 선택. 입력 좌표의 Shot 열·행을 계산해 Head소유권·Mask를 확인하고 유효하지 않은 점은 불가 판정. X좌표차는 셀 원점+셀내X의 차이. 같은 기판 ΔY=Cell간격+다음셀내Y−이전셀내Y. 가용시간=ΔY/vY. 기본 모든 셀내Y0.675mm. H02셀내Y11.475mm로10.8mm 증가하면 H01→H02 2.108s, H02→H03 1.892s로 앞뒤 간격이 동시에 변경. +Y는 역방향 동작 중 나중에 도착하는 방향. 마지막점Y 증가 시 필요Stroke도 증가. 기본12입력+측정위치16입력=28개. 기존 슬라이드 표는 기본 측정위치의 정적 수치. HTML과 수식 가이드는28개 입력을 동일하게 전달하고 계산.</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복구 예시: Y Cell-to-Cell 간격230mm, Stroke2700mm, 나머지는 기준값. 마지막 리뷰점과 Y감속거리 포함 최소Stroke=2706.509333333334mm로 현재값보다 6.5093333333338705mm 부족. 단일 파라미터 대안은 Stroke=2707mm, Cell간격=227mm, Y감속도=190mm/s². 추천값은 각 게이지 step 안쪽의 실제 통과값으로 검증. 게이지 녹색 범위는 해당 항목 외 모든 입력을 현재값으로 고정한 조건부 범위. 여러 조건이 동시에 실패하면 한 항목만으로 통과구간이 없을 수 있으며 결과에 실패 원인별 조정 방향을 표시. 기판 사이180초 선배치 예산은 같은 기판의 Stroke 부족을 보완하지 않음.</a:t>
            </a:r>
          </a:p>
          <a:p xmlns:a="http://schemas.openxmlformats.org/drawingml/2006/main">
            <a:r>
              <a:t>정착시간(settleMs)과 선도착 여유시간(guardMs)은 사용자 입력으로 변경. 기본50ms·20ms. ms/1000으로 초로 변환하여 같은 기판 X 준비, 기판 사이 선배치, 초기 XReady 예산에 동일 적용. 준비=max(노출+X이동+settleMs/1000+guardMs/1000+Trigger/Jitter, 카메라 주기). 두 입력은0 이상 허용. 게이지 통과 범위와 단일 파라미터 복구안에도 포함. PPT 수치는 기본값의 정적 예시이며, 실시간 결과는 시뮬레이터와 동기화된 수식 가이드에서 확인. 정착 또는 선도착 시간을 줄일 때는 실제 위치 안정시간과 제어지연 검증 필요. 허용blur 기준 완화 시 영상 검출성능 확인 필요.</a:t>
            </a:r>
          </a:p>
          <a:p xmlns:a="http://schemas.openxmlformats.org/drawingml/2006/main">
            <a:r>
              <a:t>추가: 8개 Head의 Cell ID는1,11,21,31,5,15,25,35로 고정하고, 각 Cell 좌상단 기준 X·Y 위치16개를 별도 입력. test0929의 실제 B07 점 격자2.7mm로 선택. 입력 좌표의 Shot 열·행을 계산해 Head소유권·Mask를 확인하고 유효하지 않은 점은 불가 판정. X좌표차는 셀 원점+셀내X의 차이. 같은 기판 ΔY=Cell간격+다음셀내Y−이전셀내Y. 가용시간=ΔY/vY. 기본 모든 셀내Y0.675mm. H02셀내Y11.475mm로10.8mm 증가하면 H01→H02 2.108s, H02→H03 1.892s로 앞뒤 간격이 동시에 변경. +Y는 역방향 동작 중 나중에 도착하는 방향. 마지막점Y 증가 시 필요Stroke도 증가. 기본12입력+측정위치16입력=28개. 기존 슬라이드 표는 기본 측정위치의 정적 수치. HTML과 수식 가이드는28개 입력을 동일하게 전달하고 계산.</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f3b47481d99742d4"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4929bad3fce04b03"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884348dce2e246ce"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51787627b7f84fa0"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f553c1e661d54501"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f400bb9f063d4d5c"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4" name="Accent rule">
            <a:extLst xmlns:a="http://schemas.openxmlformats.org/drawingml/2006/main">
              <a:ext uri="{FF2B5EF4-FFF2-40B4-BE49-F238E27FC236}">
                <a16:creationId xmlns:a16="http://schemas.microsoft.com/office/drawing/2014/main" id="{93E3F0F4-2976-486E-96AD-FAEA8E0FD2D7}"/>
              </a:ext>
            </a:extLst>
          </p:cNvPr>
          <p:cNvSpPr>
            <a:spLocks xmlns:a="http://schemas.openxmlformats.org/drawingml/2006/main" noGrp="1"/>
          </p:cNvSpPr>
          <p:nvPr/>
        </p:nvSpPr>
        <p:spPr>
          <a:xfrm xmlns:a="http://schemas.openxmlformats.org/drawingml/2006/main">
            <a:off x="5791200" y="2209800"/>
            <a:ext cx="609600" cy="3810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Title">
            <a:extLst xmlns:a="http://schemas.openxmlformats.org/drawingml/2006/main">
              <a:ext uri="{FF2B5EF4-FFF2-40B4-BE49-F238E27FC236}">
                <a16:creationId xmlns:a16="http://schemas.microsoft.com/office/drawing/2014/main" id="{6CFF8F27-1DEB-4ABA-95EE-B8B6FDCFE18C}"/>
              </a:ext>
            </a:extLst>
          </p:cNvPr>
          <p:cNvSpPr>
            <a:spLocks xmlns:a="http://schemas.openxmlformats.org/drawingml/2006/main" noGrp="1"/>
          </p:cNvSpPr>
          <p:nvPr>
            <p:ph type="title" idx="0"/>
          </p:nvPr>
        </p:nvSpPr>
        <p:spPr>
          <a:xfrm xmlns:a="http://schemas.openxmlformats.org/drawingml/2006/main">
            <a:off x="1219200" y="2590800"/>
            <a:ext cx="9753599"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3" name="Subtitle">
            <a:extLst xmlns:a="http://schemas.openxmlformats.org/drawingml/2006/main">
              <a:ext uri="{FF2B5EF4-FFF2-40B4-BE49-F238E27FC236}">
                <a16:creationId xmlns:a16="http://schemas.microsoft.com/office/drawing/2014/main" id="{479BD021-A84E-42EE-A3DF-6EC9F2AC6101}"/>
              </a:ext>
            </a:extLst>
          </p:cNvPr>
          <p:cNvSpPr>
            <a:spLocks xmlns:a="http://schemas.openxmlformats.org/drawingml/2006/main" noGrp="1"/>
          </p:cNvSpPr>
          <p:nvPr>
            <p:ph type="subTitle" idx="1"/>
          </p:nvPr>
        </p:nvSpPr>
        <p:spPr>
          <a:xfrm xmlns:a="http://schemas.openxmlformats.org/drawingml/2006/main">
            <a:off x="1828800" y="3771900"/>
            <a:ext cx="8534399"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3" name="Accent rule">
            <a:extLst xmlns:a="http://schemas.openxmlformats.org/drawingml/2006/main">
              <a:ext uri="{FF2B5EF4-FFF2-40B4-BE49-F238E27FC236}">
                <a16:creationId xmlns:a16="http://schemas.microsoft.com/office/drawing/2014/main" id="{9400F00A-EC10-456C-A729-3D5103681DA2}"/>
              </a:ext>
            </a:extLst>
          </p:cNvPr>
          <p:cNvSpPr>
            <a:spLocks xmlns:a="http://schemas.openxmlformats.org/drawingml/2006/main" noGrp="1"/>
          </p:cNvSpPr>
          <p:nvPr/>
        </p:nvSpPr>
        <p:spPr>
          <a:xfrm xmlns:a="http://schemas.openxmlformats.org/drawingml/2006/main">
            <a:off x="5791200" y="2476500"/>
            <a:ext cx="609600" cy="3810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Section title">
            <a:extLst xmlns:a="http://schemas.openxmlformats.org/drawingml/2006/main">
              <a:ext uri="{FF2B5EF4-FFF2-40B4-BE49-F238E27FC236}">
                <a16:creationId xmlns:a16="http://schemas.microsoft.com/office/drawing/2014/main" id="{CF15719D-EDE1-404A-ADBC-FA88EDB62132}"/>
              </a:ext>
            </a:extLst>
          </p:cNvPr>
          <p:cNvSpPr>
            <a:spLocks xmlns:a="http://schemas.openxmlformats.org/drawingml/2006/main" noGrp="1"/>
          </p:cNvSpPr>
          <p:nvPr>
            <p:ph type="title" idx="0"/>
          </p:nvPr>
        </p:nvSpPr>
        <p:spPr>
          <a:xfrm xmlns:a="http://schemas.openxmlformats.org/drawingml/2006/main">
            <a:off x="1219200" y="2857500"/>
            <a:ext cx="9753599"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4" name="Accent rule">
            <a:extLst xmlns:a="http://schemas.openxmlformats.org/drawingml/2006/main">
              <a:ext uri="{FF2B5EF4-FFF2-40B4-BE49-F238E27FC236}">
                <a16:creationId xmlns:a16="http://schemas.microsoft.com/office/drawing/2014/main" id="{E141C47E-6FBD-41C2-AA69-AB7178A4DC4A}"/>
              </a:ext>
            </a:extLst>
          </p:cNvPr>
          <p:cNvSpPr>
            <a:spLocks xmlns:a="http://schemas.openxmlformats.org/drawingml/2006/main" noGrp="1"/>
          </p:cNvSpPr>
          <p:nvPr/>
        </p:nvSpPr>
        <p:spPr>
          <a:xfrm xmlns:a="http://schemas.openxmlformats.org/drawingml/2006/main">
            <a:off x="685800" y="1524000"/>
            <a:ext cx="609600" cy="3810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Title">
            <a:extLst xmlns:a="http://schemas.openxmlformats.org/drawingml/2006/main">
              <a:ext uri="{FF2B5EF4-FFF2-40B4-BE49-F238E27FC236}">
                <a16:creationId xmlns:a16="http://schemas.microsoft.com/office/drawing/2014/main" id="{32C795C0-BCC4-41B6-9B0F-2F6C55DFC9EC}"/>
              </a:ext>
            </a:extLst>
          </p:cNvPr>
          <p:cNvSpPr>
            <a:spLocks xmlns:a="http://schemas.openxmlformats.org/drawingml/2006/main" noGrp="1"/>
          </p:cNvSpPr>
          <p:nvPr>
            <p:ph type="title" idx="0"/>
          </p:nvPr>
        </p:nvSpPr>
        <p:spPr>
          <a:xfrm xmlns:a="http://schemas.openxmlformats.org/drawingml/2006/main">
            <a:off x="685800" y="533400"/>
            <a:ext cx="10820399"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3" name="Body">
            <a:extLst xmlns:a="http://schemas.openxmlformats.org/drawingml/2006/main">
              <a:ext uri="{FF2B5EF4-FFF2-40B4-BE49-F238E27FC236}">
                <a16:creationId xmlns:a16="http://schemas.microsoft.com/office/drawing/2014/main" id="{6C35CC63-6CC6-47E6-9EEE-CA43941FD49F}"/>
              </a:ext>
            </a:extLst>
          </p:cNvPr>
          <p:cNvSpPr>
            <a:spLocks xmlns:a="http://schemas.openxmlformats.org/drawingml/2006/main" noGrp="1"/>
          </p:cNvSpPr>
          <p:nvPr>
            <p:ph type="body" idx="1"/>
          </p:nvPr>
        </p:nvSpPr>
        <p:spPr>
          <a:xfrm xmlns:a="http://schemas.openxmlformats.org/drawingml/2006/main">
            <a:off x="685800" y="1905000"/>
            <a:ext cx="10820399"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5" name="Accent rule">
            <a:extLst xmlns:a="http://schemas.openxmlformats.org/drawingml/2006/main">
              <a:ext uri="{FF2B5EF4-FFF2-40B4-BE49-F238E27FC236}">
                <a16:creationId xmlns:a16="http://schemas.microsoft.com/office/drawing/2014/main" id="{4F31782C-5AAD-4C9D-A53A-E6420D244B5F}"/>
              </a:ext>
            </a:extLst>
          </p:cNvPr>
          <p:cNvSpPr>
            <a:spLocks xmlns:a="http://schemas.openxmlformats.org/drawingml/2006/main" noGrp="1"/>
          </p:cNvSpPr>
          <p:nvPr/>
        </p:nvSpPr>
        <p:spPr>
          <a:xfrm xmlns:a="http://schemas.openxmlformats.org/drawingml/2006/main">
            <a:off x="685800" y="1524000"/>
            <a:ext cx="609600" cy="3810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Title">
            <a:extLst xmlns:a="http://schemas.openxmlformats.org/drawingml/2006/main">
              <a:ext uri="{FF2B5EF4-FFF2-40B4-BE49-F238E27FC236}">
                <a16:creationId xmlns:a16="http://schemas.microsoft.com/office/drawing/2014/main" id="{B7DF0444-8360-4C20-8914-CEB44FF420FE}"/>
              </a:ext>
            </a:extLst>
          </p:cNvPr>
          <p:cNvSpPr>
            <a:spLocks xmlns:a="http://schemas.openxmlformats.org/drawingml/2006/main" noGrp="1"/>
          </p:cNvSpPr>
          <p:nvPr>
            <p:ph type="title" idx="0"/>
          </p:nvPr>
        </p:nvSpPr>
        <p:spPr>
          <a:xfrm xmlns:a="http://schemas.openxmlformats.org/drawingml/2006/main">
            <a:off x="685800" y="533400"/>
            <a:ext cx="10820399"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3" name="Left column">
            <a:extLst xmlns:a="http://schemas.openxmlformats.org/drawingml/2006/main">
              <a:ext uri="{FF2B5EF4-FFF2-40B4-BE49-F238E27FC236}">
                <a16:creationId xmlns:a16="http://schemas.microsoft.com/office/drawing/2014/main" id="{270569C8-E0C3-43BA-8375-D508377846E2}"/>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
        <p:nvSpPr>
          <p:cNvPr id="4" name="Right column">
            <a:extLst xmlns:a="http://schemas.openxmlformats.org/drawingml/2006/main">
              <a:ext uri="{FF2B5EF4-FFF2-40B4-BE49-F238E27FC236}">
                <a16:creationId xmlns:a16="http://schemas.microsoft.com/office/drawing/2014/main" id="{FD282339-A3D5-44C6-9C65-8479A7CADF2F}"/>
              </a:ext>
            </a:extLst>
          </p:cNvPr>
          <p:cNvSpPr>
            <a:spLocks xmlns:a="http://schemas.openxmlformats.org/drawingml/2006/main" noGrp="1"/>
          </p:cNvSpPr>
          <p:nvPr>
            <p:ph type="body" idx="2"/>
          </p:nvPr>
        </p:nvSpPr>
        <p:spPr>
          <a:xfrm xmlns:a="http://schemas.openxmlformats.org/drawingml/2006/main">
            <a:off x="6476999"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4" name="Accent rule">
            <a:extLst xmlns:a="http://schemas.openxmlformats.org/drawingml/2006/main">
              <a:ext uri="{FF2B5EF4-FFF2-40B4-BE49-F238E27FC236}">
                <a16:creationId xmlns:a16="http://schemas.microsoft.com/office/drawing/2014/main" id="{33795387-50A2-4640-9741-14B5DB8A7863}"/>
              </a:ext>
            </a:extLst>
          </p:cNvPr>
          <p:cNvSpPr>
            <a:spLocks xmlns:a="http://schemas.openxmlformats.org/drawingml/2006/main" noGrp="1"/>
          </p:cNvSpPr>
          <p:nvPr/>
        </p:nvSpPr>
        <p:spPr>
          <a:xfrm xmlns:a="http://schemas.openxmlformats.org/drawingml/2006/main">
            <a:off x="685800" y="1524000"/>
            <a:ext cx="609600" cy="3810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Title">
            <a:extLst xmlns:a="http://schemas.openxmlformats.org/drawingml/2006/main">
              <a:ext uri="{FF2B5EF4-FFF2-40B4-BE49-F238E27FC236}">
                <a16:creationId xmlns:a16="http://schemas.microsoft.com/office/drawing/2014/main" id="{D73C2B92-22EB-4F6C-AE8C-3E21E0C10E4A}"/>
              </a:ext>
            </a:extLst>
          </p:cNvPr>
          <p:cNvSpPr>
            <a:spLocks xmlns:a="http://schemas.openxmlformats.org/drawingml/2006/main" noGrp="1"/>
          </p:cNvSpPr>
          <p:nvPr>
            <p:ph type="title" idx="0"/>
          </p:nvPr>
        </p:nvSpPr>
        <p:spPr>
          <a:xfrm xmlns:a="http://schemas.openxmlformats.org/drawingml/2006/main">
            <a:off x="685800" y="533400"/>
            <a:ext cx="10820399"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3" name="Left column">
            <a:extLst xmlns:a="http://schemas.openxmlformats.org/drawingml/2006/main">
              <a:ext uri="{FF2B5EF4-FFF2-40B4-BE49-F238E27FC236}">
                <a16:creationId xmlns:a16="http://schemas.microsoft.com/office/drawing/2014/main" id="{FE2F7C61-4247-418D-8C81-088C1ECFCAD0}"/>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7813f99a402940b4" /><Relationship Type="http://schemas.openxmlformats.org/officeDocument/2006/relationships/slideLayout" Target="/ppt/slideLayouts/slideLayout1.xml" Id="Rd128e0e32aa4467e" /><Relationship Type="http://schemas.openxmlformats.org/officeDocument/2006/relationships/slideLayout" Target="/ppt/slideLayouts/slideLayout2.xml" Id="R430a9358e31c49d8" /><Relationship Type="http://schemas.openxmlformats.org/officeDocument/2006/relationships/slideLayout" Target="/ppt/slideLayouts/slideLayout3.xml" Id="Rd4cbcf50aca146bd" /><Relationship Type="http://schemas.openxmlformats.org/officeDocument/2006/relationships/slideLayout" Target="/ppt/slideLayouts/slideLayout4.xml" Id="R9f51353cea874dff" /><Relationship Type="http://schemas.openxmlformats.org/officeDocument/2006/relationships/slideLayout" Target="/ppt/slideLayouts/slideLayout5.xml" Id="Ra1cf4da6e87d42d7" /><Relationship Type="http://schemas.openxmlformats.org/officeDocument/2006/relationships/slideLayout" Target="/ppt/slideLayouts/slideLayout6.xml" Id="Ra20f2ec09d4140cd"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d128e0e32aa4467e"/>
    <p:sldLayoutId xmlns:r="http://schemas.openxmlformats.org/officeDocument/2006/relationships" id="2147483650" r:id="R430a9358e31c49d8"/>
    <p:sldLayoutId xmlns:r="http://schemas.openxmlformats.org/officeDocument/2006/relationships" id="2147483651" r:id="Rd4cbcf50aca146bd"/>
    <p:sldLayoutId xmlns:r="http://schemas.openxmlformats.org/officeDocument/2006/relationships" id="2147483652" r:id="R9f51353cea874dff"/>
    <p:sldLayoutId xmlns:r="http://schemas.openxmlformats.org/officeDocument/2006/relationships" id="2147483653" r:id="Ra1cf4da6e87d42d7"/>
    <p:sldLayoutId xmlns:r="http://schemas.openxmlformats.org/officeDocument/2006/relationships" id="2147483654" r:id="Ra20f2ec09d4140cd"/>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f9c1d0908fc54b8c" /><Relationship Type="http://schemas.openxmlformats.org/officeDocument/2006/relationships/notesSlide" Target="/ppt/notesSlides/notesSlide1.xml" Id="R1a8271c8765f4d0d"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9e779c1706f34b9b" /><Relationship Type="http://schemas.openxmlformats.org/officeDocument/2006/relationships/notesSlide" Target="/ppt/notesSlides/notesSlide2.xml" Id="R99e837467e9a4cd7"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7f80c2343d054cb5" /><Relationship Type="http://schemas.openxmlformats.org/officeDocument/2006/relationships/notesSlide" Target="/ppt/notesSlides/notesSlide3.xml" Id="Re68cd5522f434f44" /></Relationships>
</file>

<file path=ppt/slides/slide1.xml><?xml version="1.0" encoding="utf-8"?>
<p:sld xmlns:p="http://schemas.openxmlformats.org/presentationml/2006/main">
  <p:cSld>
    <p:bg>
      <p:bgPr>
        <a:solidFill xmlns:a="http://schemas.openxmlformats.org/drawingml/2006/main">
          <a:srgbClr val="F3F6FA"/>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AB213C8A-FFAF-483D-9910-67EF225DC46C}"/>
              </a:ext>
            </a:extLst>
          </p:cNvPr>
          <p:cNvSpPr>
            <a:spLocks xmlns:a="http://schemas.openxmlformats.org/drawingml/2006/main" noGrp="1"/>
          </p:cNvSpPr>
          <p:nvPr/>
        </p:nvSpPr>
        <p:spPr>
          <a:xfrm xmlns:a="http://schemas.openxmlformats.org/drawingml/2006/main">
            <a:off x="0" y="0"/>
            <a:ext cx="12191999" cy="1009650"/>
          </a:xfrm>
          <a:prstGeom xmlns:a="http://schemas.openxmlformats.org/drawingml/2006/main" prst="rect">
            <a:avLst/>
          </a:prstGeom>
          <a:solidFill xmlns:a="http://schemas.openxmlformats.org/drawingml/2006/main">
            <a:srgbClr val="10243A"/>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38921529-C2D4-428C-B8B6-43C0EA487720}"/>
              </a:ext>
            </a:extLst>
          </p:cNvPr>
          <p:cNvSpPr>
            <a:spLocks xmlns:a="http://schemas.openxmlformats.org/drawingml/2006/main" noGrp="1"/>
          </p:cNvSpPr>
          <p:nvPr/>
        </p:nvSpPr>
        <p:spPr>
          <a:xfrm xmlns:a="http://schemas.openxmlformats.org/drawingml/2006/main">
            <a:off x="409575" y="142875"/>
            <a:ext cx="1133475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700" b="1">
                <a:solidFill>
                  <a:srgbClr val="FFFFFF"/>
                </a:solidFill>
                <a:latin typeface="Noto Sans KR"/>
                <a:ea typeface="Noto Sans KR"/>
                <a:cs typeface="Noto Sans KR"/>
              </a:defRPr>
            </a:pPr>
            <a:r>
              <a:rPr sz="2700" b="1">
                <a:solidFill>
                  <a:srgbClr val="FFFFFF"/>
                </a:solidFill>
                <a:latin typeface="Noto Sans KR"/>
                <a:ea typeface="Noto Sans KR"/>
                <a:cs typeface="Noto Sans KR"/>
              </a:rPr>
              <a:t>기판 사이 3분에 X를 선배치하면, 추가 대기 0초</a:t>
            </a:r>
          </a:p>
        </p:txBody>
      </p:sp>
      <p:sp>
        <p:nvSpPr>
          <p:cNvPr id="3" name="">
            <a:extLst xmlns:a="http://schemas.openxmlformats.org/drawingml/2006/main">
              <a:ext uri="{FF2B5EF4-FFF2-40B4-BE49-F238E27FC236}">
                <a16:creationId xmlns:a16="http://schemas.microsoft.com/office/drawing/2014/main" id="{2F236A30-4C96-4ED6-942F-EFEAD6294441}"/>
              </a:ext>
            </a:extLst>
          </p:cNvPr>
          <p:cNvSpPr>
            <a:spLocks xmlns:a="http://schemas.openxmlformats.org/drawingml/2006/main" noGrp="1"/>
          </p:cNvSpPr>
          <p:nvPr/>
        </p:nvSpPr>
        <p:spPr>
          <a:xfrm xmlns:a="http://schemas.openxmlformats.org/drawingml/2006/main">
            <a:off x="419100" y="666750"/>
            <a:ext cx="11334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125" b="0">
                <a:solidFill>
                  <a:srgbClr val="CFE2F4"/>
                </a:solidFill>
                <a:latin typeface="Noto Sans KR"/>
                <a:ea typeface="Noto Sans KR"/>
                <a:cs typeface="Noto Sans KR"/>
              </a:defRPr>
            </a:pPr>
            <a:r>
              <a:rPr sz="1125" b="0">
                <a:solidFill>
                  <a:srgbClr val="CFE2F4"/>
                </a:solidFill>
                <a:latin typeface="Noto Sans KR"/>
                <a:ea typeface="Noto Sans KR"/>
                <a:cs typeface="Noto Sans KR"/>
              </a:rPr>
              <a:t>기판당2개 측정 · H01·H02 리뷰 후 H03 준비 · 180초는 사용 가능한 대기창의 하한</a:t>
            </a:r>
          </a:p>
        </p:txBody>
      </p:sp>
      <p:sp>
        <p:nvSpPr>
          <p:cNvPr id="4" name="">
            <a:extLst xmlns:a="http://schemas.openxmlformats.org/drawingml/2006/main">
              <a:ext uri="{FF2B5EF4-FFF2-40B4-BE49-F238E27FC236}">
                <a16:creationId xmlns:a16="http://schemas.microsoft.com/office/drawing/2014/main" id="{90A2A2E3-D1D0-4183-9008-0F3E13B2D2A4}"/>
              </a:ext>
            </a:extLst>
          </p:cNvPr>
          <p:cNvSpPr>
            <a:spLocks xmlns:a="http://schemas.openxmlformats.org/drawingml/2006/main" noGrp="1"/>
          </p:cNvSpPr>
          <p:nvPr/>
        </p:nvSpPr>
        <p:spPr>
          <a:xfrm xmlns:a="http://schemas.openxmlformats.org/drawingml/2006/main">
            <a:off x="409575" y="6467475"/>
            <a:ext cx="10953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975" b="0">
                <a:solidFill>
                  <a:srgbClr val="5D6E80"/>
                </a:solidFill>
                <a:latin typeface="Noto Sans KR"/>
                <a:ea typeface="Noto Sans KR"/>
                <a:cs typeface="Noto Sans KR"/>
              </a:defRPr>
            </a:pPr>
            <a:r>
              <a:rPr sz="975" b="0">
                <a:solidFill>
                  <a:srgbClr val="5D6E80"/>
                </a:solidFill>
                <a:latin typeface="Noto Sans KR"/>
                <a:ea typeface="Noto Sans KR"/>
                <a:cs typeface="Noto Sans KR"/>
              </a:rPr>
              <a:t>A3 Laser Driller · </a:t>
            </a:r>
            <a:r>
              <a:rPr sz="975" b="0">
                <a:solidFill>
                  <a:srgbClr val="5D6E80"/>
                </a:solidFill>
                <a:latin typeface="Noto Sans KR"/>
                <a:ea typeface="Noto Sans KR"/>
                <a:cs typeface="Noto Sans KR"/>
              </a:rPr>
              <a:t>2026-10-08</a:t>
            </a:r>
            <a:r>
              <a:rPr sz="975" b="0">
                <a:solidFill>
                  <a:srgbClr val="5D6E80"/>
                </a:solidFill>
                <a:latin typeface="Noto Sans KR"/>
                <a:ea typeface="Noto Sans KR"/>
                <a:cs typeface="Noto Sans KR"/>
              </a:rPr>
              <a:t> · 명목 이동 계산 / XReady·실제 ReviewDone 확인</a:t>
            </a:r>
          </a:p>
        </p:txBody>
      </p:sp>
      <p:sp>
        <p:nvSpPr>
          <p:cNvPr id="5" name="">
            <a:extLst xmlns:a="http://schemas.openxmlformats.org/drawingml/2006/main">
              <a:ext uri="{FF2B5EF4-FFF2-40B4-BE49-F238E27FC236}">
                <a16:creationId xmlns:a16="http://schemas.microsoft.com/office/drawing/2014/main" id="{02F10E81-318E-4691-BEF9-EF6BFD73BEB9}"/>
              </a:ext>
            </a:extLst>
          </p:cNvPr>
          <p:cNvSpPr>
            <a:spLocks xmlns:a="http://schemas.openxmlformats.org/drawingml/2006/main" noGrp="1"/>
          </p:cNvSpPr>
          <p:nvPr/>
        </p:nvSpPr>
        <p:spPr>
          <a:xfrm xmlns:a="http://schemas.openxmlformats.org/drawingml/2006/main">
            <a:off x="11401425" y="6438900"/>
            <a:ext cx="381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1200" b="0">
                <a:solidFill>
                  <a:srgbClr val="5D6E80"/>
                </a:solidFill>
                <a:latin typeface="Noto Sans KR"/>
                <a:ea typeface="Noto Sans KR"/>
                <a:cs typeface="Noto Sans KR"/>
              </a:defRPr>
            </a:pPr>
            <a:r>
              <a:rPr sz="1200" b="0">
                <a:solidFill>
                  <a:srgbClr val="5D6E80"/>
                </a:solidFill>
                <a:latin typeface="Noto Sans KR"/>
                <a:ea typeface="Noto Sans KR"/>
                <a:cs typeface="Noto Sans KR"/>
              </a:rPr>
              <a:t>1/3</a:t>
            </a:r>
          </a:p>
        </p:txBody>
      </p:sp>
      <p:sp>
        <p:nvSpPr>
          <p:cNvPr id="6" name="">
            <a:extLst xmlns:a="http://schemas.openxmlformats.org/drawingml/2006/main">
              <a:ext uri="{FF2B5EF4-FFF2-40B4-BE49-F238E27FC236}">
                <a16:creationId xmlns:a16="http://schemas.microsoft.com/office/drawing/2014/main" id="{29D404D0-E194-4432-A863-47A9D23BF0C1}"/>
              </a:ext>
            </a:extLst>
          </p:cNvPr>
          <p:cNvSpPr>
            <a:spLocks xmlns:a="http://schemas.openxmlformats.org/drawingml/2006/main" noGrp="1"/>
          </p:cNvSpPr>
          <p:nvPr/>
        </p:nvSpPr>
        <p:spPr>
          <a:xfrm xmlns:a="http://schemas.openxmlformats.org/drawingml/2006/main">
            <a:off x="419100" y="1228725"/>
            <a:ext cx="11353800" cy="695325"/>
          </a:xfrm>
          <a:prstGeom xmlns:a="http://schemas.openxmlformats.org/drawingml/2006/main" prst="rect">
            <a:avLst/>
          </a:prstGeom>
          <a:solidFill xmlns:a="http://schemas.openxmlformats.org/drawingml/2006/main">
            <a:srgbClr val="10243A"/>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DE4D0B3E-6F14-4B18-A7FF-38290819A490}"/>
              </a:ext>
            </a:extLst>
          </p:cNvPr>
          <p:cNvSpPr>
            <a:spLocks xmlns:a="http://schemas.openxmlformats.org/drawingml/2006/main" noGrp="1"/>
          </p:cNvSpPr>
          <p:nvPr/>
        </p:nvSpPr>
        <p:spPr>
          <a:xfrm xmlns:a="http://schemas.openxmlformats.org/drawingml/2006/main">
            <a:off x="571500" y="1323975"/>
            <a:ext cx="110490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1650" b="1">
                <a:solidFill>
                  <a:srgbClr val="FFFFFF"/>
                </a:solidFill>
                <a:latin typeface="Noto Sans KR"/>
                <a:ea typeface="Noto Sans KR"/>
                <a:cs typeface="Noto Sans KR"/>
              </a:defRPr>
            </a:pPr>
            <a:r>
              <a:rPr sz="1650" b="1">
                <a:solidFill>
                  <a:srgbClr val="FFFFFF"/>
                </a:solidFill>
                <a:latin typeface="Noto Sans KR"/>
                <a:ea typeface="Noto Sans KR"/>
                <a:cs typeface="Noto Sans KR"/>
              </a:rPr>
              <a:t>Stroke2700mm · 노출10µs · blur8px · Y Cell간격200mm</a:t>
            </a:r>
          </a:p>
          <a:p xmlns:a="http://schemas.openxmlformats.org/drawingml/2006/main">
            <a:pPr algn="ctr">
              <a:buNone/>
              <a:defRPr sz="1650" b="1">
                <a:solidFill>
                  <a:srgbClr val="FFFFFF"/>
                </a:solidFill>
                <a:latin typeface="Noto Sans KR"/>
                <a:ea typeface="Noto Sans KR"/>
                <a:cs typeface="Noto Sans KR"/>
              </a:defRPr>
            </a:pPr>
            <a:r>
              <a:rPr sz="1650" b="1">
                <a:solidFill>
                  <a:srgbClr val="FFFFFF"/>
                </a:solidFill>
                <a:latin typeface="Noto Sans KR"/>
                <a:ea typeface="Noto Sans KR"/>
                <a:cs typeface="Noto Sans KR"/>
              </a:rPr>
              <a:t>X200·A/D150 / Y100·A/D150 · 정착50ms·선도착20ms</a:t>
            </a:r>
          </a:p>
        </p:txBody>
      </p:sp>
      <p:sp>
        <p:nvSpPr>
          <p:cNvPr id="8" name="">
            <a:extLst xmlns:a="http://schemas.openxmlformats.org/drawingml/2006/main">
              <a:ext uri="{FF2B5EF4-FFF2-40B4-BE49-F238E27FC236}">
                <a16:creationId xmlns:a16="http://schemas.microsoft.com/office/drawing/2014/main" id="{5C75A3C9-77E9-4A44-AB10-E5A67CC1911C}"/>
              </a:ext>
            </a:extLst>
          </p:cNvPr>
          <p:cNvSpPr>
            <a:spLocks xmlns:a="http://schemas.openxmlformats.org/drawingml/2006/main" noGrp="1"/>
          </p:cNvSpPr>
          <p:nvPr/>
        </p:nvSpPr>
        <p:spPr>
          <a:xfrm xmlns:a="http://schemas.openxmlformats.org/drawingml/2006/main">
            <a:off x="419100" y="2143125"/>
            <a:ext cx="5562600" cy="2190750"/>
          </a:xfrm>
          <a:prstGeom xmlns:a="http://schemas.openxmlformats.org/drawingml/2006/main" prst="rect">
            <a:avLst/>
          </a:prstGeom>
          <a:solidFill xmlns:a="http://schemas.openxmlformats.org/drawingml/2006/main">
            <a:srgbClr val="EAF3FF"/>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797E75BE-ECE9-4F12-8561-917701BAAE9E}"/>
              </a:ext>
            </a:extLst>
          </p:cNvPr>
          <p:cNvSpPr>
            <a:spLocks xmlns:a="http://schemas.openxmlformats.org/drawingml/2006/main" noGrp="1"/>
          </p:cNvSpPr>
          <p:nvPr/>
        </p:nvSpPr>
        <p:spPr>
          <a:xfrm xmlns:a="http://schemas.openxmlformats.org/drawingml/2006/main">
            <a:off x="628650" y="2305050"/>
            <a:ext cx="51530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800" b="1">
                <a:solidFill>
                  <a:srgbClr val="1269D3"/>
                </a:solidFill>
                <a:latin typeface="Noto Sans KR"/>
                <a:ea typeface="Noto Sans KR"/>
                <a:cs typeface="Noto Sans KR"/>
              </a:defRPr>
            </a:pPr>
            <a:r>
              <a:rPr sz="1800" b="1">
                <a:solidFill>
                  <a:srgbClr val="1269D3"/>
                </a:solidFill>
                <a:latin typeface="Noto Sans KR"/>
                <a:ea typeface="Noto Sans KR"/>
                <a:cs typeface="Noto Sans KR"/>
              </a:rPr>
              <a:t>기판 내 촬영: H01 → H02</a:t>
            </a:r>
          </a:p>
        </p:txBody>
      </p:sp>
      <p:sp>
        <p:nvSpPr>
          <p:cNvPr id="10" name="">
            <a:extLst xmlns:a="http://schemas.openxmlformats.org/drawingml/2006/main">
              <a:ext uri="{FF2B5EF4-FFF2-40B4-BE49-F238E27FC236}">
                <a16:creationId xmlns:a16="http://schemas.microsoft.com/office/drawing/2014/main" id="{D13079C0-80B7-489F-9502-694073998EE3}"/>
              </a:ext>
            </a:extLst>
          </p:cNvPr>
          <p:cNvSpPr>
            <a:spLocks xmlns:a="http://schemas.openxmlformats.org/drawingml/2006/main" noGrp="1"/>
          </p:cNvSpPr>
          <p:nvPr/>
        </p:nvSpPr>
        <p:spPr>
          <a:xfrm xmlns:a="http://schemas.openxmlformats.org/drawingml/2006/main">
            <a:off x="628650" y="2733675"/>
            <a:ext cx="5153025"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250" b="1">
                <a:solidFill>
                  <a:srgbClr val="10243A"/>
                </a:solidFill>
                <a:latin typeface="Noto Sans KR"/>
                <a:ea typeface="Noto Sans KR"/>
                <a:cs typeface="Noto Sans KR"/>
              </a:defRPr>
            </a:pPr>
            <a:r>
              <a:rPr sz="2250" b="1">
                <a:solidFill>
                  <a:srgbClr val="10243A"/>
                </a:solidFill>
                <a:latin typeface="Noto Sans KR"/>
                <a:ea typeface="Noto Sans KR"/>
                <a:cs typeface="Noto Sans KR"/>
              </a:rPr>
              <a:t>Y 200.0 ÷ 100.0 = 2.000초</a:t>
            </a:r>
          </a:p>
        </p:txBody>
      </p:sp>
      <p:sp>
        <p:nvSpPr>
          <p:cNvPr id="11" name="">
            <a:extLst xmlns:a="http://schemas.openxmlformats.org/drawingml/2006/main">
              <a:ext uri="{FF2B5EF4-FFF2-40B4-BE49-F238E27FC236}">
                <a16:creationId xmlns:a16="http://schemas.microsoft.com/office/drawing/2014/main" id="{CACCAE6B-4A6F-46EA-A270-79750A19DA46}"/>
              </a:ext>
            </a:extLst>
          </p:cNvPr>
          <p:cNvSpPr>
            <a:spLocks xmlns:a="http://schemas.openxmlformats.org/drawingml/2006/main" noGrp="1"/>
          </p:cNvSpPr>
          <p:nvPr/>
        </p:nvSpPr>
        <p:spPr>
          <a:xfrm xmlns:a="http://schemas.openxmlformats.org/drawingml/2006/main">
            <a:off x="628650" y="3238500"/>
            <a:ext cx="51530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950" b="0">
                <a:solidFill>
                  <a:srgbClr val="10243A"/>
                </a:solidFill>
                <a:latin typeface="Noto Sans KR"/>
                <a:ea typeface="Noto Sans KR"/>
                <a:cs typeface="Noto Sans KR"/>
              </a:defRPr>
            </a:pPr>
            <a:r>
              <a:rPr sz="1950" b="0">
                <a:solidFill>
                  <a:srgbClr val="10243A"/>
                </a:solidFill>
                <a:latin typeface="Noto Sans KR"/>
                <a:ea typeface="Noto Sans KR"/>
                <a:cs typeface="Noto Sans KR"/>
              </a:rPr>
              <a:t>X·취득 준비 1.703초</a:t>
            </a:r>
          </a:p>
        </p:txBody>
      </p:sp>
      <p:sp>
        <p:nvSpPr>
          <p:cNvPr id="12" name="">
            <a:extLst xmlns:a="http://schemas.openxmlformats.org/drawingml/2006/main">
              <a:ext uri="{FF2B5EF4-FFF2-40B4-BE49-F238E27FC236}">
                <a16:creationId xmlns:a16="http://schemas.microsoft.com/office/drawing/2014/main" id="{39584B9E-FF2F-429E-90B4-3DDED0FD55B4}"/>
              </a:ext>
            </a:extLst>
          </p:cNvPr>
          <p:cNvSpPr>
            <a:spLocks xmlns:a="http://schemas.openxmlformats.org/drawingml/2006/main" noGrp="1"/>
          </p:cNvSpPr>
          <p:nvPr/>
        </p:nvSpPr>
        <p:spPr>
          <a:xfrm xmlns:a="http://schemas.openxmlformats.org/drawingml/2006/main">
            <a:off x="628650" y="3752850"/>
            <a:ext cx="5153025"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100" b="1">
                <a:solidFill>
                  <a:srgbClr val="1269D3"/>
                </a:solidFill>
                <a:latin typeface="Noto Sans KR"/>
                <a:ea typeface="Noto Sans KR"/>
                <a:cs typeface="Noto Sans KR"/>
              </a:defRPr>
            </a:pPr>
            <a:r>
              <a:rPr sz="2100" b="1">
                <a:solidFill>
                  <a:srgbClr val="1269D3"/>
                </a:solidFill>
                <a:latin typeface="Noto Sans KR"/>
                <a:ea typeface="Noto Sans KR"/>
                <a:cs typeface="Noto Sans KR"/>
              </a:rPr>
              <a:t>촬영 간 여유 0.297초</a:t>
            </a:r>
          </a:p>
        </p:txBody>
      </p:sp>
      <p:sp>
        <p:nvSpPr>
          <p:cNvPr id="13" name="">
            <a:extLst xmlns:a="http://schemas.openxmlformats.org/drawingml/2006/main">
              <a:ext uri="{FF2B5EF4-FFF2-40B4-BE49-F238E27FC236}">
                <a16:creationId xmlns:a16="http://schemas.microsoft.com/office/drawing/2014/main" id="{05DBD379-A792-497C-A894-2C1F38B5349F}"/>
              </a:ext>
            </a:extLst>
          </p:cNvPr>
          <p:cNvSpPr>
            <a:spLocks xmlns:a="http://schemas.openxmlformats.org/drawingml/2006/main" noGrp="1"/>
          </p:cNvSpPr>
          <p:nvPr/>
        </p:nvSpPr>
        <p:spPr>
          <a:xfrm xmlns:a="http://schemas.openxmlformats.org/drawingml/2006/main">
            <a:off x="6210300" y="2143125"/>
            <a:ext cx="5562600" cy="2190750"/>
          </a:xfrm>
          <a:prstGeom xmlns:a="http://schemas.openxmlformats.org/drawingml/2006/main" prst="rect">
            <a:avLst/>
          </a:prstGeom>
          <a:solidFill xmlns:a="http://schemas.openxmlformats.org/drawingml/2006/main">
            <a:srgbClr val="DEF4F1"/>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A98BFEC7-8D48-4157-BF57-31038F5B3623}"/>
              </a:ext>
            </a:extLst>
          </p:cNvPr>
          <p:cNvSpPr>
            <a:spLocks xmlns:a="http://schemas.openxmlformats.org/drawingml/2006/main" noGrp="1"/>
          </p:cNvSpPr>
          <p:nvPr/>
        </p:nvSpPr>
        <p:spPr>
          <a:xfrm xmlns:a="http://schemas.openxmlformats.org/drawingml/2006/main">
            <a:off x="6419850" y="2305050"/>
            <a:ext cx="51530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800" b="1">
                <a:solidFill>
                  <a:srgbClr val="0F805B"/>
                </a:solidFill>
                <a:latin typeface="Noto Sans KR"/>
                <a:ea typeface="Noto Sans KR"/>
                <a:cs typeface="Noto Sans KR"/>
              </a:defRPr>
            </a:pPr>
            <a:r>
              <a:rPr sz="1800" b="1">
                <a:solidFill>
                  <a:srgbClr val="0F805B"/>
                </a:solidFill>
                <a:latin typeface="Noto Sans KR"/>
                <a:ea typeface="Noto Sans KR"/>
                <a:cs typeface="Noto Sans KR"/>
              </a:rPr>
              <a:t>기판 사이 준비: H02 → H03</a:t>
            </a:r>
          </a:p>
        </p:txBody>
      </p:sp>
      <p:sp>
        <p:nvSpPr>
          <p:cNvPr id="15" name="">
            <a:extLst xmlns:a="http://schemas.openxmlformats.org/drawingml/2006/main">
              <a:ext uri="{FF2B5EF4-FFF2-40B4-BE49-F238E27FC236}">
                <a16:creationId xmlns:a16="http://schemas.microsoft.com/office/drawing/2014/main" id="{4B380735-7F28-4DBA-876E-399A04E20997}"/>
              </a:ext>
            </a:extLst>
          </p:cNvPr>
          <p:cNvSpPr>
            <a:spLocks xmlns:a="http://schemas.openxmlformats.org/drawingml/2006/main" noGrp="1"/>
          </p:cNvSpPr>
          <p:nvPr/>
        </p:nvSpPr>
        <p:spPr>
          <a:xfrm xmlns:a="http://schemas.openxmlformats.org/drawingml/2006/main">
            <a:off x="6419850" y="2733675"/>
            <a:ext cx="5153025"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250" b="1">
                <a:solidFill>
                  <a:srgbClr val="10243A"/>
                </a:solidFill>
                <a:latin typeface="Noto Sans KR"/>
                <a:ea typeface="Noto Sans KR"/>
                <a:cs typeface="Noto Sans KR"/>
              </a:defRPr>
            </a:pPr>
            <a:r>
              <a:rPr sz="2250" b="1">
                <a:solidFill>
                  <a:srgbClr val="10243A"/>
                </a:solidFill>
                <a:latin typeface="Noto Sans KR"/>
                <a:ea typeface="Noto Sans KR"/>
                <a:cs typeface="Noto Sans KR"/>
              </a:rPr>
              <a:t>사용 가능한 대기창 180초</a:t>
            </a:r>
          </a:p>
        </p:txBody>
      </p:sp>
      <p:sp>
        <p:nvSpPr>
          <p:cNvPr id="16" name="">
            <a:extLst xmlns:a="http://schemas.openxmlformats.org/drawingml/2006/main">
              <a:ext uri="{FF2B5EF4-FFF2-40B4-BE49-F238E27FC236}">
                <a16:creationId xmlns:a16="http://schemas.microsoft.com/office/drawing/2014/main" id="{C3F97F72-309C-4A7E-BA11-CCC41B6C4688}"/>
              </a:ext>
            </a:extLst>
          </p:cNvPr>
          <p:cNvSpPr>
            <a:spLocks xmlns:a="http://schemas.openxmlformats.org/drawingml/2006/main" noGrp="1"/>
          </p:cNvSpPr>
          <p:nvPr/>
        </p:nvSpPr>
        <p:spPr>
          <a:xfrm xmlns:a="http://schemas.openxmlformats.org/drawingml/2006/main">
            <a:off x="6419850" y="3238500"/>
            <a:ext cx="51530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950" b="0">
                <a:solidFill>
                  <a:srgbClr val="10243A"/>
                </a:solidFill>
                <a:latin typeface="Noto Sans KR"/>
                <a:ea typeface="Noto Sans KR"/>
                <a:cs typeface="Noto Sans KR"/>
              </a:defRPr>
            </a:pPr>
            <a:r>
              <a:rPr sz="1950" b="0">
                <a:solidFill>
                  <a:srgbClr val="10243A"/>
                </a:solidFill>
                <a:latin typeface="Noto Sans KR"/>
                <a:ea typeface="Noto Sans KR"/>
                <a:cs typeface="Noto Sans KR"/>
              </a:rPr>
              <a:t>X 선배치 1.703초</a:t>
            </a:r>
          </a:p>
        </p:txBody>
      </p:sp>
      <p:sp>
        <p:nvSpPr>
          <p:cNvPr id="17" name="">
            <a:extLst xmlns:a="http://schemas.openxmlformats.org/drawingml/2006/main">
              <a:ext uri="{FF2B5EF4-FFF2-40B4-BE49-F238E27FC236}">
                <a16:creationId xmlns:a16="http://schemas.microsoft.com/office/drawing/2014/main" id="{F7B6F93B-E2A5-4794-81BB-7140A85EABE5}"/>
              </a:ext>
            </a:extLst>
          </p:cNvPr>
          <p:cNvSpPr>
            <a:spLocks xmlns:a="http://schemas.openxmlformats.org/drawingml/2006/main" noGrp="1"/>
          </p:cNvSpPr>
          <p:nvPr/>
        </p:nvSpPr>
        <p:spPr>
          <a:xfrm xmlns:a="http://schemas.openxmlformats.org/drawingml/2006/main">
            <a:off x="6419850" y="3752850"/>
            <a:ext cx="5153025"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100" b="1">
                <a:solidFill>
                  <a:srgbClr val="0F805B"/>
                </a:solidFill>
                <a:latin typeface="Noto Sans KR"/>
                <a:ea typeface="Noto Sans KR"/>
                <a:cs typeface="Noto Sans KR"/>
              </a:defRPr>
            </a:pPr>
            <a:r>
              <a:rPr sz="2100" b="1">
                <a:solidFill>
                  <a:srgbClr val="0F805B"/>
                </a:solidFill>
                <a:latin typeface="Noto Sans KR"/>
                <a:ea typeface="Noto Sans KR"/>
                <a:cs typeface="Noto Sans KR"/>
              </a:rPr>
              <a:t>남는 시간 178.297초</a:t>
            </a:r>
          </a:p>
        </p:txBody>
      </p:sp>
      <p:sp>
        <p:nvSpPr>
          <p:cNvPr id="18" name="">
            <a:extLst xmlns:a="http://schemas.openxmlformats.org/drawingml/2006/main">
              <a:ext uri="{FF2B5EF4-FFF2-40B4-BE49-F238E27FC236}">
                <a16:creationId xmlns:a16="http://schemas.microsoft.com/office/drawing/2014/main" id="{66D70524-8886-4DEC-A049-68B63144C91F}"/>
              </a:ext>
            </a:extLst>
          </p:cNvPr>
          <p:cNvSpPr>
            <a:spLocks xmlns:a="http://schemas.openxmlformats.org/drawingml/2006/main" noGrp="1"/>
          </p:cNvSpPr>
          <p:nvPr/>
        </p:nvSpPr>
        <p:spPr>
          <a:xfrm xmlns:a="http://schemas.openxmlformats.org/drawingml/2006/main">
            <a:off x="419100" y="4638675"/>
            <a:ext cx="2667000" cy="94297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4374DAC6-5352-4E2F-A7A6-76B668A7EE78}"/>
              </a:ext>
            </a:extLst>
          </p:cNvPr>
          <p:cNvSpPr>
            <a:spLocks xmlns:a="http://schemas.openxmlformats.org/drawingml/2006/main" noGrp="1"/>
          </p:cNvSpPr>
          <p:nvPr/>
        </p:nvSpPr>
        <p:spPr>
          <a:xfrm xmlns:a="http://schemas.openxmlformats.org/drawingml/2006/main">
            <a:off x="552450" y="4762500"/>
            <a:ext cx="24003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500" b="0">
                <a:solidFill>
                  <a:srgbClr val="5D6E80"/>
                </a:solidFill>
                <a:latin typeface="Noto Sans KR"/>
                <a:ea typeface="Noto Sans KR"/>
                <a:cs typeface="Noto Sans KR"/>
              </a:defRPr>
            </a:pPr>
            <a:r>
              <a:rPr sz="1500" b="0">
                <a:solidFill>
                  <a:srgbClr val="5D6E80"/>
                </a:solidFill>
                <a:latin typeface="Noto Sans KR"/>
                <a:ea typeface="Noto Sans KR"/>
                <a:cs typeface="Noto Sans KR"/>
              </a:rPr>
              <a:t>현재 기판</a:t>
            </a:r>
          </a:p>
        </p:txBody>
      </p:sp>
      <p:sp>
        <p:nvSpPr>
          <p:cNvPr id="20" name="">
            <a:extLst xmlns:a="http://schemas.openxmlformats.org/drawingml/2006/main">
              <a:ext uri="{FF2B5EF4-FFF2-40B4-BE49-F238E27FC236}">
                <a16:creationId xmlns:a16="http://schemas.microsoft.com/office/drawing/2014/main" id="{3CDA5522-51A5-400F-84CA-CC0F95185D16}"/>
              </a:ext>
            </a:extLst>
          </p:cNvPr>
          <p:cNvSpPr>
            <a:spLocks xmlns:a="http://schemas.openxmlformats.org/drawingml/2006/main" noGrp="1"/>
          </p:cNvSpPr>
          <p:nvPr/>
        </p:nvSpPr>
        <p:spPr>
          <a:xfrm xmlns:a="http://schemas.openxmlformats.org/drawingml/2006/main">
            <a:off x="552450" y="5153025"/>
            <a:ext cx="24003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725" b="1">
                <a:solidFill>
                  <a:srgbClr val="10243A"/>
                </a:solidFill>
                <a:latin typeface="Noto Sans KR"/>
                <a:ea typeface="Noto Sans KR"/>
                <a:cs typeface="Noto Sans KR"/>
              </a:defRPr>
            </a:pPr>
            <a:r>
              <a:rPr sz="1725" b="1">
                <a:solidFill>
                  <a:srgbClr val="10243A"/>
                </a:solidFill>
                <a:latin typeface="Noto Sans KR"/>
                <a:ea typeface="Noto Sans KR"/>
                <a:cs typeface="Noto Sans KR"/>
              </a:rPr>
              <a:t>H01·H02 측정</a:t>
            </a:r>
          </a:p>
        </p:txBody>
      </p:sp>
      <p:sp>
        <p:nvSpPr>
          <p:cNvPr id="21" name="">
            <a:extLst xmlns:a="http://schemas.openxmlformats.org/drawingml/2006/main">
              <a:ext uri="{FF2B5EF4-FFF2-40B4-BE49-F238E27FC236}">
                <a16:creationId xmlns:a16="http://schemas.microsoft.com/office/drawing/2014/main" id="{DA063DFF-877E-4FA2-A05F-7E687411E238}"/>
              </a:ext>
            </a:extLst>
          </p:cNvPr>
          <p:cNvSpPr>
            <a:spLocks xmlns:a="http://schemas.openxmlformats.org/drawingml/2006/main" noGrp="1"/>
          </p:cNvSpPr>
          <p:nvPr/>
        </p:nvSpPr>
        <p:spPr>
          <a:xfrm xmlns:a="http://schemas.openxmlformats.org/drawingml/2006/main">
            <a:off x="3105150" y="5000625"/>
            <a:ext cx="2095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725" b="0">
                <a:solidFill>
                  <a:srgbClr val="5D6E80"/>
                </a:solidFill>
                <a:latin typeface="Noto Sans KR"/>
                <a:ea typeface="Noto Sans KR"/>
                <a:cs typeface="Noto Sans KR"/>
              </a:defRPr>
            </a:pPr>
            <a:r>
              <a:rPr sz="1725" b="0">
                <a:solidFill>
                  <a:srgbClr val="5D6E80"/>
                </a:solidFill>
                <a:latin typeface="Noto Sans KR"/>
                <a:ea typeface="Noto Sans KR"/>
                <a:cs typeface="Noto Sans KR"/>
              </a:rPr>
              <a:t>→</a:t>
            </a:r>
          </a:p>
        </p:txBody>
      </p:sp>
      <p:sp>
        <p:nvSpPr>
          <p:cNvPr id="22" name="">
            <a:extLst xmlns:a="http://schemas.openxmlformats.org/drawingml/2006/main">
              <a:ext uri="{FF2B5EF4-FFF2-40B4-BE49-F238E27FC236}">
                <a16:creationId xmlns:a16="http://schemas.microsoft.com/office/drawing/2014/main" id="{427C1137-2713-4143-AEEC-7ECA087919C0}"/>
              </a:ext>
            </a:extLst>
          </p:cNvPr>
          <p:cNvSpPr>
            <a:spLocks xmlns:a="http://schemas.openxmlformats.org/drawingml/2006/main" noGrp="1"/>
          </p:cNvSpPr>
          <p:nvPr/>
        </p:nvSpPr>
        <p:spPr>
          <a:xfrm xmlns:a="http://schemas.openxmlformats.org/drawingml/2006/main">
            <a:off x="3314700" y="4638675"/>
            <a:ext cx="2667000" cy="942975"/>
          </a:xfrm>
          <a:prstGeom xmlns:a="http://schemas.openxmlformats.org/drawingml/2006/main" prst="rect">
            <a:avLst/>
          </a:prstGeom>
          <a:solidFill xmlns:a="http://schemas.openxmlformats.org/drawingml/2006/main">
            <a:srgbClr val="DEF4F1"/>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48A9D023-A8AD-4EFB-8FE9-EF18ACBAECB0}"/>
              </a:ext>
            </a:extLst>
          </p:cNvPr>
          <p:cNvSpPr>
            <a:spLocks xmlns:a="http://schemas.openxmlformats.org/drawingml/2006/main" noGrp="1"/>
          </p:cNvSpPr>
          <p:nvPr/>
        </p:nvSpPr>
        <p:spPr>
          <a:xfrm xmlns:a="http://schemas.openxmlformats.org/drawingml/2006/main">
            <a:off x="3448050" y="4762500"/>
            <a:ext cx="24003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500" b="0">
                <a:solidFill>
                  <a:srgbClr val="5D6E80"/>
                </a:solidFill>
                <a:latin typeface="Noto Sans KR"/>
                <a:ea typeface="Noto Sans KR"/>
                <a:cs typeface="Noto Sans KR"/>
              </a:defRPr>
            </a:pPr>
            <a:r>
              <a:rPr sz="1500" b="0">
                <a:solidFill>
                  <a:srgbClr val="5D6E80"/>
                </a:solidFill>
                <a:latin typeface="Noto Sans KR"/>
                <a:ea typeface="Noto Sans KR"/>
                <a:cs typeface="Noto Sans KR"/>
              </a:rPr>
              <a:t>리뷰 완료 후</a:t>
            </a:r>
          </a:p>
        </p:txBody>
      </p:sp>
      <p:sp>
        <p:nvSpPr>
          <p:cNvPr id="24" name="">
            <a:extLst xmlns:a="http://schemas.openxmlformats.org/drawingml/2006/main">
              <a:ext uri="{FF2B5EF4-FFF2-40B4-BE49-F238E27FC236}">
                <a16:creationId xmlns:a16="http://schemas.microsoft.com/office/drawing/2014/main" id="{6E003DED-E713-4A50-9855-C49FAFD6D966}"/>
              </a:ext>
            </a:extLst>
          </p:cNvPr>
          <p:cNvSpPr>
            <a:spLocks xmlns:a="http://schemas.openxmlformats.org/drawingml/2006/main" noGrp="1"/>
          </p:cNvSpPr>
          <p:nvPr/>
        </p:nvSpPr>
        <p:spPr>
          <a:xfrm xmlns:a="http://schemas.openxmlformats.org/drawingml/2006/main">
            <a:off x="3448050" y="5153025"/>
            <a:ext cx="24003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725" b="1">
                <a:solidFill>
                  <a:srgbClr val="10243A"/>
                </a:solidFill>
                <a:latin typeface="Noto Sans KR"/>
                <a:ea typeface="Noto Sans KR"/>
                <a:cs typeface="Noto Sans KR"/>
              </a:defRPr>
            </a:pPr>
            <a:r>
              <a:rPr sz="1725" b="1">
                <a:solidFill>
                  <a:srgbClr val="10243A"/>
                </a:solidFill>
                <a:latin typeface="Noto Sans KR"/>
                <a:ea typeface="Noto Sans KR"/>
                <a:cs typeface="Noto Sans KR"/>
              </a:rPr>
              <a:t>H03 선정점으로 이동</a:t>
            </a:r>
          </a:p>
        </p:txBody>
      </p:sp>
      <p:sp>
        <p:nvSpPr>
          <p:cNvPr id="25" name="">
            <a:extLst xmlns:a="http://schemas.openxmlformats.org/drawingml/2006/main">
              <a:ext uri="{FF2B5EF4-FFF2-40B4-BE49-F238E27FC236}">
                <a16:creationId xmlns:a16="http://schemas.microsoft.com/office/drawing/2014/main" id="{C3F1DD61-B6CD-45AA-BA10-9002DAD06DA2}"/>
              </a:ext>
            </a:extLst>
          </p:cNvPr>
          <p:cNvSpPr>
            <a:spLocks xmlns:a="http://schemas.openxmlformats.org/drawingml/2006/main" noGrp="1"/>
          </p:cNvSpPr>
          <p:nvPr/>
        </p:nvSpPr>
        <p:spPr>
          <a:xfrm xmlns:a="http://schemas.openxmlformats.org/drawingml/2006/main">
            <a:off x="6000750" y="5000625"/>
            <a:ext cx="2095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725" b="0">
                <a:solidFill>
                  <a:srgbClr val="5D6E80"/>
                </a:solidFill>
                <a:latin typeface="Noto Sans KR"/>
                <a:ea typeface="Noto Sans KR"/>
                <a:cs typeface="Noto Sans KR"/>
              </a:defRPr>
            </a:pPr>
            <a:r>
              <a:rPr sz="1725" b="0">
                <a:solidFill>
                  <a:srgbClr val="5D6E80"/>
                </a:solidFill>
                <a:latin typeface="Noto Sans KR"/>
                <a:ea typeface="Noto Sans KR"/>
                <a:cs typeface="Noto Sans KR"/>
              </a:rPr>
              <a:t>→</a:t>
            </a:r>
          </a:p>
        </p:txBody>
      </p:sp>
      <p:sp>
        <p:nvSpPr>
          <p:cNvPr id="26" name="">
            <a:extLst xmlns:a="http://schemas.openxmlformats.org/drawingml/2006/main">
              <a:ext uri="{FF2B5EF4-FFF2-40B4-BE49-F238E27FC236}">
                <a16:creationId xmlns:a16="http://schemas.microsoft.com/office/drawing/2014/main" id="{104402CB-3FC7-4889-A6FB-20C3E39A3FB5}"/>
              </a:ext>
            </a:extLst>
          </p:cNvPr>
          <p:cNvSpPr>
            <a:spLocks xmlns:a="http://schemas.openxmlformats.org/drawingml/2006/main" noGrp="1"/>
          </p:cNvSpPr>
          <p:nvPr/>
        </p:nvSpPr>
        <p:spPr>
          <a:xfrm xmlns:a="http://schemas.openxmlformats.org/drawingml/2006/main">
            <a:off x="6210300" y="4638675"/>
            <a:ext cx="2667000" cy="942975"/>
          </a:xfrm>
          <a:prstGeom xmlns:a="http://schemas.openxmlformats.org/drawingml/2006/main" prst="rect">
            <a:avLst/>
          </a:prstGeom>
          <a:solidFill xmlns:a="http://schemas.openxmlformats.org/drawingml/2006/main">
            <a:srgbClr val="DEF4F1"/>
          </a:solidFill>
          <a:ln xmlns:a="http://schemas.openxmlformats.org/drawingml/2006/main" w="0">
            <a:noFill/>
          </a:ln>
        </p:spPr>
      </p:sp>
      <p:sp>
        <p:nvSpPr>
          <p:cNvPr id="27" name="">
            <a:extLst xmlns:a="http://schemas.openxmlformats.org/drawingml/2006/main">
              <a:ext uri="{FF2B5EF4-FFF2-40B4-BE49-F238E27FC236}">
                <a16:creationId xmlns:a16="http://schemas.microsoft.com/office/drawing/2014/main" id="{D77524E1-782E-4C90-87B7-406CB88E9667}"/>
              </a:ext>
            </a:extLst>
          </p:cNvPr>
          <p:cNvSpPr>
            <a:spLocks xmlns:a="http://schemas.openxmlformats.org/drawingml/2006/main" noGrp="1"/>
          </p:cNvSpPr>
          <p:nvPr/>
        </p:nvSpPr>
        <p:spPr>
          <a:xfrm xmlns:a="http://schemas.openxmlformats.org/drawingml/2006/main">
            <a:off x="6343650" y="4762500"/>
            <a:ext cx="24003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500" b="0">
                <a:solidFill>
                  <a:srgbClr val="5D6E80"/>
                </a:solidFill>
                <a:latin typeface="Noto Sans KR"/>
                <a:ea typeface="Noto Sans KR"/>
                <a:cs typeface="Noto Sans KR"/>
              </a:defRPr>
            </a:pPr>
            <a:r>
              <a:rPr sz="1500" b="0">
                <a:solidFill>
                  <a:srgbClr val="5D6E80"/>
                </a:solidFill>
                <a:latin typeface="Noto Sans KR"/>
                <a:ea typeface="Noto Sans KR"/>
                <a:cs typeface="Noto Sans KR"/>
              </a:rPr>
              <a:t>XReady 확보</a:t>
            </a:r>
          </a:p>
        </p:txBody>
      </p:sp>
      <p:sp>
        <p:nvSpPr>
          <p:cNvPr id="28" name="">
            <a:extLst xmlns:a="http://schemas.openxmlformats.org/drawingml/2006/main">
              <a:ext uri="{FF2B5EF4-FFF2-40B4-BE49-F238E27FC236}">
                <a16:creationId xmlns:a16="http://schemas.microsoft.com/office/drawing/2014/main" id="{926939DE-2207-4BE3-A515-5C865E9A9689}"/>
              </a:ext>
            </a:extLst>
          </p:cNvPr>
          <p:cNvSpPr>
            <a:spLocks xmlns:a="http://schemas.openxmlformats.org/drawingml/2006/main" noGrp="1"/>
          </p:cNvSpPr>
          <p:nvPr/>
        </p:nvSpPr>
        <p:spPr>
          <a:xfrm xmlns:a="http://schemas.openxmlformats.org/drawingml/2006/main">
            <a:off x="6343650" y="5153025"/>
            <a:ext cx="24003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725" b="1">
                <a:solidFill>
                  <a:srgbClr val="10243A"/>
                </a:solidFill>
                <a:latin typeface="Noto Sans KR"/>
                <a:ea typeface="Noto Sans KR"/>
                <a:cs typeface="Noto Sans KR"/>
              </a:defRPr>
            </a:pPr>
            <a:r>
              <a:rPr sz="1725" b="1">
                <a:solidFill>
                  <a:srgbClr val="10243A"/>
                </a:solidFill>
                <a:latin typeface="Noto Sans KR"/>
                <a:ea typeface="Noto Sans KR"/>
                <a:cs typeface="Noto Sans KR"/>
              </a:rPr>
              <a:t>위치·정지·정착 확인</a:t>
            </a:r>
          </a:p>
        </p:txBody>
      </p:sp>
      <p:sp>
        <p:nvSpPr>
          <p:cNvPr id="29" name="">
            <a:extLst xmlns:a="http://schemas.openxmlformats.org/drawingml/2006/main">
              <a:ext uri="{FF2B5EF4-FFF2-40B4-BE49-F238E27FC236}">
                <a16:creationId xmlns:a16="http://schemas.microsoft.com/office/drawing/2014/main" id="{95071B92-99D1-44AB-9CC8-4571890890CB}"/>
              </a:ext>
            </a:extLst>
          </p:cNvPr>
          <p:cNvSpPr>
            <a:spLocks xmlns:a="http://schemas.openxmlformats.org/drawingml/2006/main" noGrp="1"/>
          </p:cNvSpPr>
          <p:nvPr/>
        </p:nvSpPr>
        <p:spPr>
          <a:xfrm xmlns:a="http://schemas.openxmlformats.org/drawingml/2006/main">
            <a:off x="8896350" y="5000625"/>
            <a:ext cx="2095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725" b="0">
                <a:solidFill>
                  <a:srgbClr val="5D6E80"/>
                </a:solidFill>
                <a:latin typeface="Noto Sans KR"/>
                <a:ea typeface="Noto Sans KR"/>
                <a:cs typeface="Noto Sans KR"/>
              </a:defRPr>
            </a:pPr>
            <a:r>
              <a:rPr sz="1725" b="0">
                <a:solidFill>
                  <a:srgbClr val="5D6E80"/>
                </a:solidFill>
                <a:latin typeface="Noto Sans KR"/>
                <a:ea typeface="Noto Sans KR"/>
                <a:cs typeface="Noto Sans KR"/>
              </a:rPr>
              <a:t>→</a:t>
            </a:r>
          </a:p>
        </p:txBody>
      </p:sp>
      <p:sp>
        <p:nvSpPr>
          <p:cNvPr id="30" name="">
            <a:extLst xmlns:a="http://schemas.openxmlformats.org/drawingml/2006/main">
              <a:ext uri="{FF2B5EF4-FFF2-40B4-BE49-F238E27FC236}">
                <a16:creationId xmlns:a16="http://schemas.microsoft.com/office/drawing/2014/main" id="{1A86A09B-D384-44EC-9FFD-B52C7C0E7F0F}"/>
              </a:ext>
            </a:extLst>
          </p:cNvPr>
          <p:cNvSpPr>
            <a:spLocks xmlns:a="http://schemas.openxmlformats.org/drawingml/2006/main" noGrp="1"/>
          </p:cNvSpPr>
          <p:nvPr/>
        </p:nvSpPr>
        <p:spPr>
          <a:xfrm xmlns:a="http://schemas.openxmlformats.org/drawingml/2006/main">
            <a:off x="9105900" y="4638675"/>
            <a:ext cx="2667000" cy="94297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31" name="">
            <a:extLst xmlns:a="http://schemas.openxmlformats.org/drawingml/2006/main">
              <a:ext uri="{FF2B5EF4-FFF2-40B4-BE49-F238E27FC236}">
                <a16:creationId xmlns:a16="http://schemas.microsoft.com/office/drawing/2014/main" id="{22E1CBAC-6673-44E0-9383-6811E5443103}"/>
              </a:ext>
            </a:extLst>
          </p:cNvPr>
          <p:cNvSpPr>
            <a:spLocks xmlns:a="http://schemas.openxmlformats.org/drawingml/2006/main" noGrp="1"/>
          </p:cNvSpPr>
          <p:nvPr/>
        </p:nvSpPr>
        <p:spPr>
          <a:xfrm xmlns:a="http://schemas.openxmlformats.org/drawingml/2006/main">
            <a:off x="9239250" y="4762500"/>
            <a:ext cx="24003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500" b="0">
                <a:solidFill>
                  <a:srgbClr val="5D6E80"/>
                </a:solidFill>
                <a:latin typeface="Noto Sans KR"/>
                <a:ea typeface="Noto Sans KR"/>
                <a:cs typeface="Noto Sans KR"/>
              </a:defRPr>
            </a:pPr>
            <a:r>
              <a:rPr sz="1500" b="0">
                <a:solidFill>
                  <a:srgbClr val="5D6E80"/>
                </a:solidFill>
                <a:latin typeface="Noto Sans KR"/>
                <a:ea typeface="Noto Sans KR"/>
                <a:cs typeface="Noto Sans KR"/>
              </a:rPr>
              <a:t>다음 기판</a:t>
            </a:r>
          </a:p>
        </p:txBody>
      </p:sp>
      <p:sp>
        <p:nvSpPr>
          <p:cNvPr id="32" name="">
            <a:extLst xmlns:a="http://schemas.openxmlformats.org/drawingml/2006/main">
              <a:ext uri="{FF2B5EF4-FFF2-40B4-BE49-F238E27FC236}">
                <a16:creationId xmlns:a16="http://schemas.microsoft.com/office/drawing/2014/main" id="{FDAF6358-8D04-46A6-B0F4-83B083FD6B0D}"/>
              </a:ext>
            </a:extLst>
          </p:cNvPr>
          <p:cNvSpPr>
            <a:spLocks xmlns:a="http://schemas.openxmlformats.org/drawingml/2006/main" noGrp="1"/>
          </p:cNvSpPr>
          <p:nvPr/>
        </p:nvSpPr>
        <p:spPr>
          <a:xfrm xmlns:a="http://schemas.openxmlformats.org/drawingml/2006/main">
            <a:off x="9239250" y="5153025"/>
            <a:ext cx="24003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725" b="1">
                <a:solidFill>
                  <a:srgbClr val="10243A"/>
                </a:solidFill>
                <a:latin typeface="Noto Sans KR"/>
                <a:ea typeface="Noto Sans KR"/>
                <a:cs typeface="Noto Sans KR"/>
              </a:defRPr>
            </a:pPr>
            <a:r>
              <a:rPr sz="1725" b="1">
                <a:solidFill>
                  <a:srgbClr val="10243A"/>
                </a:solidFill>
                <a:latin typeface="Noto Sans KR"/>
                <a:ea typeface="Noto Sans KR"/>
                <a:cs typeface="Noto Sans KR"/>
              </a:rPr>
              <a:t>H03·H04 측정</a:t>
            </a:r>
          </a:p>
        </p:txBody>
      </p:sp>
      <p:sp>
        <p:nvSpPr>
          <p:cNvPr id="33" name="">
            <a:extLst xmlns:a="http://schemas.openxmlformats.org/drawingml/2006/main">
              <a:ext uri="{FF2B5EF4-FFF2-40B4-BE49-F238E27FC236}">
                <a16:creationId xmlns:a16="http://schemas.microsoft.com/office/drawing/2014/main" id="{DD048C7D-7560-4370-8AE5-775E198913CA}"/>
              </a:ext>
            </a:extLst>
          </p:cNvPr>
          <p:cNvSpPr>
            <a:spLocks xmlns:a="http://schemas.openxmlformats.org/drawingml/2006/main" noGrp="1"/>
          </p:cNvSpPr>
          <p:nvPr/>
        </p:nvSpPr>
        <p:spPr>
          <a:xfrm xmlns:a="http://schemas.openxmlformats.org/drawingml/2006/main">
            <a:off x="419100" y="5791200"/>
            <a:ext cx="11353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2025" b="1">
                <a:solidFill>
                  <a:srgbClr val="0F805B"/>
                </a:solidFill>
                <a:latin typeface="Noto Sans KR"/>
                <a:ea typeface="Noto Sans KR"/>
                <a:cs typeface="Noto Sans KR"/>
              </a:defRPr>
            </a:pPr>
            <a:r>
              <a:rPr sz="2025" b="1">
                <a:solidFill>
                  <a:srgbClr val="0F805B"/>
                </a:solidFill>
                <a:latin typeface="Noto Sans KR"/>
                <a:ea typeface="Noto Sans KR"/>
                <a:cs typeface="Noto Sans KR"/>
              </a:rPr>
              <a:t>선배치 추가 대기 = max(0, 선배치 준비시간 − 180초) = 0초</a:t>
            </a:r>
          </a:p>
        </p:txBody>
      </p:sp>
    </p:spTree>
    <p:extLst>
      <p:ext uri="{BB962C8B-B14F-4D97-AF65-F5344CB8AC3E}">
        <p14:creationId xmlns:p14="http://schemas.microsoft.com/office/powerpoint/2010/main" val="2050094418"/>
      </p:ext>
    </p:extLst>
  </p:cSld>
</p:sld>
</file>

<file path=ppt/slides/slide2.xml><?xml version="1.0" encoding="utf-8"?>
<p:sld xmlns:p="http://schemas.openxmlformats.org/presentationml/2006/main">
  <p:cSld>
    <p:bg>
      <p:bgPr>
        <a:solidFill xmlns:a="http://schemas.openxmlformats.org/drawingml/2006/main">
          <a:srgbClr val="F3F6FA"/>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05302C06-506F-4DF2-9A22-84BBF096BCA6}"/>
              </a:ext>
            </a:extLst>
          </p:cNvPr>
          <p:cNvSpPr>
            <a:spLocks xmlns:a="http://schemas.openxmlformats.org/drawingml/2006/main" noGrp="1"/>
          </p:cNvSpPr>
          <p:nvPr/>
        </p:nvSpPr>
        <p:spPr>
          <a:xfrm xmlns:a="http://schemas.openxmlformats.org/drawingml/2006/main">
            <a:off x="0" y="0"/>
            <a:ext cx="12191999" cy="1009650"/>
          </a:xfrm>
          <a:prstGeom xmlns:a="http://schemas.openxmlformats.org/drawingml/2006/main" prst="rect">
            <a:avLst/>
          </a:prstGeom>
          <a:solidFill xmlns:a="http://schemas.openxmlformats.org/drawingml/2006/main">
            <a:srgbClr val="10243A"/>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BFA2BE4-83DA-4192-928F-93CB34AFD44E}"/>
              </a:ext>
            </a:extLst>
          </p:cNvPr>
          <p:cNvSpPr>
            <a:spLocks xmlns:a="http://schemas.openxmlformats.org/drawingml/2006/main" noGrp="1"/>
          </p:cNvSpPr>
          <p:nvPr/>
        </p:nvSpPr>
        <p:spPr>
          <a:xfrm xmlns:a="http://schemas.openxmlformats.org/drawingml/2006/main">
            <a:off x="409575" y="142875"/>
            <a:ext cx="1133475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700" b="1">
                <a:solidFill>
                  <a:srgbClr val="FFFFFF"/>
                </a:solidFill>
                <a:latin typeface="Noto Sans KR"/>
                <a:ea typeface="Noto Sans KR"/>
                <a:cs typeface="Noto Sans KR"/>
              </a:defRPr>
            </a:pPr>
            <a:r>
              <a:rPr sz="2700" b="1">
                <a:solidFill>
                  <a:srgbClr val="FFFFFF"/>
                </a:solidFill>
                <a:latin typeface="Noto Sans KR"/>
                <a:ea typeface="Noto Sans KR"/>
                <a:cs typeface="Noto Sans KR"/>
              </a:rPr>
              <a:t>2개 측정: 네 기판으로 8개 스캐너를 순환합니다</a:t>
            </a:r>
          </a:p>
        </p:txBody>
      </p:sp>
      <p:sp>
        <p:nvSpPr>
          <p:cNvPr id="3" name="">
            <a:extLst xmlns:a="http://schemas.openxmlformats.org/drawingml/2006/main">
              <a:ext uri="{FF2B5EF4-FFF2-40B4-BE49-F238E27FC236}">
                <a16:creationId xmlns:a16="http://schemas.microsoft.com/office/drawing/2014/main" id="{0A0141EE-9059-4FA4-8C68-0567A24BC855}"/>
              </a:ext>
            </a:extLst>
          </p:cNvPr>
          <p:cNvSpPr>
            <a:spLocks xmlns:a="http://schemas.openxmlformats.org/drawingml/2006/main" noGrp="1"/>
          </p:cNvSpPr>
          <p:nvPr/>
        </p:nvSpPr>
        <p:spPr>
          <a:xfrm xmlns:a="http://schemas.openxmlformats.org/drawingml/2006/main">
            <a:off x="419100" y="666750"/>
            <a:ext cx="11334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125" b="0">
                <a:solidFill>
                  <a:srgbClr val="CFE2F4"/>
                </a:solidFill>
                <a:latin typeface="Noto Sans KR"/>
                <a:ea typeface="Noto Sans KR"/>
                <a:cs typeface="Noto Sans KR"/>
              </a:defRPr>
            </a:pPr>
            <a:r>
              <a:rPr sz="1125" b="0">
                <a:solidFill>
                  <a:srgbClr val="CFE2F4"/>
                </a:solidFill>
                <a:latin typeface="Noto Sans KR"/>
                <a:ea typeface="Noto Sans KR"/>
                <a:cs typeface="Noto Sans KR"/>
              </a:rPr>
              <a:t>준비 = X 이동 + 입력 정착시간 + 입력 선도착 여유시간 (기본50ms·20ms)</a:t>
            </a:r>
          </a:p>
        </p:txBody>
      </p:sp>
      <p:sp>
        <p:nvSpPr>
          <p:cNvPr id="4" name="">
            <a:extLst xmlns:a="http://schemas.openxmlformats.org/drawingml/2006/main">
              <a:ext uri="{FF2B5EF4-FFF2-40B4-BE49-F238E27FC236}">
                <a16:creationId xmlns:a16="http://schemas.microsoft.com/office/drawing/2014/main" id="{4199DEDB-33F8-4A25-8394-E10C5A49E0B1}"/>
              </a:ext>
            </a:extLst>
          </p:cNvPr>
          <p:cNvSpPr>
            <a:spLocks xmlns:a="http://schemas.openxmlformats.org/drawingml/2006/main" noGrp="1"/>
          </p:cNvSpPr>
          <p:nvPr/>
        </p:nvSpPr>
        <p:spPr>
          <a:xfrm xmlns:a="http://schemas.openxmlformats.org/drawingml/2006/main">
            <a:off x="409575" y="6467475"/>
            <a:ext cx="10953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975" b="0">
                <a:solidFill>
                  <a:srgbClr val="5D6E80"/>
                </a:solidFill>
                <a:latin typeface="Noto Sans KR"/>
                <a:ea typeface="Noto Sans KR"/>
                <a:cs typeface="Noto Sans KR"/>
              </a:defRPr>
            </a:pPr>
            <a:r>
              <a:rPr sz="975" b="0">
                <a:solidFill>
                  <a:srgbClr val="5D6E80"/>
                </a:solidFill>
                <a:latin typeface="Noto Sans KR"/>
                <a:ea typeface="Noto Sans KR"/>
                <a:cs typeface="Noto Sans KR"/>
              </a:rPr>
              <a:t>A3 Laser Driller · </a:t>
            </a:r>
            <a:r>
              <a:rPr sz="975" b="0">
                <a:solidFill>
                  <a:srgbClr val="5D6E80"/>
                </a:solidFill>
                <a:latin typeface="Noto Sans KR"/>
                <a:ea typeface="Noto Sans KR"/>
                <a:cs typeface="Noto Sans KR"/>
              </a:rPr>
              <a:t>2026-10-08</a:t>
            </a:r>
            <a:r>
              <a:rPr sz="975" b="0">
                <a:solidFill>
                  <a:srgbClr val="5D6E80"/>
                </a:solidFill>
                <a:latin typeface="Noto Sans KR"/>
                <a:ea typeface="Noto Sans KR"/>
                <a:cs typeface="Noto Sans KR"/>
              </a:rPr>
              <a:t> · 명목 이동 계산 / XReady·실제 ReviewDone 확인</a:t>
            </a:r>
          </a:p>
        </p:txBody>
      </p:sp>
      <p:sp>
        <p:nvSpPr>
          <p:cNvPr id="5" name="">
            <a:extLst xmlns:a="http://schemas.openxmlformats.org/drawingml/2006/main">
              <a:ext uri="{FF2B5EF4-FFF2-40B4-BE49-F238E27FC236}">
                <a16:creationId xmlns:a16="http://schemas.microsoft.com/office/drawing/2014/main" id="{BCC93C95-1111-4D3D-BC76-8345EA69BB1D}"/>
              </a:ext>
            </a:extLst>
          </p:cNvPr>
          <p:cNvSpPr>
            <a:spLocks xmlns:a="http://schemas.openxmlformats.org/drawingml/2006/main" noGrp="1"/>
          </p:cNvSpPr>
          <p:nvPr/>
        </p:nvSpPr>
        <p:spPr>
          <a:xfrm xmlns:a="http://schemas.openxmlformats.org/drawingml/2006/main">
            <a:off x="11401425" y="6438900"/>
            <a:ext cx="381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1200" b="0">
                <a:solidFill>
                  <a:srgbClr val="5D6E80"/>
                </a:solidFill>
                <a:latin typeface="Noto Sans KR"/>
                <a:ea typeface="Noto Sans KR"/>
                <a:cs typeface="Noto Sans KR"/>
              </a:defRPr>
            </a:pPr>
            <a:r>
              <a:rPr sz="1200" b="0">
                <a:solidFill>
                  <a:srgbClr val="5D6E80"/>
                </a:solidFill>
                <a:latin typeface="Noto Sans KR"/>
                <a:ea typeface="Noto Sans KR"/>
                <a:cs typeface="Noto Sans KR"/>
              </a:rPr>
              <a:t>2/3</a:t>
            </a:r>
          </a:p>
        </p:txBody>
      </p:sp>
      <p:graphicFrame>
        <p:nvGraphicFramePr>
          <p:cNvPr id="19" name=""/>
          <p:cNvGraphicFramePr/>
          <p:nvPr/>
        </p:nvGraphicFramePr>
        <p:xfrm>
          <a:off xmlns:a="http://schemas.openxmlformats.org/drawingml/2006/main" x="419100" y="1381125"/>
          <a:ext xmlns:a="http://schemas.openxmlformats.org/drawingml/2006/main" cx="11353800" cy="2714625"/>
        </p:xfrm>
        <a:graphic xmlns:a="http://schemas.openxmlformats.org/drawingml/2006/main">
          <a:graphicData uri="http://schemas.openxmlformats.org/drawingml/2006/table">
            <a:tbl>
              <a:tblPr/>
              <a:tblGrid>
                <a:gridCol w="1066800"/>
                <a:gridCol w="2276475"/>
                <a:gridCol w="2771775"/>
                <a:gridCol w="1409700"/>
                <a:gridCol w="1628775"/>
                <a:gridCol w="2200275"/>
              </a:tblGrid>
              <a:tr h="542925">
                <a:tc>
                  <a:txBody>
                    <a:bodyPr lIns="114300" tIns="76200" rIns="76200" bIns="76200">
                      <a:noAutofit/>
                    </a:bodyPr>
                    <a:lstStyle/>
                    <a:p>
                      <a:pPr algn="l">
                        <a:buNone/>
                      </a:pPr>
                      <a:r>
                        <a:rPr sz="1575" b="1">
                          <a:solidFill>
                            <a:srgbClr val="FFFFFF"/>
                          </a:solidFill>
                          <a:latin typeface="Noto Sans KR"/>
                          <a:ea typeface="Noto Sans KR"/>
                          <a:cs typeface="Noto Sans KR"/>
                        </a:rPr>
                        <a:t>이번 기판</a:t>
                      </a:r>
                    </a:p>
                  </a:txBody>
                  <a:tcPr marL="91440" marR="91440" marT="45720" marB="45720" anchor="ctr">
                    <a:solidFill>
                      <a:srgbClr val="10243A"/>
                    </a:solidFill>
                  </a:tcPr>
                </a:tc>
                <a:tc>
                  <a:txBody>
                    <a:bodyPr lIns="114300" tIns="76200" rIns="76200" bIns="76200">
                      <a:noAutofit/>
                    </a:bodyPr>
                    <a:lstStyle/>
                    <a:p>
                      <a:pPr algn="l">
                        <a:buNone/>
                      </a:pPr>
                      <a:r>
                        <a:rPr sz="1575" b="1">
                          <a:solidFill>
                            <a:srgbClr val="FFFFFF"/>
                          </a:solidFill>
                          <a:latin typeface="Noto Sans KR"/>
                          <a:ea typeface="Noto Sans KR"/>
                          <a:cs typeface="Noto Sans KR"/>
                        </a:rPr>
                        <a:t>측정 순서</a:t>
                      </a:r>
                    </a:p>
                  </a:txBody>
                  <a:tcPr marL="91440" marR="91440" marT="45720" marB="45720" anchor="ctr">
                    <a:solidFill>
                      <a:srgbClr val="10243A"/>
                    </a:solidFill>
                  </a:tcPr>
                </a:tc>
                <a:tc>
                  <a:txBody>
                    <a:bodyPr lIns="114300" tIns="76200" rIns="76200" bIns="76200">
                      <a:noAutofit/>
                    </a:bodyPr>
                    <a:lstStyle/>
                    <a:p>
                      <a:pPr algn="l">
                        <a:buNone/>
                      </a:pPr>
                      <a:r>
                        <a:rPr sz="1575" b="1">
                          <a:solidFill>
                            <a:srgbClr val="FFFFFF"/>
                          </a:solidFill>
                          <a:latin typeface="Noto Sans KR"/>
                          <a:ea typeface="Noto Sans KR"/>
                          <a:cs typeface="Noto Sans KR"/>
                        </a:rPr>
                        <a:t>기판 사이 선배치</a:t>
                      </a:r>
                    </a:p>
                  </a:txBody>
                  <a:tcPr marL="91440" marR="91440" marT="45720" marB="45720" anchor="ctr">
                    <a:solidFill>
                      <a:srgbClr val="10243A"/>
                    </a:solidFill>
                  </a:tcPr>
                </a:tc>
                <a:tc>
                  <a:txBody>
                    <a:bodyPr lIns="114300" tIns="76200" rIns="76200" bIns="76200">
                      <a:noAutofit/>
                    </a:bodyPr>
                    <a:lstStyle/>
                    <a:p>
                      <a:pPr algn="l">
                        <a:buNone/>
                      </a:pPr>
                      <a:r>
                        <a:rPr sz="1575" b="1">
                          <a:solidFill>
                            <a:srgbClr val="FFFFFF"/>
                          </a:solidFill>
                          <a:latin typeface="Noto Sans KR"/>
                          <a:ea typeface="Noto Sans KR"/>
                          <a:cs typeface="Noto Sans KR"/>
                        </a:rPr>
                        <a:t>ΔX(mm)</a:t>
                      </a:r>
                    </a:p>
                  </a:txBody>
                  <a:tcPr marL="91440" marR="91440" marT="45720" marB="45720" anchor="ctr">
                    <a:solidFill>
                      <a:srgbClr val="10243A"/>
                    </a:solidFill>
                  </a:tcPr>
                </a:tc>
                <a:tc>
                  <a:txBody>
                    <a:bodyPr lIns="114300" tIns="76200" rIns="76200" bIns="76200">
                      <a:noAutofit/>
                    </a:bodyPr>
                    <a:lstStyle/>
                    <a:p>
                      <a:pPr algn="l">
                        <a:buNone/>
                      </a:pPr>
                      <a:r>
                        <a:rPr sz="1575" b="1">
                          <a:solidFill>
                            <a:srgbClr val="FFFFFF"/>
                          </a:solidFill>
                          <a:latin typeface="Noto Sans KR"/>
                          <a:ea typeface="Noto Sans KR"/>
                          <a:cs typeface="Noto Sans KR"/>
                        </a:rPr>
                        <a:t>준비(s)</a:t>
                      </a:r>
                    </a:p>
                  </a:txBody>
                  <a:tcPr marL="91440" marR="91440" marT="45720" marB="45720" anchor="ctr">
                    <a:solidFill>
                      <a:srgbClr val="10243A"/>
                    </a:solidFill>
                  </a:tcPr>
                </a:tc>
                <a:tc>
                  <a:txBody>
                    <a:bodyPr lIns="114300" tIns="76200" rIns="76200" bIns="76200">
                      <a:noAutofit/>
                    </a:bodyPr>
                    <a:lstStyle/>
                    <a:p>
                      <a:pPr algn="l">
                        <a:buNone/>
                      </a:pPr>
                      <a:r>
                        <a:rPr sz="1575" b="1">
                          <a:solidFill>
                            <a:srgbClr val="FFFFFF"/>
                          </a:solidFill>
                          <a:latin typeface="Noto Sans KR"/>
                          <a:ea typeface="Noto Sans KR"/>
                          <a:cs typeface="Noto Sans KR"/>
                        </a:rPr>
                        <a:t>180초 여유(s)</a:t>
                      </a:r>
                    </a:p>
                  </a:txBody>
                  <a:tcPr marL="91440" marR="91440" marT="45720" marB="45720" anchor="ctr">
                    <a:solidFill>
                      <a:srgbClr val="10243A"/>
                    </a:solidFill>
                  </a:tcPr>
                </a:tc>
              </a:tr>
              <a:tr h="542925">
                <a:tc>
                  <a:txBody>
                    <a:bodyPr lIns="114300" tIns="76200" rIns="76200" bIns="76200">
                      <a:noAutofit/>
                    </a:bodyPr>
                    <a:lstStyle/>
                    <a:p>
                      <a:pPr algn="l">
                        <a:buNone/>
                      </a:pPr>
                      <a:r>
                        <a:rPr sz="1725" b="0">
                          <a:solidFill>
                            <a:srgbClr val="10243A"/>
                          </a:solidFill>
                          <a:latin typeface="Noto Sans KR"/>
                          <a:ea typeface="Noto Sans KR"/>
                          <a:cs typeface="Noto Sans KR"/>
                        </a:rPr>
                        <a:t>1매</a:t>
                      </a:r>
                    </a:p>
                  </a:txBody>
                  <a:tcPr marL="91440" marR="91440" marT="45720" marB="45720" anchor="ctr">
                    <a:solidFill>
                      <a:srgbClr val="FFFFFF"/>
                    </a:solidFill>
                  </a:tcPr>
                </a:tc>
                <a:tc>
                  <a:txBody>
                    <a:bodyPr lIns="114300" tIns="76200" rIns="76200" bIns="76200">
                      <a:noAutofit/>
                    </a:bodyPr>
                    <a:lstStyle/>
                    <a:p>
                      <a:pPr algn="l">
                        <a:buNone/>
                      </a:pPr>
                      <a:r>
                        <a:rPr sz="1725" b="0">
                          <a:solidFill>
                            <a:srgbClr val="10243A"/>
                          </a:solidFill>
                          <a:latin typeface="Noto Sans KR"/>
                          <a:ea typeface="Noto Sans KR"/>
                          <a:cs typeface="Noto Sans KR"/>
                        </a:rPr>
                        <a:t>H01 → H02</a:t>
                      </a:r>
                    </a:p>
                  </a:txBody>
                  <a:tcPr marL="91440" marR="91440" marT="45720" marB="45720" anchor="ctr">
                    <a:solidFill>
                      <a:srgbClr val="FFFFFF"/>
                    </a:solidFill>
                  </a:tcPr>
                </a:tc>
                <a:tc>
                  <a:txBody>
                    <a:bodyPr lIns="114300" tIns="76200" rIns="76200" bIns="76200">
                      <a:noAutofit/>
                    </a:bodyPr>
                    <a:lstStyle/>
                    <a:p>
                      <a:pPr algn="l">
                        <a:buNone/>
                      </a:pPr>
                      <a:r>
                        <a:rPr sz="1725" b="0">
                          <a:solidFill>
                            <a:srgbClr val="10243A"/>
                          </a:solidFill>
                          <a:latin typeface="Noto Sans KR"/>
                          <a:ea typeface="Noto Sans KR"/>
                          <a:cs typeface="Noto Sans KR"/>
                        </a:rPr>
                        <a:t>H02 → H03</a:t>
                      </a:r>
                    </a:p>
                  </a:txBody>
                  <a:tcPr marL="91440" marR="91440" marT="45720" marB="45720" anchor="ctr">
                    <a:solidFill>
                      <a:srgbClr val="FFFFFF"/>
                    </a:solidFill>
                  </a:tcPr>
                </a:tc>
                <a:tc>
                  <a:txBody>
                    <a:bodyPr lIns="114300" tIns="76200" rIns="76200" bIns="76200">
                      <a:noAutofit/>
                    </a:bodyPr>
                    <a:lstStyle/>
                    <a:p>
                      <a:pPr algn="l">
                        <a:buNone/>
                      </a:pPr>
                      <a:r>
                        <a:rPr sz="1725" b="0">
                          <a:solidFill>
                            <a:srgbClr val="10243A"/>
                          </a:solidFill>
                          <a:latin typeface="Noto Sans KR"/>
                          <a:ea typeface="Noto Sans KR"/>
                          <a:cs typeface="Noto Sans KR"/>
                        </a:rPr>
                        <a:t>100.0</a:t>
                      </a:r>
                    </a:p>
                  </a:txBody>
                  <a:tcPr marL="91440" marR="91440" marT="45720" marB="45720" anchor="ctr">
                    <a:solidFill>
                      <a:srgbClr val="FFFFFF"/>
                    </a:solidFill>
                  </a:tcPr>
                </a:tc>
                <a:tc>
                  <a:txBody>
                    <a:bodyPr lIns="114300" tIns="76200" rIns="76200" bIns="76200">
                      <a:noAutofit/>
                    </a:bodyPr>
                    <a:lstStyle/>
                    <a:p>
                      <a:pPr algn="l">
                        <a:buNone/>
                      </a:pPr>
                      <a:r>
                        <a:rPr sz="1725" b="0">
                          <a:solidFill>
                            <a:srgbClr val="10243A"/>
                          </a:solidFill>
                          <a:latin typeface="Noto Sans KR"/>
                          <a:ea typeface="Noto Sans KR"/>
                          <a:cs typeface="Noto Sans KR"/>
                        </a:rPr>
                        <a:t>1.703</a:t>
                      </a:r>
                    </a:p>
                  </a:txBody>
                  <a:tcPr marL="91440" marR="91440" marT="45720" marB="45720" anchor="ctr">
                    <a:solidFill>
                      <a:srgbClr val="FFFFFF"/>
                    </a:solidFill>
                  </a:tcPr>
                </a:tc>
                <a:tc>
                  <a:txBody>
                    <a:bodyPr lIns="114300" tIns="76200" rIns="76200" bIns="76200">
                      <a:noAutofit/>
                    </a:bodyPr>
                    <a:lstStyle/>
                    <a:p>
                      <a:pPr algn="l">
                        <a:buNone/>
                      </a:pPr>
                      <a:r>
                        <a:rPr sz="1725" b="0">
                          <a:solidFill>
                            <a:srgbClr val="10243A"/>
                          </a:solidFill>
                          <a:latin typeface="Noto Sans KR"/>
                          <a:ea typeface="Noto Sans KR"/>
                          <a:cs typeface="Noto Sans KR"/>
                        </a:rPr>
                        <a:t>178.297</a:t>
                      </a:r>
                    </a:p>
                  </a:txBody>
                  <a:tcPr marL="91440" marR="91440" marT="45720" marB="45720" anchor="ctr">
                    <a:solidFill>
                      <a:srgbClr val="FFFFFF"/>
                    </a:solidFill>
                  </a:tcPr>
                </a:tc>
              </a:tr>
              <a:tr h="542925">
                <a:tc>
                  <a:txBody>
                    <a:bodyPr lIns="114300" tIns="76200" rIns="76200" bIns="76200">
                      <a:noAutofit/>
                    </a:bodyPr>
                    <a:lstStyle/>
                    <a:p>
                      <a:pPr algn="l">
                        <a:buNone/>
                      </a:pPr>
                      <a:r>
                        <a:rPr sz="1725" b="0">
                          <a:solidFill>
                            <a:srgbClr val="10243A"/>
                          </a:solidFill>
                          <a:latin typeface="Noto Sans KR"/>
                          <a:ea typeface="Noto Sans KR"/>
                          <a:cs typeface="Noto Sans KR"/>
                        </a:rPr>
                        <a:t>2매</a:t>
                      </a:r>
                    </a:p>
                  </a:txBody>
                  <a:tcPr marL="91440" marR="91440" marT="45720" marB="45720" anchor="ctr">
                    <a:solidFill>
                      <a:srgbClr val="EEF7F8"/>
                    </a:solidFill>
                  </a:tcPr>
                </a:tc>
                <a:tc>
                  <a:txBody>
                    <a:bodyPr lIns="114300" tIns="76200" rIns="76200" bIns="76200">
                      <a:noAutofit/>
                    </a:bodyPr>
                    <a:lstStyle/>
                    <a:p>
                      <a:pPr algn="l">
                        <a:buNone/>
                      </a:pPr>
                      <a:r>
                        <a:rPr sz="1725" b="0">
                          <a:solidFill>
                            <a:srgbClr val="10243A"/>
                          </a:solidFill>
                          <a:latin typeface="Noto Sans KR"/>
                          <a:ea typeface="Noto Sans KR"/>
                          <a:cs typeface="Noto Sans KR"/>
                        </a:rPr>
                        <a:t>H03 → H04</a:t>
                      </a:r>
                    </a:p>
                  </a:txBody>
                  <a:tcPr marL="91440" marR="91440" marT="45720" marB="45720" anchor="ctr">
                    <a:solidFill>
                      <a:srgbClr val="EEF7F8"/>
                    </a:solidFill>
                  </a:tcPr>
                </a:tc>
                <a:tc>
                  <a:txBody>
                    <a:bodyPr lIns="114300" tIns="76200" rIns="76200" bIns="76200">
                      <a:noAutofit/>
                    </a:bodyPr>
                    <a:lstStyle/>
                    <a:p>
                      <a:pPr algn="l">
                        <a:buNone/>
                      </a:pPr>
                      <a:r>
                        <a:rPr sz="1725" b="0">
                          <a:solidFill>
                            <a:srgbClr val="10243A"/>
                          </a:solidFill>
                          <a:latin typeface="Noto Sans KR"/>
                          <a:ea typeface="Noto Sans KR"/>
                          <a:cs typeface="Noto Sans KR"/>
                        </a:rPr>
                        <a:t>H04 → H05</a:t>
                      </a:r>
                    </a:p>
                  </a:txBody>
                  <a:tcPr marL="91440" marR="91440" marT="45720" marB="45720" anchor="ctr">
                    <a:solidFill>
                      <a:srgbClr val="EEF7F8"/>
                    </a:solidFill>
                  </a:tcPr>
                </a:tc>
                <a:tc>
                  <a:txBody>
                    <a:bodyPr lIns="114300" tIns="76200" rIns="76200" bIns="76200">
                      <a:noAutofit/>
                    </a:bodyPr>
                    <a:lstStyle/>
                    <a:p>
                      <a:pPr algn="l">
                        <a:buNone/>
                      </a:pPr>
                      <a:r>
                        <a:rPr sz="1725" b="0">
                          <a:solidFill>
                            <a:srgbClr val="10243A"/>
                          </a:solidFill>
                          <a:latin typeface="Noto Sans KR"/>
                          <a:ea typeface="Noto Sans KR"/>
                          <a:cs typeface="Noto Sans KR"/>
                        </a:rPr>
                        <a:t>108.1</a:t>
                      </a:r>
                    </a:p>
                  </a:txBody>
                  <a:tcPr marL="91440" marR="91440" marT="45720" marB="45720" anchor="ctr">
                    <a:solidFill>
                      <a:srgbClr val="EEF7F8"/>
                    </a:solidFill>
                  </a:tcPr>
                </a:tc>
                <a:tc>
                  <a:txBody>
                    <a:bodyPr lIns="114300" tIns="76200" rIns="76200" bIns="76200">
                      <a:noAutofit/>
                    </a:bodyPr>
                    <a:lstStyle/>
                    <a:p>
                      <a:pPr algn="l">
                        <a:buNone/>
                      </a:pPr>
                      <a:r>
                        <a:rPr sz="1725" b="0">
                          <a:solidFill>
                            <a:srgbClr val="10243A"/>
                          </a:solidFill>
                          <a:latin typeface="Noto Sans KR"/>
                          <a:ea typeface="Noto Sans KR"/>
                          <a:cs typeface="Noto Sans KR"/>
                        </a:rPr>
                        <a:t>1.768</a:t>
                      </a:r>
                    </a:p>
                  </a:txBody>
                  <a:tcPr marL="91440" marR="91440" marT="45720" marB="45720" anchor="ctr">
                    <a:solidFill>
                      <a:srgbClr val="EEF7F8"/>
                    </a:solidFill>
                  </a:tcPr>
                </a:tc>
                <a:tc>
                  <a:txBody>
                    <a:bodyPr lIns="114300" tIns="76200" rIns="76200" bIns="76200">
                      <a:noAutofit/>
                    </a:bodyPr>
                    <a:lstStyle/>
                    <a:p>
                      <a:pPr algn="l">
                        <a:buNone/>
                      </a:pPr>
                      <a:r>
                        <a:rPr sz="1725" b="0">
                          <a:solidFill>
                            <a:srgbClr val="10243A"/>
                          </a:solidFill>
                          <a:latin typeface="Noto Sans KR"/>
                          <a:ea typeface="Noto Sans KR"/>
                          <a:cs typeface="Noto Sans KR"/>
                        </a:rPr>
                        <a:t>178.232</a:t>
                      </a:r>
                    </a:p>
                  </a:txBody>
                  <a:tcPr marL="91440" marR="91440" marT="45720" marB="45720" anchor="ctr">
                    <a:solidFill>
                      <a:srgbClr val="EEF7F8"/>
                    </a:solidFill>
                  </a:tcPr>
                </a:tc>
              </a:tr>
              <a:tr h="542925">
                <a:tc>
                  <a:txBody>
                    <a:bodyPr lIns="114300" tIns="76200" rIns="76200" bIns="76200">
                      <a:noAutofit/>
                    </a:bodyPr>
                    <a:lstStyle/>
                    <a:p>
                      <a:pPr algn="l">
                        <a:buNone/>
                      </a:pPr>
                      <a:r>
                        <a:rPr sz="1725" b="0">
                          <a:solidFill>
                            <a:srgbClr val="10243A"/>
                          </a:solidFill>
                          <a:latin typeface="Noto Sans KR"/>
                          <a:ea typeface="Noto Sans KR"/>
                          <a:cs typeface="Noto Sans KR"/>
                        </a:rPr>
                        <a:t>3매</a:t>
                      </a:r>
                    </a:p>
                  </a:txBody>
                  <a:tcPr marL="91440" marR="91440" marT="45720" marB="45720" anchor="ctr">
                    <a:solidFill>
                      <a:srgbClr val="FFFFFF"/>
                    </a:solidFill>
                  </a:tcPr>
                </a:tc>
                <a:tc>
                  <a:txBody>
                    <a:bodyPr lIns="114300" tIns="76200" rIns="76200" bIns="76200">
                      <a:noAutofit/>
                    </a:bodyPr>
                    <a:lstStyle/>
                    <a:p>
                      <a:pPr algn="l">
                        <a:buNone/>
                      </a:pPr>
                      <a:r>
                        <a:rPr sz="1725" b="0">
                          <a:solidFill>
                            <a:srgbClr val="10243A"/>
                          </a:solidFill>
                          <a:latin typeface="Noto Sans KR"/>
                          <a:ea typeface="Noto Sans KR"/>
                          <a:cs typeface="Noto Sans KR"/>
                        </a:rPr>
                        <a:t>H05 → H06</a:t>
                      </a:r>
                    </a:p>
                  </a:txBody>
                  <a:tcPr marL="91440" marR="91440" marT="45720" marB="45720" anchor="ctr">
                    <a:solidFill>
                      <a:srgbClr val="FFFFFF"/>
                    </a:solidFill>
                  </a:tcPr>
                </a:tc>
                <a:tc>
                  <a:txBody>
                    <a:bodyPr lIns="114300" tIns="76200" rIns="76200" bIns="76200">
                      <a:noAutofit/>
                    </a:bodyPr>
                    <a:lstStyle/>
                    <a:p>
                      <a:pPr algn="l">
                        <a:buNone/>
                      </a:pPr>
                      <a:r>
                        <a:rPr sz="1725" b="0">
                          <a:solidFill>
                            <a:srgbClr val="10243A"/>
                          </a:solidFill>
                          <a:latin typeface="Noto Sans KR"/>
                          <a:ea typeface="Noto Sans KR"/>
                          <a:cs typeface="Noto Sans KR"/>
                        </a:rPr>
                        <a:t>H06 → H07</a:t>
                      </a:r>
                    </a:p>
                  </a:txBody>
                  <a:tcPr marL="91440" marR="91440" marT="45720" marB="45720" anchor="ctr">
                    <a:solidFill>
                      <a:srgbClr val="FFFFFF"/>
                    </a:solidFill>
                  </a:tcPr>
                </a:tc>
                <a:tc>
                  <a:txBody>
                    <a:bodyPr lIns="114300" tIns="76200" rIns="76200" bIns="76200">
                      <a:noAutofit/>
                    </a:bodyPr>
                    <a:lstStyle/>
                    <a:p>
                      <a:pPr algn="l">
                        <a:buNone/>
                      </a:pPr>
                      <a:r>
                        <a:rPr sz="1725" b="0">
                          <a:solidFill>
                            <a:srgbClr val="10243A"/>
                          </a:solidFill>
                          <a:latin typeface="Noto Sans KR"/>
                          <a:ea typeface="Noto Sans KR"/>
                          <a:cs typeface="Noto Sans KR"/>
                        </a:rPr>
                        <a:t>110.8</a:t>
                      </a:r>
                    </a:p>
                  </a:txBody>
                  <a:tcPr marL="91440" marR="91440" marT="45720" marB="45720" anchor="ctr">
                    <a:solidFill>
                      <a:srgbClr val="FFFFFF"/>
                    </a:solidFill>
                  </a:tcPr>
                </a:tc>
                <a:tc>
                  <a:txBody>
                    <a:bodyPr lIns="114300" tIns="76200" rIns="76200" bIns="76200">
                      <a:noAutofit/>
                    </a:bodyPr>
                    <a:lstStyle/>
                    <a:p>
                      <a:pPr algn="l">
                        <a:buNone/>
                      </a:pPr>
                      <a:r>
                        <a:rPr sz="1725" b="0">
                          <a:solidFill>
                            <a:srgbClr val="10243A"/>
                          </a:solidFill>
                          <a:latin typeface="Noto Sans KR"/>
                          <a:ea typeface="Noto Sans KR"/>
                          <a:cs typeface="Noto Sans KR"/>
                        </a:rPr>
                        <a:t>1.789</a:t>
                      </a:r>
                    </a:p>
                  </a:txBody>
                  <a:tcPr marL="91440" marR="91440" marT="45720" marB="45720" anchor="ctr">
                    <a:solidFill>
                      <a:srgbClr val="FFFFFF"/>
                    </a:solidFill>
                  </a:tcPr>
                </a:tc>
                <a:tc>
                  <a:txBody>
                    <a:bodyPr lIns="114300" tIns="76200" rIns="76200" bIns="76200">
                      <a:noAutofit/>
                    </a:bodyPr>
                    <a:lstStyle/>
                    <a:p>
                      <a:pPr algn="l">
                        <a:buNone/>
                      </a:pPr>
                      <a:r>
                        <a:rPr sz="1725" b="0">
                          <a:solidFill>
                            <a:srgbClr val="10243A"/>
                          </a:solidFill>
                          <a:latin typeface="Noto Sans KR"/>
                          <a:ea typeface="Noto Sans KR"/>
                          <a:cs typeface="Noto Sans KR"/>
                        </a:rPr>
                        <a:t>178.211</a:t>
                      </a:r>
                    </a:p>
                  </a:txBody>
                  <a:tcPr marL="91440" marR="91440" marT="45720" marB="45720" anchor="ctr">
                    <a:solidFill>
                      <a:srgbClr val="FFFFFF"/>
                    </a:solidFill>
                  </a:tcPr>
                </a:tc>
              </a:tr>
              <a:tr h="542925">
                <a:tc>
                  <a:txBody>
                    <a:bodyPr lIns="114300" tIns="76200" rIns="76200" bIns="76200">
                      <a:noAutofit/>
                    </a:bodyPr>
                    <a:lstStyle/>
                    <a:p>
                      <a:pPr algn="l">
                        <a:buNone/>
                      </a:pPr>
                      <a:r>
                        <a:rPr sz="1725" b="0">
                          <a:solidFill>
                            <a:srgbClr val="10243A"/>
                          </a:solidFill>
                          <a:latin typeface="Noto Sans KR"/>
                          <a:ea typeface="Noto Sans KR"/>
                          <a:cs typeface="Noto Sans KR"/>
                        </a:rPr>
                        <a:t>4매</a:t>
                      </a:r>
                    </a:p>
                  </a:txBody>
                  <a:tcPr marL="91440" marR="91440" marT="45720" marB="45720" anchor="ctr">
                    <a:solidFill>
                      <a:srgbClr val="EEF7F8"/>
                    </a:solidFill>
                  </a:tcPr>
                </a:tc>
                <a:tc>
                  <a:txBody>
                    <a:bodyPr lIns="114300" tIns="76200" rIns="76200" bIns="76200">
                      <a:noAutofit/>
                    </a:bodyPr>
                    <a:lstStyle/>
                    <a:p>
                      <a:pPr algn="l">
                        <a:buNone/>
                      </a:pPr>
                      <a:r>
                        <a:rPr sz="1725" b="0">
                          <a:solidFill>
                            <a:srgbClr val="10243A"/>
                          </a:solidFill>
                          <a:latin typeface="Noto Sans KR"/>
                          <a:ea typeface="Noto Sans KR"/>
                          <a:cs typeface="Noto Sans KR"/>
                        </a:rPr>
                        <a:t>H07 → H08</a:t>
                      </a:r>
                    </a:p>
                  </a:txBody>
                  <a:tcPr marL="91440" marR="91440" marT="45720" marB="45720" anchor="ctr">
                    <a:solidFill>
                      <a:srgbClr val="EEF7F8"/>
                    </a:solidFill>
                  </a:tcPr>
                </a:tc>
                <a:tc>
                  <a:txBody>
                    <a:bodyPr lIns="114300" tIns="76200" rIns="76200" bIns="76200">
                      <a:noAutofit/>
                    </a:bodyPr>
                    <a:lstStyle/>
                    <a:p>
                      <a:pPr algn="l">
                        <a:buNone/>
                      </a:pPr>
                      <a:r>
                        <a:rPr sz="1725" b="0">
                          <a:solidFill>
                            <a:srgbClr val="10243A"/>
                          </a:solidFill>
                          <a:latin typeface="Noto Sans KR"/>
                          <a:ea typeface="Noto Sans KR"/>
                          <a:cs typeface="Noto Sans KR"/>
                        </a:rPr>
                        <a:t>H08 → H01 (복귀)</a:t>
                      </a:r>
                    </a:p>
                  </a:txBody>
                  <a:tcPr marL="91440" marR="91440" marT="45720" marB="45720" anchor="ctr">
                    <a:solidFill>
                      <a:srgbClr val="EEF7F8"/>
                    </a:solidFill>
                  </a:tcPr>
                </a:tc>
                <a:tc>
                  <a:txBody>
                    <a:bodyPr lIns="114300" tIns="76200" rIns="76200" bIns="76200">
                      <a:noAutofit/>
                    </a:bodyPr>
                    <a:lstStyle/>
                    <a:p>
                      <a:pPr algn="l">
                        <a:buNone/>
                      </a:pPr>
                      <a:r>
                        <a:rPr sz="1725" b="0">
                          <a:solidFill>
                            <a:srgbClr val="10243A"/>
                          </a:solidFill>
                          <a:latin typeface="Noto Sans KR"/>
                          <a:ea typeface="Noto Sans KR"/>
                          <a:cs typeface="Noto Sans KR"/>
                        </a:rPr>
                        <a:t>743.2</a:t>
                      </a:r>
                    </a:p>
                  </a:txBody>
                  <a:tcPr marL="91440" marR="91440" marT="45720" marB="45720" anchor="ctr">
                    <a:solidFill>
                      <a:srgbClr val="EEF7F8"/>
                    </a:solidFill>
                  </a:tcPr>
                </a:tc>
                <a:tc>
                  <a:txBody>
                    <a:bodyPr lIns="114300" tIns="76200" rIns="76200" bIns="76200">
                      <a:noAutofit/>
                    </a:bodyPr>
                    <a:lstStyle/>
                    <a:p>
                      <a:pPr algn="l">
                        <a:buNone/>
                      </a:pPr>
                      <a:r>
                        <a:rPr sz="1725" b="0">
                          <a:solidFill>
                            <a:srgbClr val="10243A"/>
                          </a:solidFill>
                          <a:latin typeface="Noto Sans KR"/>
                          <a:ea typeface="Noto Sans KR"/>
                          <a:cs typeface="Noto Sans KR"/>
                        </a:rPr>
                        <a:t>5.119</a:t>
                      </a:r>
                    </a:p>
                  </a:txBody>
                  <a:tcPr marL="91440" marR="91440" marT="45720" marB="45720" anchor="ctr">
                    <a:solidFill>
                      <a:srgbClr val="EEF7F8"/>
                    </a:solidFill>
                  </a:tcPr>
                </a:tc>
                <a:tc>
                  <a:txBody>
                    <a:bodyPr lIns="114300" tIns="76200" rIns="76200" bIns="76200">
                      <a:noAutofit/>
                    </a:bodyPr>
                    <a:lstStyle/>
                    <a:p>
                      <a:pPr algn="l">
                        <a:buNone/>
                      </a:pPr>
                      <a:r>
                        <a:rPr sz="1725" b="0">
                          <a:solidFill>
                            <a:srgbClr val="10243A"/>
                          </a:solidFill>
                          <a:latin typeface="Noto Sans KR"/>
                          <a:ea typeface="Noto Sans KR"/>
                          <a:cs typeface="Noto Sans KR"/>
                        </a:rPr>
                        <a:t>174.881</a:t>
                      </a:r>
                    </a:p>
                  </a:txBody>
                  <a:tcPr marL="91440" marR="91440" marT="45720" marB="45720" anchor="ctr">
                    <a:solidFill>
                      <a:srgbClr val="EEF7F8"/>
                    </a:solidFill>
                  </a:tcPr>
                </a:tc>
              </a:tr>
            </a:tbl>
          </a:graphicData>
        </a:graphic>
      </p:graphicFrame>
      <p:sp>
        <p:nvSpPr>
          <p:cNvPr id="7" name="">
            <a:extLst xmlns:a="http://schemas.openxmlformats.org/drawingml/2006/main">
              <a:ext uri="{FF2B5EF4-FFF2-40B4-BE49-F238E27FC236}">
                <a16:creationId xmlns:a16="http://schemas.microsoft.com/office/drawing/2014/main" id="{87B47AFB-C106-48EC-89EF-A38B4D31A38F}"/>
              </a:ext>
            </a:extLst>
          </p:cNvPr>
          <p:cNvSpPr>
            <a:spLocks xmlns:a="http://schemas.openxmlformats.org/drawingml/2006/main" noGrp="1"/>
          </p:cNvSpPr>
          <p:nvPr/>
        </p:nvSpPr>
        <p:spPr>
          <a:xfrm xmlns:a="http://schemas.openxmlformats.org/drawingml/2006/main">
            <a:off x="419100" y="4352925"/>
            <a:ext cx="11353800" cy="866775"/>
          </a:xfrm>
          <a:prstGeom xmlns:a="http://schemas.openxmlformats.org/drawingml/2006/main" prst="rect">
            <a:avLst/>
          </a:prstGeom>
          <a:solidFill xmlns:a="http://schemas.openxmlformats.org/drawingml/2006/main">
            <a:srgbClr val="DEF4F1"/>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DA2CB4B7-CFCF-4A54-A6A6-37847464DB41}"/>
              </a:ext>
            </a:extLst>
          </p:cNvPr>
          <p:cNvSpPr>
            <a:spLocks xmlns:a="http://schemas.openxmlformats.org/drawingml/2006/main" noGrp="1"/>
          </p:cNvSpPr>
          <p:nvPr/>
        </p:nvSpPr>
        <p:spPr>
          <a:xfrm xmlns:a="http://schemas.openxmlformats.org/drawingml/2006/main">
            <a:off x="609600" y="4495800"/>
            <a:ext cx="109728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175" b="1">
                <a:solidFill>
                  <a:srgbClr val="0F805B"/>
                </a:solidFill>
                <a:latin typeface="Noto Sans KR"/>
                <a:ea typeface="Noto Sans KR"/>
                <a:cs typeface="Noto Sans KR"/>
              </a:defRPr>
            </a:pPr>
            <a:r>
              <a:rPr sz="2175" b="1">
                <a:solidFill>
                  <a:srgbClr val="0F805B"/>
                </a:solidFill>
                <a:latin typeface="Noto Sans KR"/>
                <a:ea typeface="Noto Sans KR"/>
                <a:cs typeface="Noto Sans KR"/>
              </a:rPr>
              <a:t>가장 긴 H08→H01 복귀도 5.119초</a:t>
            </a:r>
          </a:p>
        </p:txBody>
      </p:sp>
      <p:sp>
        <p:nvSpPr>
          <p:cNvPr id="9" name="">
            <a:extLst xmlns:a="http://schemas.openxmlformats.org/drawingml/2006/main">
              <a:ext uri="{FF2B5EF4-FFF2-40B4-BE49-F238E27FC236}">
                <a16:creationId xmlns:a16="http://schemas.microsoft.com/office/drawing/2014/main" id="{4347C020-FFD1-4899-898A-7E3F5FD621E7}"/>
              </a:ext>
            </a:extLst>
          </p:cNvPr>
          <p:cNvSpPr>
            <a:spLocks xmlns:a="http://schemas.openxmlformats.org/drawingml/2006/main" noGrp="1"/>
          </p:cNvSpPr>
          <p:nvPr/>
        </p:nvSpPr>
        <p:spPr>
          <a:xfrm xmlns:a="http://schemas.openxmlformats.org/drawingml/2006/main">
            <a:off x="609600" y="4924425"/>
            <a:ext cx="109728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650" b="0">
                <a:solidFill>
                  <a:srgbClr val="10243A"/>
                </a:solidFill>
                <a:latin typeface="Noto Sans KR"/>
                <a:ea typeface="Noto Sans KR"/>
                <a:cs typeface="Noto Sans KR"/>
              </a:defRPr>
            </a:pPr>
            <a:r>
              <a:rPr sz="1650" b="0">
                <a:solidFill>
                  <a:srgbClr val="10243A"/>
                </a:solidFill>
                <a:latin typeface="Noto Sans KR"/>
                <a:ea typeface="Noto Sans KR"/>
                <a:cs typeface="Noto Sans KR"/>
              </a:rPr>
              <a:t>180초 안에 준비 완료 · 남는 시간 174.881초 · 선배치 추가 대기 0초</a:t>
            </a:r>
          </a:p>
        </p:txBody>
      </p:sp>
      <p:sp>
        <p:nvSpPr>
          <p:cNvPr id="10" name="">
            <a:extLst xmlns:a="http://schemas.openxmlformats.org/drawingml/2006/main">
              <a:ext uri="{FF2B5EF4-FFF2-40B4-BE49-F238E27FC236}">
                <a16:creationId xmlns:a16="http://schemas.microsoft.com/office/drawing/2014/main" id="{9BABFA46-152D-4DE0-859A-F0F73ACC32A2}"/>
              </a:ext>
            </a:extLst>
          </p:cNvPr>
          <p:cNvSpPr>
            <a:spLocks xmlns:a="http://schemas.openxmlformats.org/drawingml/2006/main" noGrp="1"/>
          </p:cNvSpPr>
          <p:nvPr/>
        </p:nvSpPr>
        <p:spPr>
          <a:xfrm xmlns:a="http://schemas.openxmlformats.org/drawingml/2006/main">
            <a:off x="419100" y="5410200"/>
            <a:ext cx="113538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800" b="1">
                <a:solidFill>
                  <a:srgbClr val="10243A"/>
                </a:solidFill>
                <a:latin typeface="Noto Sans KR"/>
                <a:ea typeface="Noto Sans KR"/>
                <a:cs typeface="Noto Sans KR"/>
              </a:defRPr>
            </a:pPr>
            <a:r>
              <a:rPr sz="1800" b="1">
                <a:solidFill>
                  <a:srgbClr val="10243A"/>
                </a:solidFill>
                <a:latin typeface="Noto Sans KR"/>
                <a:ea typeface="Noto Sans KR"/>
                <a:cs typeface="Noto Sans KR"/>
              </a:rPr>
              <a:t>다음 위치 = 스캐너 중심이 아니라, 다음 촬영 선정점의 실제 X좌표</a:t>
            </a:r>
          </a:p>
        </p:txBody>
      </p:sp>
      <p:sp>
        <p:nvSpPr>
          <p:cNvPr id="11" name="">
            <a:extLst xmlns:a="http://schemas.openxmlformats.org/drawingml/2006/main">
              <a:ext uri="{FF2B5EF4-FFF2-40B4-BE49-F238E27FC236}">
                <a16:creationId xmlns:a16="http://schemas.microsoft.com/office/drawing/2014/main" id="{F0E5B887-0D27-4825-AD10-6B89304C64EC}"/>
              </a:ext>
            </a:extLst>
          </p:cNvPr>
          <p:cNvSpPr>
            <a:spLocks xmlns:a="http://schemas.openxmlformats.org/drawingml/2006/main" noGrp="1"/>
          </p:cNvSpPr>
          <p:nvPr/>
        </p:nvSpPr>
        <p:spPr>
          <a:xfrm xmlns:a="http://schemas.openxmlformats.org/drawingml/2006/main">
            <a:off x="419100" y="5838825"/>
            <a:ext cx="113538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575" b="0">
                <a:solidFill>
                  <a:srgbClr val="5D6E80"/>
                </a:solidFill>
                <a:latin typeface="Noto Sans KR"/>
                <a:ea typeface="Noto Sans KR"/>
                <a:cs typeface="Noto Sans KR"/>
              </a:defRPr>
            </a:pPr>
            <a:r>
              <a:rPr sz="1575" b="0">
                <a:solidFill>
                  <a:srgbClr val="5D6E80"/>
                </a:solidFill>
                <a:latin typeface="Noto Sans KR"/>
                <a:ea typeface="Noto Sans KR"/>
                <a:cs typeface="Noto Sans KR"/>
              </a:rPr>
              <a:t>H02 셀 내 Y11.475mm 선택: H01→H02 2.108초 / H02→H03 1.892초</a:t>
            </a:r>
          </a:p>
        </p:txBody>
      </p:sp>
    </p:spTree>
    <p:extLst>
      <p:ext uri="{BB962C8B-B14F-4D97-AF65-F5344CB8AC3E}">
        <p14:creationId xmlns:p14="http://schemas.microsoft.com/office/powerpoint/2010/main" val="2009695119"/>
      </p:ext>
    </p:extLst>
  </p:cSld>
</p:sld>
</file>

<file path=ppt/slides/slide3.xml><?xml version="1.0" encoding="utf-8"?>
<p:sld xmlns:p="http://schemas.openxmlformats.org/presentationml/2006/main">
  <p:cSld>
    <p:bg>
      <p:bgPr>
        <a:solidFill xmlns:a="http://schemas.openxmlformats.org/drawingml/2006/main">
          <a:srgbClr val="F3F6FA"/>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760EF91C-0EDC-42A1-BBD2-E519B99EF396}"/>
              </a:ext>
            </a:extLst>
          </p:cNvPr>
          <p:cNvSpPr>
            <a:spLocks xmlns:a="http://schemas.openxmlformats.org/drawingml/2006/main" noGrp="1"/>
          </p:cNvSpPr>
          <p:nvPr/>
        </p:nvSpPr>
        <p:spPr>
          <a:xfrm xmlns:a="http://schemas.openxmlformats.org/drawingml/2006/main">
            <a:off x="0" y="0"/>
            <a:ext cx="12191999" cy="1009650"/>
          </a:xfrm>
          <a:prstGeom xmlns:a="http://schemas.openxmlformats.org/drawingml/2006/main" prst="rect">
            <a:avLst/>
          </a:prstGeom>
          <a:solidFill xmlns:a="http://schemas.openxmlformats.org/drawingml/2006/main">
            <a:srgbClr val="10243A"/>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0F6B68B6-DCFC-4A39-9781-5476F109BDD3}"/>
              </a:ext>
            </a:extLst>
          </p:cNvPr>
          <p:cNvSpPr>
            <a:spLocks xmlns:a="http://schemas.openxmlformats.org/drawingml/2006/main" noGrp="1"/>
          </p:cNvSpPr>
          <p:nvPr/>
        </p:nvSpPr>
        <p:spPr>
          <a:xfrm xmlns:a="http://schemas.openxmlformats.org/drawingml/2006/main">
            <a:off x="409575" y="142875"/>
            <a:ext cx="1133475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700" b="1">
                <a:solidFill>
                  <a:srgbClr val="FFFFFF"/>
                </a:solidFill>
                <a:latin typeface="Noto Sans KR"/>
                <a:ea typeface="Noto Sans KR"/>
                <a:cs typeface="Noto Sans KR"/>
              </a:defRPr>
            </a:pPr>
            <a:r>
              <a:rPr sz="2700" b="1">
                <a:solidFill>
                  <a:srgbClr val="FFFFFF"/>
                </a:solidFill>
                <a:latin typeface="Noto Sans KR"/>
                <a:ea typeface="Noto Sans KR"/>
                <a:cs typeface="Noto Sans KR"/>
              </a:rPr>
              <a:t>Cell 간격 230mm에서는 Stroke 2707mm부터 통과합니다</a:t>
            </a:r>
          </a:p>
        </p:txBody>
      </p:sp>
      <p:sp>
        <p:nvSpPr>
          <p:cNvPr id="3" name="">
            <a:extLst xmlns:a="http://schemas.openxmlformats.org/drawingml/2006/main">
              <a:ext uri="{FF2B5EF4-FFF2-40B4-BE49-F238E27FC236}">
                <a16:creationId xmlns:a16="http://schemas.microsoft.com/office/drawing/2014/main" id="{38AA2360-73EC-4C48-B24D-13AF9FB85908}"/>
              </a:ext>
            </a:extLst>
          </p:cNvPr>
          <p:cNvSpPr>
            <a:spLocks xmlns:a="http://schemas.openxmlformats.org/drawingml/2006/main" noGrp="1"/>
          </p:cNvSpPr>
          <p:nvPr/>
        </p:nvSpPr>
        <p:spPr>
          <a:xfrm xmlns:a="http://schemas.openxmlformats.org/drawingml/2006/main">
            <a:off x="419100" y="666750"/>
            <a:ext cx="11334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125" b="0">
                <a:solidFill>
                  <a:srgbClr val="CFE2F4"/>
                </a:solidFill>
                <a:latin typeface="Noto Sans KR"/>
                <a:ea typeface="Noto Sans KR"/>
                <a:cs typeface="Noto Sans KR"/>
              </a:defRPr>
            </a:pPr>
            <a:r>
              <a:rPr sz="1125" b="0">
                <a:solidFill>
                  <a:srgbClr val="CFE2F4"/>
                </a:solidFill>
                <a:latin typeface="Noto Sans KR"/>
                <a:ea typeface="Noto Sans KR"/>
                <a:cs typeface="Noto Sans KR"/>
              </a:rPr>
              <a:t>게이지의 녹색 구간과 자동 조정안은 다른 입력을 고정한 조건에서 계산</a:t>
            </a:r>
          </a:p>
        </p:txBody>
      </p:sp>
      <p:sp>
        <p:nvSpPr>
          <p:cNvPr id="4" name="">
            <a:extLst xmlns:a="http://schemas.openxmlformats.org/drawingml/2006/main">
              <a:ext uri="{FF2B5EF4-FFF2-40B4-BE49-F238E27FC236}">
                <a16:creationId xmlns:a16="http://schemas.microsoft.com/office/drawing/2014/main" id="{CA73F733-ACD4-4591-8D61-3A5F816C3883}"/>
              </a:ext>
            </a:extLst>
          </p:cNvPr>
          <p:cNvSpPr>
            <a:spLocks xmlns:a="http://schemas.openxmlformats.org/drawingml/2006/main" noGrp="1"/>
          </p:cNvSpPr>
          <p:nvPr/>
        </p:nvSpPr>
        <p:spPr>
          <a:xfrm xmlns:a="http://schemas.openxmlformats.org/drawingml/2006/main">
            <a:off x="409575" y="6467475"/>
            <a:ext cx="10953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975" b="0">
                <a:solidFill>
                  <a:srgbClr val="5D6E80"/>
                </a:solidFill>
                <a:latin typeface="Noto Sans KR"/>
                <a:ea typeface="Noto Sans KR"/>
                <a:cs typeface="Noto Sans KR"/>
              </a:defRPr>
            </a:pPr>
            <a:r>
              <a:rPr sz="975" b="0">
                <a:solidFill>
                  <a:srgbClr val="5D6E80"/>
                </a:solidFill>
                <a:latin typeface="Noto Sans KR"/>
                <a:ea typeface="Noto Sans KR"/>
                <a:cs typeface="Noto Sans KR"/>
              </a:rPr>
              <a:t>A3 Laser Driller · </a:t>
            </a:r>
            <a:r>
              <a:rPr sz="975" b="0">
                <a:solidFill>
                  <a:srgbClr val="5D6E80"/>
                </a:solidFill>
                <a:latin typeface="Noto Sans KR"/>
                <a:ea typeface="Noto Sans KR"/>
                <a:cs typeface="Noto Sans KR"/>
              </a:rPr>
              <a:t>2026-10-08</a:t>
            </a:r>
            <a:r>
              <a:rPr sz="975" b="0">
                <a:solidFill>
                  <a:srgbClr val="5D6E80"/>
                </a:solidFill>
                <a:latin typeface="Noto Sans KR"/>
                <a:ea typeface="Noto Sans KR"/>
                <a:cs typeface="Noto Sans KR"/>
              </a:rPr>
              <a:t> · 명목 이동 계산 / XReady·실제 ReviewDone 확인</a:t>
            </a:r>
          </a:p>
        </p:txBody>
      </p:sp>
      <p:sp>
        <p:nvSpPr>
          <p:cNvPr id="5" name="">
            <a:extLst xmlns:a="http://schemas.openxmlformats.org/drawingml/2006/main">
              <a:ext uri="{FF2B5EF4-FFF2-40B4-BE49-F238E27FC236}">
                <a16:creationId xmlns:a16="http://schemas.microsoft.com/office/drawing/2014/main" id="{B9CD7BBD-67E4-48A2-BB7A-7E2932E441A3}"/>
              </a:ext>
            </a:extLst>
          </p:cNvPr>
          <p:cNvSpPr>
            <a:spLocks xmlns:a="http://schemas.openxmlformats.org/drawingml/2006/main" noGrp="1"/>
          </p:cNvSpPr>
          <p:nvPr/>
        </p:nvSpPr>
        <p:spPr>
          <a:xfrm xmlns:a="http://schemas.openxmlformats.org/drawingml/2006/main">
            <a:off x="11401425" y="6438900"/>
            <a:ext cx="381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1200" b="0">
                <a:solidFill>
                  <a:srgbClr val="5D6E80"/>
                </a:solidFill>
                <a:latin typeface="Noto Sans KR"/>
                <a:ea typeface="Noto Sans KR"/>
                <a:cs typeface="Noto Sans KR"/>
              </a:defRPr>
            </a:pPr>
            <a:r>
              <a:rPr sz="1200" b="0">
                <a:solidFill>
                  <a:srgbClr val="5D6E80"/>
                </a:solidFill>
                <a:latin typeface="Noto Sans KR"/>
                <a:ea typeface="Noto Sans KR"/>
                <a:cs typeface="Noto Sans KR"/>
              </a:rPr>
              <a:t>3/3</a:t>
            </a:r>
          </a:p>
        </p:txBody>
      </p:sp>
      <p:graphicFrame>
        <p:nvGraphicFramePr>
          <p:cNvPr id="19" name=""/>
          <p:cNvGraphicFramePr/>
          <p:nvPr/>
        </p:nvGraphicFramePr>
        <p:xfrm>
          <a:off xmlns:a="http://schemas.openxmlformats.org/drawingml/2006/main" x="419100" y="1381125"/>
          <a:ext xmlns:a="http://schemas.openxmlformats.org/drawingml/2006/main" cx="11353800" cy="2714625"/>
        </p:xfrm>
        <a:graphic xmlns:a="http://schemas.openxmlformats.org/drawingml/2006/main">
          <a:graphicData uri="http://schemas.openxmlformats.org/drawingml/2006/table">
            <a:tbl>
              <a:tblPr/>
              <a:tblGrid>
                <a:gridCol w="1809750"/>
                <a:gridCol w="3714750"/>
                <a:gridCol w="2952750"/>
                <a:gridCol w="2876550"/>
              </a:tblGrid>
              <a:tr h="542925">
                <a:tc>
                  <a:txBody>
                    <a:bodyPr lIns="114300" tIns="76200" rIns="76200" bIns="76200">
                      <a:noAutofit/>
                    </a:bodyPr>
                    <a:lstStyle/>
                    <a:p>
                      <a:pPr algn="l">
                        <a:buNone/>
                      </a:pPr>
                      <a:r>
                        <a:rPr sz="1500" b="1">
                          <a:solidFill>
                            <a:srgbClr val="FFFFFF"/>
                          </a:solidFill>
                          <a:latin typeface="Noto Sans KR"/>
                          <a:ea typeface="Noto Sans KR"/>
                          <a:cs typeface="Noto Sans KR"/>
                        </a:rPr>
                        <a:t>조건</a:t>
                      </a:r>
                    </a:p>
                  </a:txBody>
                  <a:tcPr marL="91440" marR="91440" marT="45720" marB="45720" anchor="ctr">
                    <a:solidFill>
                      <a:srgbClr val="10243A"/>
                    </a:solidFill>
                  </a:tcPr>
                </a:tc>
                <a:tc>
                  <a:txBody>
                    <a:bodyPr lIns="114300" tIns="76200" rIns="76200" bIns="76200">
                      <a:noAutofit/>
                    </a:bodyPr>
                    <a:lstStyle/>
                    <a:p>
                      <a:pPr algn="l">
                        <a:buNone/>
                      </a:pPr>
                      <a:r>
                        <a:rPr sz="1500" b="1">
                          <a:solidFill>
                            <a:srgbClr val="FFFFFF"/>
                          </a:solidFill>
                          <a:latin typeface="Noto Sans KR"/>
                          <a:ea typeface="Noto Sans KR"/>
                          <a:cs typeface="Noto Sans KR"/>
                        </a:rPr>
                        <a:t>변경값</a:t>
                      </a:r>
                    </a:p>
                  </a:txBody>
                  <a:tcPr marL="91440" marR="91440" marT="45720" marB="45720" anchor="ctr">
                    <a:solidFill>
                      <a:srgbClr val="10243A"/>
                    </a:solidFill>
                  </a:tcPr>
                </a:tc>
                <a:tc>
                  <a:txBody>
                    <a:bodyPr lIns="114300" tIns="76200" rIns="76200" bIns="76200">
                      <a:noAutofit/>
                    </a:bodyPr>
                    <a:lstStyle/>
                    <a:p>
                      <a:pPr algn="l">
                        <a:buNone/>
                      </a:pPr>
                      <a:r>
                        <a:rPr sz="1500" b="1">
                          <a:solidFill>
                            <a:srgbClr val="FFFFFF"/>
                          </a:solidFill>
                          <a:latin typeface="Noto Sans KR"/>
                          <a:ea typeface="Noto Sans KR"/>
                          <a:cs typeface="Noto Sans KR"/>
                        </a:rPr>
                        <a:t>필요 최소 Stroke</a:t>
                      </a:r>
                    </a:p>
                  </a:txBody>
                  <a:tcPr marL="91440" marR="91440" marT="45720" marB="45720" anchor="ctr">
                    <a:solidFill>
                      <a:srgbClr val="10243A"/>
                    </a:solidFill>
                  </a:tcPr>
                </a:tc>
                <a:tc>
                  <a:txBody>
                    <a:bodyPr lIns="114300" tIns="76200" rIns="76200" bIns="76200">
                      <a:noAutofit/>
                    </a:bodyPr>
                    <a:lstStyle/>
                    <a:p>
                      <a:pPr algn="l">
                        <a:buNone/>
                      </a:pPr>
                      <a:r>
                        <a:rPr sz="1500" b="1">
                          <a:solidFill>
                            <a:srgbClr val="FFFFFF"/>
                          </a:solidFill>
                          <a:latin typeface="Noto Sans KR"/>
                          <a:ea typeface="Noto Sans KR"/>
                          <a:cs typeface="Noto Sans KR"/>
                        </a:rPr>
                        <a:t>판정</a:t>
                      </a:r>
                    </a:p>
                  </a:txBody>
                  <a:tcPr marL="91440" marR="91440" marT="45720" marB="45720" anchor="ctr">
                    <a:solidFill>
                      <a:srgbClr val="10243A"/>
                    </a:solidFill>
                  </a:tcPr>
                </a:tc>
              </a:tr>
              <a:tr h="542925">
                <a:tc>
                  <a:txBody>
                    <a:bodyPr lIns="114300" tIns="76200" rIns="76200" bIns="76200">
                      <a:noAutofit/>
                    </a:bodyPr>
                    <a:lstStyle/>
                    <a:p>
                      <a:pPr algn="l">
                        <a:buNone/>
                      </a:pPr>
                      <a:r>
                        <a:rPr sz="1650" b="0">
                          <a:solidFill>
                            <a:srgbClr val="10243A"/>
                          </a:solidFill>
                          <a:latin typeface="Noto Sans KR"/>
                          <a:ea typeface="Noto Sans KR"/>
                          <a:cs typeface="Noto Sans KR"/>
                        </a:rPr>
                        <a:t>현재</a:t>
                      </a:r>
                    </a:p>
                  </a:txBody>
                  <a:tcPr marL="91440" marR="91440" marT="45720" marB="45720" anchor="ctr">
                    <a:solidFill>
                      <a:srgbClr val="FFFFFF"/>
                    </a:solidFill>
                  </a:tcPr>
                </a:tc>
                <a:tc>
                  <a:txBody>
                    <a:bodyPr lIns="114300" tIns="76200" rIns="76200" bIns="76200">
                      <a:noAutofit/>
                    </a:bodyPr>
                    <a:lstStyle/>
                    <a:p>
                      <a:pPr algn="l">
                        <a:buNone/>
                      </a:pPr>
                      <a:r>
                        <a:rPr sz="1650" b="0">
                          <a:solidFill>
                            <a:srgbClr val="10243A"/>
                          </a:solidFill>
                          <a:latin typeface="Noto Sans KR"/>
                          <a:ea typeface="Noto Sans KR"/>
                          <a:cs typeface="Noto Sans KR"/>
                        </a:rPr>
                        <a:t>Cell간격230 / Stroke2700</a:t>
                      </a:r>
                    </a:p>
                  </a:txBody>
                  <a:tcPr marL="91440" marR="91440" marT="45720" marB="45720" anchor="ctr">
                    <a:solidFill>
                      <a:srgbClr val="FFFFFF"/>
                    </a:solidFill>
                  </a:tcPr>
                </a:tc>
                <a:tc>
                  <a:txBody>
                    <a:bodyPr lIns="114300" tIns="76200" rIns="76200" bIns="76200">
                      <a:noAutofit/>
                    </a:bodyPr>
                    <a:lstStyle/>
                    <a:p>
                      <a:pPr algn="l">
                        <a:buNone/>
                      </a:pPr>
                      <a:r>
                        <a:rPr sz="1650" b="0">
                          <a:solidFill>
                            <a:srgbClr val="10243A"/>
                          </a:solidFill>
                          <a:latin typeface="Noto Sans KR"/>
                          <a:ea typeface="Noto Sans KR"/>
                          <a:cs typeface="Noto Sans KR"/>
                        </a:rPr>
                        <a:t>2706.509mm</a:t>
                      </a:r>
                    </a:p>
                  </a:txBody>
                  <a:tcPr marL="91440" marR="91440" marT="45720" marB="45720" anchor="ctr">
                    <a:solidFill>
                      <a:srgbClr val="FFFFFF"/>
                    </a:solidFill>
                  </a:tcPr>
                </a:tc>
                <a:tc>
                  <a:txBody>
                    <a:bodyPr lIns="114300" tIns="76200" rIns="76200" bIns="76200">
                      <a:noAutofit/>
                    </a:bodyPr>
                    <a:lstStyle/>
                    <a:p>
                      <a:pPr algn="l">
                        <a:buNone/>
                      </a:pPr>
                      <a:r>
                        <a:rPr sz="1650" b="0">
                          <a:solidFill>
                            <a:srgbClr val="10243A"/>
                          </a:solidFill>
                          <a:latin typeface="Noto Sans KR"/>
                          <a:ea typeface="Noto Sans KR"/>
                          <a:cs typeface="Noto Sans KR"/>
                        </a:rPr>
                        <a:t>불가</a:t>
                      </a:r>
                    </a:p>
                  </a:txBody>
                  <a:tcPr marL="91440" marR="91440" marT="45720" marB="45720" anchor="ctr">
                    <a:solidFill>
                      <a:srgbClr val="FFFFFF"/>
                    </a:solidFill>
                  </a:tcPr>
                </a:tc>
              </a:tr>
              <a:tr h="542925">
                <a:tc>
                  <a:txBody>
                    <a:bodyPr lIns="114300" tIns="76200" rIns="76200" bIns="76200">
                      <a:noAutofit/>
                    </a:bodyPr>
                    <a:lstStyle/>
                    <a:p>
                      <a:pPr algn="l">
                        <a:buNone/>
                      </a:pPr>
                      <a:r>
                        <a:rPr sz="1650" b="0">
                          <a:solidFill>
                            <a:srgbClr val="10243A"/>
                          </a:solidFill>
                          <a:latin typeface="Noto Sans KR"/>
                          <a:ea typeface="Noto Sans KR"/>
                          <a:cs typeface="Noto Sans KR"/>
                        </a:rPr>
                        <a:t>Stroke 증가</a:t>
                      </a:r>
                    </a:p>
                  </a:txBody>
                  <a:tcPr marL="91440" marR="91440" marT="45720" marB="45720" anchor="ctr">
                    <a:solidFill>
                      <a:srgbClr val="EEF7F8"/>
                    </a:solidFill>
                  </a:tcPr>
                </a:tc>
                <a:tc>
                  <a:txBody>
                    <a:bodyPr lIns="114300" tIns="76200" rIns="76200" bIns="76200">
                      <a:noAutofit/>
                    </a:bodyPr>
                    <a:lstStyle/>
                    <a:p>
                      <a:pPr algn="l">
                        <a:buNone/>
                      </a:pPr>
                      <a:r>
                        <a:rPr sz="1650" b="0">
                          <a:solidFill>
                            <a:srgbClr val="10243A"/>
                          </a:solidFill>
                          <a:latin typeface="Noto Sans KR"/>
                          <a:ea typeface="Noto Sans KR"/>
                          <a:cs typeface="Noto Sans KR"/>
                        </a:rPr>
                        <a:t>Stroke 2707mm</a:t>
                      </a:r>
                    </a:p>
                  </a:txBody>
                  <a:tcPr marL="91440" marR="91440" marT="45720" marB="45720" anchor="ctr">
                    <a:solidFill>
                      <a:srgbClr val="EEF7F8"/>
                    </a:solidFill>
                  </a:tcPr>
                </a:tc>
                <a:tc>
                  <a:txBody>
                    <a:bodyPr lIns="114300" tIns="76200" rIns="76200" bIns="76200">
                      <a:noAutofit/>
                    </a:bodyPr>
                    <a:lstStyle/>
                    <a:p>
                      <a:pPr algn="l">
                        <a:buNone/>
                      </a:pPr>
                      <a:r>
                        <a:rPr sz="1650" b="0">
                          <a:solidFill>
                            <a:srgbClr val="10243A"/>
                          </a:solidFill>
                          <a:latin typeface="Noto Sans KR"/>
                          <a:ea typeface="Noto Sans KR"/>
                          <a:cs typeface="Noto Sans KR"/>
                        </a:rPr>
                        <a:t>2706.509mm</a:t>
                      </a:r>
                    </a:p>
                  </a:txBody>
                  <a:tcPr marL="91440" marR="91440" marT="45720" marB="45720" anchor="ctr">
                    <a:solidFill>
                      <a:srgbClr val="EEF7F8"/>
                    </a:solidFill>
                  </a:tcPr>
                </a:tc>
                <a:tc>
                  <a:txBody>
                    <a:bodyPr lIns="114300" tIns="76200" rIns="76200" bIns="76200">
                      <a:noAutofit/>
                    </a:bodyPr>
                    <a:lstStyle/>
                    <a:p>
                      <a:pPr algn="l">
                        <a:buNone/>
                      </a:pPr>
                      <a:r>
                        <a:rPr sz="1650" b="0">
                          <a:solidFill>
                            <a:srgbClr val="10243A"/>
                          </a:solidFill>
                          <a:latin typeface="Noto Sans KR"/>
                          <a:ea typeface="Noto Sans KR"/>
                          <a:cs typeface="Noto Sans KR"/>
                        </a:rPr>
                        <a:t>통과</a:t>
                      </a:r>
                    </a:p>
                  </a:txBody>
                  <a:tcPr marL="91440" marR="91440" marT="45720" marB="45720" anchor="ctr">
                    <a:solidFill>
                      <a:srgbClr val="EEF7F8"/>
                    </a:solidFill>
                  </a:tcPr>
                </a:tc>
              </a:tr>
              <a:tr h="542925">
                <a:tc>
                  <a:txBody>
                    <a:bodyPr lIns="114300" tIns="76200" rIns="76200" bIns="76200">
                      <a:noAutofit/>
                    </a:bodyPr>
                    <a:lstStyle/>
                    <a:p>
                      <a:pPr algn="l">
                        <a:buNone/>
                      </a:pPr>
                      <a:r>
                        <a:rPr sz="1650" b="0">
                          <a:solidFill>
                            <a:srgbClr val="10243A"/>
                          </a:solidFill>
                          <a:latin typeface="Noto Sans KR"/>
                          <a:ea typeface="Noto Sans KR"/>
                          <a:cs typeface="Noto Sans KR"/>
                        </a:rPr>
                        <a:t>Cell 간격 감소</a:t>
                      </a:r>
                    </a:p>
                  </a:txBody>
                  <a:tcPr marL="91440" marR="91440" marT="45720" marB="45720" anchor="ctr">
                    <a:solidFill>
                      <a:srgbClr val="FFFFFF"/>
                    </a:solidFill>
                  </a:tcPr>
                </a:tc>
                <a:tc>
                  <a:txBody>
                    <a:bodyPr lIns="114300" tIns="76200" rIns="76200" bIns="76200">
                      <a:noAutofit/>
                    </a:bodyPr>
                    <a:lstStyle/>
                    <a:p>
                      <a:pPr algn="l">
                        <a:buNone/>
                      </a:pPr>
                      <a:r>
                        <a:rPr sz="1650" b="0">
                          <a:solidFill>
                            <a:srgbClr val="10243A"/>
                          </a:solidFill>
                          <a:latin typeface="Noto Sans KR"/>
                          <a:ea typeface="Noto Sans KR"/>
                          <a:cs typeface="Noto Sans KR"/>
                        </a:rPr>
                        <a:t>Cell간격 227mm</a:t>
                      </a:r>
                    </a:p>
                  </a:txBody>
                  <a:tcPr marL="91440" marR="91440" marT="45720" marB="45720" anchor="ctr">
                    <a:solidFill>
                      <a:srgbClr val="FFFFFF"/>
                    </a:solidFill>
                  </a:tcPr>
                </a:tc>
                <a:tc>
                  <a:txBody>
                    <a:bodyPr lIns="114300" tIns="76200" rIns="76200" bIns="76200">
                      <a:noAutofit/>
                    </a:bodyPr>
                    <a:lstStyle/>
                    <a:p>
                      <a:pPr algn="l">
                        <a:buNone/>
                      </a:pPr>
                      <a:r>
                        <a:rPr sz="1650" b="0">
                          <a:solidFill>
                            <a:srgbClr val="10243A"/>
                          </a:solidFill>
                          <a:latin typeface="Noto Sans KR"/>
                          <a:ea typeface="Noto Sans KR"/>
                          <a:cs typeface="Noto Sans KR"/>
                        </a:rPr>
                        <a:t>2697.509mm</a:t>
                      </a:r>
                    </a:p>
                  </a:txBody>
                  <a:tcPr marL="91440" marR="91440" marT="45720" marB="45720" anchor="ctr">
                    <a:solidFill>
                      <a:srgbClr val="FFFFFF"/>
                    </a:solidFill>
                  </a:tcPr>
                </a:tc>
                <a:tc>
                  <a:txBody>
                    <a:bodyPr lIns="114300" tIns="76200" rIns="76200" bIns="76200">
                      <a:noAutofit/>
                    </a:bodyPr>
                    <a:lstStyle/>
                    <a:p>
                      <a:pPr algn="l">
                        <a:buNone/>
                      </a:pPr>
                      <a:r>
                        <a:rPr sz="1650" b="0">
                          <a:solidFill>
                            <a:srgbClr val="10243A"/>
                          </a:solidFill>
                          <a:latin typeface="Noto Sans KR"/>
                          <a:ea typeface="Noto Sans KR"/>
                          <a:cs typeface="Noto Sans KR"/>
                        </a:rPr>
                        <a:t>통과</a:t>
                      </a:r>
                    </a:p>
                  </a:txBody>
                  <a:tcPr marL="91440" marR="91440" marT="45720" marB="45720" anchor="ctr">
                    <a:solidFill>
                      <a:srgbClr val="FFFFFF"/>
                    </a:solidFill>
                  </a:tcPr>
                </a:tc>
              </a:tr>
              <a:tr h="542925">
                <a:tc>
                  <a:txBody>
                    <a:bodyPr lIns="114300" tIns="76200" rIns="76200" bIns="76200">
                      <a:noAutofit/>
                    </a:bodyPr>
                    <a:lstStyle/>
                    <a:p>
                      <a:pPr algn="l">
                        <a:buNone/>
                      </a:pPr>
                      <a:r>
                        <a:rPr sz="1650" b="0">
                          <a:solidFill>
                            <a:srgbClr val="10243A"/>
                          </a:solidFill>
                          <a:latin typeface="Noto Sans KR"/>
                          <a:ea typeface="Noto Sans KR"/>
                          <a:cs typeface="Noto Sans KR"/>
                        </a:rPr>
                        <a:t>Y 감속도 증가</a:t>
                      </a:r>
                    </a:p>
                  </a:txBody>
                  <a:tcPr marL="91440" marR="91440" marT="45720" marB="45720" anchor="ctr">
                    <a:solidFill>
                      <a:srgbClr val="EEF7F8"/>
                    </a:solidFill>
                  </a:tcPr>
                </a:tc>
                <a:tc>
                  <a:txBody>
                    <a:bodyPr lIns="114300" tIns="76200" rIns="76200" bIns="76200">
                      <a:noAutofit/>
                    </a:bodyPr>
                    <a:lstStyle/>
                    <a:p>
                      <a:pPr algn="l">
                        <a:buNone/>
                      </a:pPr>
                      <a:r>
                        <a:rPr sz="1650" b="0">
                          <a:solidFill>
                            <a:srgbClr val="10243A"/>
                          </a:solidFill>
                          <a:latin typeface="Noto Sans KR"/>
                          <a:ea typeface="Noto Sans KR"/>
                          <a:cs typeface="Noto Sans KR"/>
                        </a:rPr>
                        <a:t>Y감속 190mm/s²</a:t>
                      </a:r>
                    </a:p>
                  </a:txBody>
                  <a:tcPr marL="91440" marR="91440" marT="45720" marB="45720" anchor="ctr">
                    <a:solidFill>
                      <a:srgbClr val="EEF7F8"/>
                    </a:solidFill>
                  </a:tcPr>
                </a:tc>
                <a:tc>
                  <a:txBody>
                    <a:bodyPr lIns="114300" tIns="76200" rIns="76200" bIns="76200">
                      <a:noAutofit/>
                    </a:bodyPr>
                    <a:lstStyle/>
                    <a:p>
                      <a:pPr algn="l">
                        <a:buNone/>
                      </a:pPr>
                      <a:r>
                        <a:rPr sz="1650" b="0">
                          <a:solidFill>
                            <a:srgbClr val="10243A"/>
                          </a:solidFill>
                          <a:latin typeface="Noto Sans KR"/>
                          <a:ea typeface="Noto Sans KR"/>
                          <a:cs typeface="Noto Sans KR"/>
                        </a:rPr>
                        <a:t>2699.492mm</a:t>
                      </a:r>
                    </a:p>
                  </a:txBody>
                  <a:tcPr marL="91440" marR="91440" marT="45720" marB="45720" anchor="ctr">
                    <a:solidFill>
                      <a:srgbClr val="EEF7F8"/>
                    </a:solidFill>
                  </a:tcPr>
                </a:tc>
                <a:tc>
                  <a:txBody>
                    <a:bodyPr lIns="114300" tIns="76200" rIns="76200" bIns="76200">
                      <a:noAutofit/>
                    </a:bodyPr>
                    <a:lstStyle/>
                    <a:p>
                      <a:pPr algn="l">
                        <a:buNone/>
                      </a:pPr>
                      <a:r>
                        <a:rPr sz="1650" b="0">
                          <a:solidFill>
                            <a:srgbClr val="10243A"/>
                          </a:solidFill>
                          <a:latin typeface="Noto Sans KR"/>
                          <a:ea typeface="Noto Sans KR"/>
                          <a:cs typeface="Noto Sans KR"/>
                        </a:rPr>
                        <a:t>통과</a:t>
                      </a:r>
                    </a:p>
                  </a:txBody>
                  <a:tcPr marL="91440" marR="91440" marT="45720" marB="45720" anchor="ctr">
                    <a:solidFill>
                      <a:srgbClr val="EEF7F8"/>
                    </a:solidFill>
                  </a:tcPr>
                </a:tc>
              </a:tr>
            </a:tbl>
          </a:graphicData>
        </a:graphic>
      </p:graphicFrame>
      <p:sp>
        <p:nvSpPr>
          <p:cNvPr id="7" name="">
            <a:extLst xmlns:a="http://schemas.openxmlformats.org/drawingml/2006/main">
              <a:ext uri="{FF2B5EF4-FFF2-40B4-BE49-F238E27FC236}">
                <a16:creationId xmlns:a16="http://schemas.microsoft.com/office/drawing/2014/main" id="{04564A0D-7CE2-4CA8-B530-77B33BB750BC}"/>
              </a:ext>
            </a:extLst>
          </p:cNvPr>
          <p:cNvSpPr>
            <a:spLocks xmlns:a="http://schemas.openxmlformats.org/drawingml/2006/main" noGrp="1"/>
          </p:cNvSpPr>
          <p:nvPr/>
        </p:nvSpPr>
        <p:spPr>
          <a:xfrm xmlns:a="http://schemas.openxmlformats.org/drawingml/2006/main">
            <a:off x="419100" y="4343400"/>
            <a:ext cx="11353800" cy="781050"/>
          </a:xfrm>
          <a:prstGeom xmlns:a="http://schemas.openxmlformats.org/drawingml/2006/main" prst="rect">
            <a:avLst/>
          </a:prstGeom>
          <a:solidFill xmlns:a="http://schemas.openxmlformats.org/drawingml/2006/main">
            <a:srgbClr val="DEF4F1"/>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39A6D072-2D66-464D-8D4C-828B37B05942}"/>
              </a:ext>
            </a:extLst>
          </p:cNvPr>
          <p:cNvSpPr>
            <a:spLocks xmlns:a="http://schemas.openxmlformats.org/drawingml/2006/main" noGrp="1"/>
          </p:cNvSpPr>
          <p:nvPr/>
        </p:nvSpPr>
        <p:spPr>
          <a:xfrm xmlns:a="http://schemas.openxmlformats.org/drawingml/2006/main">
            <a:off x="609600" y="4476750"/>
            <a:ext cx="109728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025" b="1">
                <a:solidFill>
                  <a:srgbClr val="0F805B"/>
                </a:solidFill>
                <a:latin typeface="Noto Sans KR"/>
                <a:ea typeface="Noto Sans KR"/>
                <a:cs typeface="Noto Sans KR"/>
              </a:defRPr>
            </a:pPr>
            <a:r>
              <a:rPr sz="2025" b="1">
                <a:solidFill>
                  <a:srgbClr val="0F805B"/>
                </a:solidFill>
                <a:latin typeface="Noto Sans KR"/>
                <a:ea typeface="Noto Sans KR"/>
                <a:cs typeface="Noto Sans KR"/>
              </a:rPr>
              <a:t>현재 부족량 6.509mm · 게이지 적용값 2707mm</a:t>
            </a:r>
          </a:p>
        </p:txBody>
      </p:sp>
      <p:sp>
        <p:nvSpPr>
          <p:cNvPr id="9" name="">
            <a:extLst xmlns:a="http://schemas.openxmlformats.org/drawingml/2006/main">
              <a:ext uri="{FF2B5EF4-FFF2-40B4-BE49-F238E27FC236}">
                <a16:creationId xmlns:a16="http://schemas.microsoft.com/office/drawing/2014/main" id="{AC35DD5D-9841-4293-B42E-0E270E2C88CD}"/>
              </a:ext>
            </a:extLst>
          </p:cNvPr>
          <p:cNvSpPr>
            <a:spLocks xmlns:a="http://schemas.openxmlformats.org/drawingml/2006/main" noGrp="1"/>
          </p:cNvSpPr>
          <p:nvPr/>
        </p:nvSpPr>
        <p:spPr>
          <a:xfrm xmlns:a="http://schemas.openxmlformats.org/drawingml/2006/main">
            <a:off x="609600" y="4848225"/>
            <a:ext cx="10972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425" b="0">
                <a:solidFill>
                  <a:srgbClr val="10243A"/>
                </a:solidFill>
                <a:latin typeface="Noto Sans KR"/>
                <a:ea typeface="Noto Sans KR"/>
                <a:cs typeface="Noto Sans KR"/>
              </a:defRPr>
            </a:pPr>
            <a:r>
              <a:rPr sz="1425" b="0">
                <a:solidFill>
                  <a:srgbClr val="10243A"/>
                </a:solidFill>
                <a:latin typeface="Noto Sans KR"/>
                <a:ea typeface="Noto Sans KR"/>
                <a:cs typeface="Noto Sans KR"/>
              </a:rPr>
              <a:t>정확한 경계 2706.509mm보다 슬라이더 1mm 단위를 한 단계 높여 적용</a:t>
            </a:r>
          </a:p>
        </p:txBody>
      </p:sp>
      <p:sp>
        <p:nvSpPr>
          <p:cNvPr id="10" name="">
            <a:extLst xmlns:a="http://schemas.openxmlformats.org/drawingml/2006/main">
              <a:ext uri="{FF2B5EF4-FFF2-40B4-BE49-F238E27FC236}">
                <a16:creationId xmlns:a16="http://schemas.microsoft.com/office/drawing/2014/main" id="{179F72B6-E78E-47AD-B5EB-9F3BFA754448}"/>
              </a:ext>
            </a:extLst>
          </p:cNvPr>
          <p:cNvSpPr>
            <a:spLocks xmlns:a="http://schemas.openxmlformats.org/drawingml/2006/main" noGrp="1"/>
          </p:cNvSpPr>
          <p:nvPr/>
        </p:nvSpPr>
        <p:spPr>
          <a:xfrm xmlns:a="http://schemas.openxmlformats.org/drawingml/2006/main">
            <a:off x="419100" y="5353050"/>
            <a:ext cx="113538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725" b="1">
                <a:solidFill>
                  <a:srgbClr val="10243A"/>
                </a:solidFill>
                <a:latin typeface="Noto Sans KR"/>
                <a:ea typeface="Noto Sans KR"/>
                <a:cs typeface="Noto Sans KR"/>
              </a:defRPr>
            </a:pPr>
            <a:r>
              <a:rPr sz="1725" b="1">
                <a:solidFill>
                  <a:srgbClr val="10243A"/>
                </a:solidFill>
                <a:latin typeface="Noto Sans KR"/>
                <a:ea typeface="Noto Sans KR"/>
                <a:cs typeface="Noto Sans KR"/>
              </a:rPr>
              <a:t>기본12개 + 스캐너별 셀 내 X·Y 16개를 게이지로 조절합니다.</a:t>
            </a:r>
          </a:p>
        </p:txBody>
      </p:sp>
      <p:sp>
        <p:nvSpPr>
          <p:cNvPr id="11" name="">
            <a:extLst xmlns:a="http://schemas.openxmlformats.org/drawingml/2006/main">
              <a:ext uri="{FF2B5EF4-FFF2-40B4-BE49-F238E27FC236}">
                <a16:creationId xmlns:a16="http://schemas.microsoft.com/office/drawing/2014/main" id="{28A7A378-B34A-4918-A7AB-C061299F5DDB}"/>
              </a:ext>
            </a:extLst>
          </p:cNvPr>
          <p:cNvSpPr>
            <a:spLocks xmlns:a="http://schemas.openxmlformats.org/drawingml/2006/main" noGrp="1"/>
          </p:cNvSpPr>
          <p:nvPr/>
        </p:nvSpPr>
        <p:spPr>
          <a:xfrm xmlns:a="http://schemas.openxmlformats.org/drawingml/2006/main">
            <a:off x="419100" y="5810250"/>
            <a:ext cx="113538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500" b="0">
                <a:solidFill>
                  <a:srgbClr val="5D6E80"/>
                </a:solidFill>
                <a:latin typeface="Noto Sans KR"/>
                <a:ea typeface="Noto Sans KR"/>
                <a:cs typeface="Noto Sans KR"/>
              </a:defRPr>
            </a:pPr>
            <a:r>
              <a:rPr sz="1500" b="0">
                <a:solidFill>
                  <a:srgbClr val="5D6E80"/>
                </a:solidFill>
                <a:latin typeface="Noto Sans KR"/>
                <a:ea typeface="Noto Sans KR"/>
                <a:cs typeface="Noto Sans KR"/>
              </a:rPr>
              <a:t>가용시간 = (Cell 간격 + 다음 셀 내 Y − 이전 셀 내 Y) / Y속도</a:t>
            </a:r>
          </a:p>
        </p:txBody>
      </p:sp>
    </p:spTree>
    <p:extLst>
      <p:ext uri="{BB962C8B-B14F-4D97-AF65-F5344CB8AC3E}">
        <p14:creationId xmlns:p14="http://schemas.microsoft.com/office/powerpoint/2010/main" val="86342233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2026-10-08T01:45:22.5160000Z</dcterms:created>
  <dcterms:modified xsi:type="dcterms:W3CDTF">2026-10-08T01:45:22.5160000Z</dcterms:modified>
</coreProperties>
</file>