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27babce714f22" /><Relationship Type="http://schemas.openxmlformats.org/officeDocument/2006/relationships/extended-properties" Target="/docProps/app.xml" Id="R747924f002074fd1" /><Relationship Type="http://schemas.openxmlformats.org/officeDocument/2006/relationships/officeDocument" Target="/ppt/presentation.xml" Id="Rd4093266be244c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b50cfb60a4fe6"/>
  </p:sldMasterIdLst>
  <p:notesMasterIdLst>
    <p:notesMasterId xmlns:r="http://schemas.openxmlformats.org/officeDocument/2006/relationships" r:id="R8b252c24640e459d"/>
  </p:notesMasterIdLst>
  <p:sldIdLst>
    <p:sldId xmlns:r="http://schemas.openxmlformats.org/officeDocument/2006/relationships" id="256" r:id="R5ee697c5c6fa4b48"/>
    <p:sldId xmlns:r="http://schemas.openxmlformats.org/officeDocument/2006/relationships" id="257" r:id="R533fbeebb6b3418e"/>
    <p:sldId xmlns:r="http://schemas.openxmlformats.org/officeDocument/2006/relationships" id="258" r:id="Reb6e44964dd546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fd45240ec4d87" /><Relationship Type="http://schemas.openxmlformats.org/officeDocument/2006/relationships/slideMaster" Target="/ppt/slideMasters/slideMaster1.xml" Id="Rb3db50cfb60a4fe6" /><Relationship Type="http://schemas.openxmlformats.org/officeDocument/2006/relationships/notesMaster" Target="/ppt/notesMasters/notesMaster1.xml" Id="R8b252c24640e459d" /><Relationship Type="http://schemas.openxmlformats.org/officeDocument/2006/relationships/presProps" Target="/ppt/presProps.xml" Id="R93d71808c0354f53" /><Relationship Type="http://schemas.openxmlformats.org/officeDocument/2006/relationships/tableStyles" Target="/ppt/tableStyles.xml" Id="R07e99d44f9734edb" /><Relationship Type="http://schemas.openxmlformats.org/officeDocument/2006/relationships/slide" Target="/ppt/slides/slide1.xml" Id="R5ee697c5c6fa4b48" /><Relationship Type="http://schemas.openxmlformats.org/officeDocument/2006/relationships/slide" Target="/ppt/slides/slide2.xml" Id="R533fbeebb6b3418e" /><Relationship Type="http://schemas.openxmlformats.org/officeDocument/2006/relationships/slide" Target="/ppt/slides/slide3.xml" Id="Reb6e44964dd5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360530dad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ed4bcca404fb9" /><Relationship Type="http://schemas.openxmlformats.org/officeDocument/2006/relationships/notesMaster" Target="/ppt/notesMasters/notesMaster1.xml" Id="Re6107d78589b48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8f25fb54147d5" /><Relationship Type="http://schemas.openxmlformats.org/officeDocument/2006/relationships/notesMaster" Target="/ppt/notesMasters/notesMaster1.xml" Id="R9dd1294ec598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947e76e614f1d" /><Relationship Type="http://schemas.openxmlformats.org/officeDocument/2006/relationships/notesMaster" Target="/ppt/notesMasters/notesMaster1.xml" Id="Reafac95b505247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가공 데이터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구조체(record)는 관련 정보를 한 묶음으로 다루기 위한 C# 자료형이다. ST_PROCESS_MODEL 1개 안에 HeadPlans라는 읽기 전용 목록이 있고, 각 ST_HEAD_PROCESS_PLAN의 Shots도 읽기 전용 목록이다. 따라서 첨부의 HeadPlans와 Shots를 단일 구조체로 읽지 않도록 목록 표시를 추가했다. IReadOnlyList는 이 인터페이스로 읽을 수 있는 목록이라는 뜻이다. 모든 내부 객체가 깊게 불변이라는 뜻으로 확대해 해석하지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선언과 주요 필드</a:t>
            </a:r>
          </a:p>
          <a:p xmlns:a="http://schemas.openxmlformats.org/drawingml/2006/main">
            <a:r>
              <a:t>ST_PROCESS_MODEL: ProcessId, RecipeId, GlassId, LotId, HeadPlans, Parameters, CreatedAt. Parameters는 IReadOnlyDictionary&lt;string,string&gt;이다.</a:t>
            </a:r>
          </a:p>
          <a:p xmlns:a="http://schemas.openxmlformats.org/drawingml/2006/main">
            <a:r>
              <a:t>https://github.com/kjuws10-rgb/A3_LD_Process_SW_IPS/blob/a25ba3cdfd70cff5d78172d13ec957318704b1e1/Drilling.Common/Station/CStationManager.cs#L82-L82</a:t>
            </a:r>
          </a:p>
          <a:p xmlns:a="http://schemas.openxmlformats.org/drawingml/2006/main">
            <a:r>
              <a:t>ST_HEAD_PROCESS_PLAN: HeadNo, LaserPower, FrequencyKhz, ShotCount, MarkSpeed, JumpSpeed, ScannerXRampRate, ScannerYRampRate, ScannerZRampRate, ScannerZSpeed, ScannerAccLimit, DoeZPosition, Shots. 추가 속성은 AutomationNo, TaskNo, ScriptFileName이다.</a:t>
            </a:r>
          </a:p>
          <a:p xmlns:a="http://schemas.openxmlformats.org/drawingml/2006/main">
            <a:r>
              <a:t>https://github.com/kjuws10-rgb/A3_LD_Process_SW_IPS/blob/a25ba3cdfd70cff5d78172d13ec957318704b1e1/Drilling.Common/Station/CStationManager.cs#L75-L80</a:t>
            </a:r>
          </a:p>
          <a:p xmlns:a="http://schemas.openxmlformats.org/drawingml/2006/main">
            <a:r>
              <a:t>ST_HEAD_SHOT_POINT: SequenceNo, ShotKey, HeadNo, CellNo, CellShotNo, GroupColumn, GroupRow, GroupCountX, GroupCountY, DesignX/Y, ScannerGx/Gy, StageX/Y, RecipeOffsetX/Y, HeadDefaultOffsetX/Y, ReviewOffsetX/Y, FinalScannerOffsetX/Y, EncoderWaitPosition.</a:t>
            </a:r>
          </a:p>
          <a:p xmlns:a="http://schemas.openxmlformats.org/drawingml/2006/main">
            <a:r>
              <a:t>https://github.com/kjuws10-rgb/A3_LD_Process_SW_IPS/blob/a25ba3cdfd70cff5d78172d13ec957318704b1e1/Drilling.Common/Recipe/CShotCoordinatePlanBuilder.cs#L5-L5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만드는 코드와 전달 관계</a:t>
            </a:r>
          </a:p>
          <a:p xmlns:a="http://schemas.openxmlformats.org/drawingml/2006/main">
            <a:r>
              <a:t>CStationProcess.BuildProcessModel은 좌표 계획을 생성하고 Chess 제외 Shot을 걸러 SequenceNo를 다시 붙인 후 HeadNo로 묶는다. 헤드별 레이저·속도 조건을 합쳐 ST_PROCESS_MODEL을 반환한다.</a:t>
            </a:r>
          </a:p>
          <a:p xmlns:a="http://schemas.openxmlformats.org/drawingml/2006/main">
            <a:r>
              <a:t>https://github.com/kjuws10-rgb/A3_LD_Process_SW_IPS/blob/a25ba3cdfd70cff5d78172d13ec957318704b1e1/Drilling.Common/Station/CStationProcess.cs#L1723-L1782</a:t>
            </a:r>
          </a:p>
          <a:p xmlns:a="http://schemas.openxmlformats.org/drawingml/2006/main">
            <a:r>
              <a:t>CAutomation1ScriptFile.Build는 ST_PROCESS_MODEL을 받아 헤드별 스크립트를 만든다.</a:t>
            </a:r>
          </a:p>
          <a:p xmlns:a="http://schemas.openxmlformats.org/drawingml/2006/main">
            <a:r>
              <a:t>https://github.com/kjuws10-rgb/A3_LD_Process_SW_IPS/blob/a25ba3cdfd70cff5d78172d13ec957318704b1e1/Drilling.File/Script/CAutomation1ScriptFile.cs#L43-L90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좌표와 보정</a:t>
            </a:r>
          </a:p>
          <a:p xmlns:a="http://schemas.openxmlformats.org/drawingml/2006/main">
            <a:r>
              <a:t>Design는 설계 위치, ScannerGx/Gy는 스캐너 명령 위치, StageX/Y는 스테이지 관련 위치다. Recipe 보정, 헤드 기본 보정, Review 보정을 더해 FinalScannerOffset을 만들고 Scanner 기본 좌표에 더한다. 엔코더 대기값은 stageWaitDistanceY × 절댓값 EncoderScale × StageScanDirectionY로 만든 카운트 기준값이다.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https://github.com/kjuws10-rgb/A3_LD_Process_SW_IPS/blob/a25ba3cdfd70cff5d78172d13ec957318704b1e1/Drilling.Common/Recipe/CShotCoordinatePlanBuilder.cs#L106-L126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1장의 보완점</a:t>
            </a:r>
          </a:p>
          <a:p xmlns:a="http://schemas.openxmlformats.org/drawingml/2006/main">
            <a:r>
              <a:t>CreatedAt와 실행 Task 정보를 추가했다. 첨부의 ShotKey 예시 Cell1-A1은 표시·저장용 이름에 가깝다. 내부 ShotKey는 CELL001_SHOT0001 형식이고, 보정 UI는 CELL1_A1 형식으로 바꾼다. SequenceNo는 순서를 표시하는 번호이므로 영구 식별자로 쓰는 ShotKey와 구분해야 한다.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https://github.com/kjuws10-rgb/A3_LD_Process_SW_IPS/blob/a25ba3cdfd70cff5d78172d13ec957318704b1e1/Drilling.Common/Review/CReviewManager.cs#L2951-L2954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https://github.com/kjuws10-rgb/A3_LD_Process_SW_IPS/blob/a25ba3cdfd70cff5d78172d13ec957318704b1e1/Drilling.UI/Menu/Menus/CMenuCorrection.cs#L1436-L1448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기준: 첨부 A3_LD 가공 및 검사시 구조체 변수 자료.pptx 1장, 원본 main Commit a25ba3cdfd70cff5d78172d13ec957318704b1e1.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리뷰 계획과 결과 설명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2장은 가공 구조체 ST_PROCESS_MODEL의 Shot들을 이용한다고 설명한다. 현재 CreatePlanCore는 ST_PROCESS_MODEL을 직접 인수로 받지 않는다. 레시피와 현재 Option/Motor 설정을 합치고 CShotCoordinatePlanBuilder.Build로 가공 좌표 계획 및 헤드 배정을 다시 계산한 뒤 Review Point를 만든다. 그러므로 같은 계산 도구를 공유한다는 뜻과 기존 가공 모델을 그대로 전달한다는 뜻을 구분해야 한다.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https://github.com/kjuws10-rgb/A3_LD_Process_SW_IPS/blob/a25ba3cdfd70cff5d78172d13ec957318704b1e1/Drilling.Common/Review/CReviewManager.cs#L1207-L1271</a:t>
            </a:r>
          </a:p>
          <a:p xmlns:a="http://schemas.openxmlformats.org/drawingml/2006/main">
            <a:r>
              <a:t>설정값은 레시피 위에 덮어쓴다.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https://github.com/kjuws10-rgb/A3_LD_Process_SW_IPS/blob/a25ba3cdfd70cff5d78172d13ec957318704b1e1/Drilling.Common/Review/CReviewManager.cs#L1297-L1322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ST_REVIEW_PLAN: RecipeId, CellCount, ToleranceX/Y, VisionFlipType, CreatedAt, Points. 추가 속성은 CorrectionPlan, InspectionMethod, StageScanDirectionY이다. ReviewPoints는 캐시를 통해 Points 중 Use=true인 항목만 조회하는 계산 속성이다. 모든 항목이 선택되어 있으면 원래 Points 목록을 재사용한다.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https://github.com/kjuws10-rgb/A3_LD_Process_SW_IPS/blob/a25ba3cdfd70cff5d78172d13ec957318704b1e1/Drilling.Common/Review/CReviewManager.cs#L143-L225</a:t>
            </a:r>
          </a:p>
          <a:p xmlns:a="http://schemas.openxmlformats.org/drawingml/2006/main">
            <a:r>
              <a:t>화면의 짧은 코드는 L225의 필터 표현식이다. 전체 getter의 조건 분기 중 선택된 항목만 복사하는 부분만 발췌했다.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ST_REVIEW_PLAN_POINT: PointNo, ShotKey, HeadNo, CellNo, ShotNo, PixelCountX/Y, Use, DesignX/Y, ReviewTargetX/Y, ErrorX/Y, State, Judge. 추가 속성은 BeamNo, BeamOffsetGx/Gy, ExclusionReason이다. PixelCountX/Y라는 이름을 쓰지만 생성 코드가 채우는 값은 Layout.GroupCountX/Y이다. 원본 픽셀 수와 Shot 그룹 개수를 혼동하지 않도록 별도 변수 사전에 기록할 필요가 있다.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https://github.com/kjuws10-rgb/A3_LD_Process_SW_IPS/blob/a25ba3cdfd70cff5d78172d13ec957318704b1e1/Drilling.Common/Review/CReviewManager.cs#L74-L100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https://github.com/kjuws10-rgb/A3_LD_Process_SW_IPS/blob/a25ba3cdfd70cff5d78172d13ec957318704b1e1/Drilling.Common/Review/CReviewManager.cs#L1535-L1560</a:t>
            </a:r>
          </a:p>
          <a:p xmlns:a="http://schemas.openxmlformats.org/drawingml/2006/main">
            <a:r>
              <a:t>Use는 검사에 포함할지, State는 진행 상태, Judge는 판정 문자다. Masking/Chess 제외 위치는 ExclusionReason으로 설명한다.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https://github.com/kjuws10-rgb/A3_LD_Process_SW_IPS/blob/a25ba3cdfd70cff5d78172d13ec957318704b1e1/Drilling.Common/Review/CReviewManager.cs#L1223-L1294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ST_REVIEW_CORRECTION_PLAN: Rule, Scope, SourcePoints, RoughReference, FineLineCount. SourcePoints는 규칙에 따른 보정을 계산·펼칠 때 참고할 위치 목록이다.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https://github.com/kjuws10-rgb/A3_LD_Process_SW_IPS/blob/a25ba3cdfd70cff5d78172d13ec957318704b1e1/Drilling.Common/Review/CReviewManager.cs#L229-L234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https://github.com/kjuws10-rgb/A3_LD_Process_SW_IPS/blob/a25ba3cdfd70cff5d78172d13ec957318704b1e1/Drilling.Common/Review/CReviewManager.cs#L1580-L1635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ST_REVIEW_RESULT_DATA: Plan, Results, SavedAt, GlassId, InspectionMethod. 추가 속성은 ResultStatus, TotalCount, TargetFilePath이다. TargetFilePath는 null을 허용한다. 저장 묶음의 Results도 한 점이 아니라 IReadOnlyList다. SaveResultForProduct가 GetMeasuredResultRows로 Use=true, State=Ok 또는 Ng인 결과를 골라 저장하고, TotalCount는 계획의 ReviewPoints.Count로 기록한다. 따라서 실제 저장 행 수와 계획 개수가 항상 같다고 가정하지 않는다.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https://github.com/kjuws10-rgb/A3_LD_Process_SW_IPS/blob/a25ba3cdfd70cff5d78172d13ec957318704b1e1/Drilling.Common/Review/CReviewManager.cs#L236-L248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https://github.com/kjuws10-rgb/A3_LD_Process_SW_IPS/blob/a25ba3cdfd70cff5d78172d13ec957318704b1e1/Drilling.Common/Review/CReviewManager.cs#L808-L829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https://github.com/kjuws10-rgb/A3_LD_Process_SW_IPS/blob/a25ba3cdfd70cff5d78172d13ec957318704b1e1/Drilling.Common/Review/CReviewManager.cs#L1564-L1578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 연결</a:t>
            </a:r>
          </a:p>
          <a:p xmlns:a="http://schemas.openxmlformats.org/drawingml/2006/main">
            <a:r>
              <a:t>CReviewResultFile이 메모리 결과를 CSV로 저장한다. 저장 열에는 RecipeId/GlassId/ShotKey/HeadNo/CellNo/ErrorX/ErrorY/Judge와 Rule/Beam 등 메타데이터가 있다. 루트는 Data/ReviewResult다. 보정 화면에서 읽는 중간 자료형 ST_REVIEW_RESULT_FILE_DATA와 ST_REVIEW_RESULT_FILE_ROW도 변수 사전에 추가하면 계획, 메모리 결과, CSV 로드 자료를 구분하기 쉽다.</a:t>
            </a:r>
          </a:p>
          <a:p xmlns:a="http://schemas.openxmlformats.org/drawingml/2006/main">
            <a:r>
              <a:t>https://github.com/kjuws10-rgb/A3_LD_Process_SW_IPS/blob/a25ba3cdfd70cff5d78172d13ec957318704b1e1/Drilling.File/ReviewResult/CReviewResultFile.cs#L21-L65</a:t>
            </a:r>
          </a:p>
          <a:p xmlns:a="http://schemas.openxmlformats.org/drawingml/2006/main">
            <a:r>
              <a:t>https://github.com/kjuws10-rgb/A3_LD_Process_SW_IPS/blob/a25ba3cdfd70cff5d78172d13ec957318704b1e1/Drilling.File/ReviewResult/CReviewResultFile.cs#L67-L123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https://github.com/kjuws10-rgb/A3_LD_Process_SW_IPS/blob/a25ba3cdfd70cff5d78172d13ec957318704b1e1/Drilling.Common/Review/CReviewManager.cs#L250-L289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2장 보완: CreatedAt/SavedAt, Points/Results의 목록 형태, ReviewPoints의 계산 속성을 반영했다. 이 그림은 자료 흐름 설명이며 모든 자동 공정에서 리뷰 단계가 항상 실행된다는 의미는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기준: 첨부 A3_LD 가공 및 검사시 구조체 변수 자료.pptx 2장, 원본 main Commit a25ba3cdfd70cff5d78172d13ec957318704b1e1.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보정값과 다음 가공의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3장의 ST_CORRECTION_REVIEW_OFFSET라는 이름 대신 현재 코드의 ST_CORRECTION_REVIEW_OFFSET_ROW를 표기했다. 필드는 ShotKey, Head, OffsetXValue, OffsetYValue, State다. UI 표시 속성 OffsetX/OffsetY도 있지만 숫자 계산은 OffsetXValue/OffsetYValue를 사용한다. 선언 위치는 Drilling.UI/Menu/Menus/CMenuCorrection.cs다.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https://github.com/kjuws10-rgb/A3_LD_Process_SW_IPS/blob/a25ba3cdfd70cff5d78172d13ec957318704b1e1/Drilling.UI/Menu/Menus/CMenuCorrection.cs#L2097-L2107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읽기와 계산</a:t>
            </a:r>
          </a:p>
          <a:p xmlns:a="http://schemas.openxmlformats.org/drawingml/2006/main">
            <a:r>
              <a:t>보정 화면은 CSV에서 로드한 결과를 현재 레시피의 전체 계획과 맞춰 Shot와 Head의 일치를 검사한다. 규칙이 있으면 ProjectCorrectionRows로 보정 범위를 펼친다.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https://github.com/kjuws10-rgb/A3_LD_Process_SW_IPS/blob/a25ba3cdfd70cff5d78172d13ec957318704b1e1/Drilling.UI/Menu/Menus/CMenuCorrection.cs#L1349-L1433</a:t>
            </a:r>
          </a:p>
          <a:p xmlns:a="http://schemas.openxmlformats.org/drawingml/2006/main">
            <a:r>
              <a:t>내부 CELL001_SHOT0001 대신 CELL1_A1 같은 표시 키를 보정 행에 채운다.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https://github.com/kjuws10-rgb/A3_LD_Process_SW_IPS/blob/a25ba3cdfd70cff5d78172d13ec957318704b1e1/Drilling.UI/Menu/Menus/CMenuCorrection.cs#L1436-L1448</a:t>
            </a:r>
          </a:p>
          <a:p xmlns:a="http://schemas.openxmlformats.org/drawingml/2006/main">
            <a:r>
              <a:t>계산할 때 현재 VisionFlip과 현재 Head Scanner Flip을 읽는다.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https://github.com/kjuws10-rgb/A3_LD_Process_SW_IPS/blob/a25ba3cdfd70cff5d78172d13ec957318704b1e1/Drilling.UI/Menu/Menus/CMenuCorrection.cs#L920-L949</a:t>
            </a:r>
          </a:p>
          <a:p xmlns:a="http://schemas.openxmlformats.org/drawingml/2006/main">
            <a:r>
              <a:t>VisionErrorToScannerOffset은 VisionErrorToStageOffset으로 축 교환/부호 반전을 적용하고 ScannerAxisTransform.Apply로 스캐너 방향을 반영한다. 모든 경우에 오차 부호만 뒤집으면 된다는 공식으로 단순화하면 안 된다.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https://github.com/kjuws10-rgb/A3_LD_Process_SW_IPS/blob/a25ba3cdfd70cff5d78172d13ec957318704b1e1/Drilling.Common/Review/CReviewCoordinateTransformer.cs#L17-L50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적용과 저장</a:t>
            </a:r>
          </a:p>
          <a:p xmlns:a="http://schemas.openxmlformats.org/drawingml/2006/main">
            <a:r>
              <a:t>Calculate, Apply, Save는 별도 단계다. Apply는 현재 레시피 보정값에 이번 계산값을 더해 ApplyPreviewRows를 만든다. 현재 코드에는 여기서 더하기/덮어쓰기를 선택하는 옵션이 없다. Calculate 이후 Flip이 바뀌면 Apply에서 재계산 여부를 확인한다.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https://github.com/kjuws10-rgb/A3_LD_Process_SW_IPS/blob/a25ba3cdfd70cff5d78172d13ec957318704b1e1/Drilling.UI/Menu/Menus/CMenuCorrection.cs#L1013-L1036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https://github.com/kjuws10-rgb/A3_LD_Process_SW_IPS/blob/a25ba3cdfd70cff5d78172d13ec957318704b1e1/Drilling.UI/Menu/Menus/CMenuCorrection.cs#L1083-L1121</a:t>
            </a:r>
          </a:p>
          <a:p xmlns:a="http://schemas.openxmlformats.org/drawingml/2006/main">
            <a:r>
              <a:t>Save는 PENDING 행의 합산값으로 레시피 Value를 교체한다. 키가 없으면 새 항목을 추가한다. _recipeManager.SaveRecipe(updatedRecipe)가 실제 저장을 호출한다. 슬라이드 두 줄은 각각 L1248과 L1221의 발췌로, 같은 함수 안에서 연속된 코드는 아니다.</a:t>
            </a:r>
          </a:p>
          <a:p xmlns:a="http://schemas.openxmlformats.org/drawingml/2006/main">
            <a:r>
              <a:t>https://github.com/kjuws10-rgb/A3_LD_Process_SW_IPS/blob/a25ba3cdfd70cff5d78172d13ec957318704b1e1/Drilling.UI/Menu/Menus/CMenuCorrection.cs#L1168-L1262</a:t>
            </a:r>
          </a:p>
          <a:p xmlns:a="http://schemas.openxmlformats.org/drawingml/2006/main">
            <a:r>
              <a:t>레시피 파일 처리기는 _REVIEW_OFFSET_X/Y 형태의 Shot Group 파라미터를 인식한다.</a:t>
            </a:r>
          </a:p>
          <a:p xmlns:a="http://schemas.openxmlformats.org/drawingml/2006/main">
            <a:r>
              <a:t>https://github.com/kjuws10-rgb/A3_LD_Process_SW_IPS/blob/a25ba3cdfd70cff5d78172d13ec957318704b1e1/Drilling.File/JHMI/CJhmiRecipeFile.cs#L672-L702</a:t>
            </a:r>
          </a:p>
          <a:p xmlns:a="http://schemas.openxmlformats.org/drawingml/2006/main">
            <a:r>
              <a:t>다음 좌표 계산은 CELL{cellNo}_{shotGroupName}_REVIEW_OFFSET_X/Y를 읽는다. FinalScannerOffset은 RecipeOffset + HeadDefaultScannerOffset + ReviewOffset이다.</a:t>
            </a:r>
          </a:p>
          <a:p xmlns:a="http://schemas.openxmlformats.org/drawingml/2006/main">
            <a:r>
              <a:t>https://github.com/kjuws10-rgb/A3_LD_Process_SW_IPS/blob/a25ba3cdfd70cff5d78172d13ec957318704b1e1/Drilling.Common/Recipe/CShotCoordinatePlanBuilder.cs#L156-L161</a:t>
            </a:r>
          </a:p>
          <a:p xmlns:a="http://schemas.openxmlformats.org/drawingml/2006/main">
            <a:r>
              <a:t>https://github.com/kjuws10-rgb/A3_LD_Process_SW_IPS/blob/a25ba3cdfd70cff5d78172d13ec957318704b1e1/Drilling.Common/Recipe/CShotCoordinatePlanBuilder.cs#L106-L115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추가 정리 항목</a:t>
            </a:r>
          </a:p>
          <a:p xmlns:a="http://schemas.openxmlformats.org/drawingml/2006/main">
            <a:r>
              <a:t>1. 좌표 사전: 원점, mm/카운트, StageScanDirectionY 및 Flip 적용 전후를 숫자 예제로 정리한다.</a:t>
            </a:r>
          </a:p>
          <a:p xmlns:a="http://schemas.openxmlformats.org/drawingml/2006/main">
            <a:r>
              <a:t>2. 키 사전: CellNo, CellShotNo, SequenceNo, ShotKey, Matrix 이름을 같은 위치의 예제로 대응시킨다. Chess 제외 후 SequenceNo가 바뀌므로 영구 식별자와 구분한다.</a:t>
            </a:r>
          </a:p>
          <a:p xmlns:a="http://schemas.openxmlformats.org/drawingml/2006/main">
            <a:r>
              <a:t>3. 상태 사전: 전체 Points, 선택 ReviewPoints, 실측 Results, Skip 이유, 검사 Ok/Ng와 보정 Pending/Saved를 구분한다. Sampling 선택 규칙과 Correction Rule/Scope도 별도 정리한다. CSV 로드 자료인 ST_REVIEW_RESULT_FILE_DATA/ROW를 포함한다.</a:t>
            </a:r>
          </a:p>
          <a:p xmlns:a="http://schemas.openxmlformats.org/drawingml/2006/main">
            <a:r>
              <a:t>4. 변경 이력: Apply의 합산과 Save의 값 교체를 구분해 기록한다. 사용한 Recipe 버전과 Vision/Scanner Flip, 저장 시각/사용자 이력을 함께 확인할 수 있는 설계를 검토한다. 결과 측정 시점과 보정 계산 시점의 설정이 다를 수 있으므로 비교 기준을 명시한다. 추가 문서화/검토 항목이며 구현 변경을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내용 기준: 첨부 A3_LD 가공 및 검사시 구조체 변수 자료.pptx 3장, 원본 main Commit a25ba3cdfd70cff5d78172d13ec957318704b1e1.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1e4e2f85a40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ec34993254079" /><Relationship Type="http://schemas.openxmlformats.org/officeDocument/2006/relationships/slideLayout" Target="/ppt/slideLayouts/slideLayout1.xml" Id="R2428a2467a8b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8a2467a8b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a62ab48a7421f" /><Relationship Type="http://schemas.openxmlformats.org/officeDocument/2006/relationships/hyperlink" Target="https://github.com/kjuws10-rgb/A3_LD_Process_SW_IPS/blob/a25ba3cdfd70cff5d78172d13ec957318704b1e1/Drilling.Common/Station/CStationManager.cs#L82-L82" TargetMode="External" Id="Rf9df2f767ca54dc1" /><Relationship Type="http://schemas.openxmlformats.org/officeDocument/2006/relationships/hyperlink" Target="https://github.com/kjuws10-rgb/A3_LD_Process_SW_IPS/blob/a25ba3cdfd70cff5d78172d13ec957318704b1e1/Drilling.Common/Station/CStationManager.cs#L82-L82" TargetMode="External" Id="R939f84896cba455c" /><Relationship Type="http://schemas.openxmlformats.org/officeDocument/2006/relationships/hyperlink" Target="https://github.com/kjuws10-rgb/A3_LD_Process_SW_IPS/blob/a25ba3cdfd70cff5d78172d13ec957318704b1e1/Drilling.Common/Station/CStationManager.cs#L75-L80" TargetMode="External" Id="Rb3ec79f67ec645c0" /><Relationship Type="http://schemas.openxmlformats.org/officeDocument/2006/relationships/hyperlink" Target="https://github.com/kjuws10-rgb/A3_LD_Process_SW_IPS/blob/a25ba3cdfd70cff5d78172d13ec957318704b1e1/Drilling.Common/Station/CStationManager.cs#L75-L80" TargetMode="External" Id="R940eb9b798664527" /><Relationship Type="http://schemas.openxmlformats.org/officeDocument/2006/relationships/hyperlink" Target="https://github.com/kjuws10-rgb/A3_LD_Process_SW_IPS/blob/a25ba3cdfd70cff5d78172d13ec957318704b1e1/Drilling.Common/Recipe/CShotCoordinatePlanBuilder.cs#L5-L5" TargetMode="External" Id="R543e5e2a80a343c7" /><Relationship Type="http://schemas.openxmlformats.org/officeDocument/2006/relationships/hyperlink" Target="https://github.com/kjuws10-rgb/A3_LD_Process_SW_IPS/blob/a25ba3cdfd70cff5d78172d13ec957318704b1e1/Drilling.Common/Recipe/CShotCoordinatePlanBuilder.cs#L5-L5" TargetMode="External" Id="Ra92d31102ca3473f" /><Relationship Type="http://schemas.openxmlformats.org/officeDocument/2006/relationships/hyperlink" Target="https://github.com/kjuws10-rgb/A3_LD_Process_SW_IPS/blob/a25ba3cdfd70cff5d78172d13ec957318704b1e1/Drilling.Common/Recipe/CShotCoordinatePlanBuilder.cs#L5-L5" TargetMode="External" Id="Rcff3ae5baf2e4035" /><Relationship Type="http://schemas.openxmlformats.org/officeDocument/2006/relationships/notesSlide" Target="/ppt/notesSlides/notesSlide1.xml" Id="Red1fbd520e5c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013f79b2d4163" /><Relationship Type="http://schemas.openxmlformats.org/officeDocument/2006/relationships/hyperlink" Target="https://github.com/kjuws10-rgb/A3_LD_Process_SW_IPS/blob/a25ba3cdfd70cff5d78172d13ec957318704b1e1/Drilling.Common/Review/CReviewManager.cs#L143-L225" TargetMode="External" Id="Ref2f2f73b0194d92" /><Relationship Type="http://schemas.openxmlformats.org/officeDocument/2006/relationships/hyperlink" Target="https://github.com/kjuws10-rgb/A3_LD_Process_SW_IPS/blob/a25ba3cdfd70cff5d78172d13ec957318704b1e1/Drilling.Common/Review/CReviewManager.cs#L143-L225" TargetMode="External" Id="R4fbf633af6c74f71" /><Relationship Type="http://schemas.openxmlformats.org/officeDocument/2006/relationships/hyperlink" Target="https://github.com/kjuws10-rgb/A3_LD_Process_SW_IPS/blob/a25ba3cdfd70cff5d78172d13ec957318704b1e1/Drilling.Common/Review/CReviewManager.cs#L74-L100" TargetMode="External" Id="R0d802c3c7d8b4370" /><Relationship Type="http://schemas.openxmlformats.org/officeDocument/2006/relationships/hyperlink" Target="https://github.com/kjuws10-rgb/A3_LD_Process_SW_IPS/blob/a25ba3cdfd70cff5d78172d13ec957318704b1e1/Drilling.Common/Review/CReviewManager.cs#L74-L100" TargetMode="External" Id="R338107651c5c4d44" /><Relationship Type="http://schemas.openxmlformats.org/officeDocument/2006/relationships/hyperlink" Target="https://github.com/kjuws10-rgb/A3_LD_Process_SW_IPS/blob/a25ba3cdfd70cff5d78172d13ec957318704b1e1/Drilling.Common/Review/CReviewManager.cs#L236-L248" TargetMode="External" Id="Ref6b200de14c43a8" /><Relationship Type="http://schemas.openxmlformats.org/officeDocument/2006/relationships/hyperlink" Target="https://github.com/kjuws10-rgb/A3_LD_Process_SW_IPS/blob/a25ba3cdfd70cff5d78172d13ec957318704b1e1/Drilling.Common/Review/CReviewManager.cs#L236-L248" TargetMode="External" Id="R1cb43c81be974b95" /><Relationship Type="http://schemas.openxmlformats.org/officeDocument/2006/relationships/hyperlink" Target="https://github.com/kjuws10-rgb/A3_LD_Process_SW_IPS/blob/a25ba3cdfd70cff5d78172d13ec957318704b1e1/Drilling.Common/Review/CReviewManager.cs#L229-L234" TargetMode="External" Id="R992840fd535d4aee" /><Relationship Type="http://schemas.openxmlformats.org/officeDocument/2006/relationships/hyperlink" Target="https://github.com/kjuws10-rgb/A3_LD_Process_SW_IPS/blob/a25ba3cdfd70cff5d78172d13ec957318704b1e1/Drilling.Common/Review/CReviewManager.cs#L229-L234" TargetMode="External" Id="R4b876b8f53b649a9" /><Relationship Type="http://schemas.openxmlformats.org/officeDocument/2006/relationships/notesSlide" Target="/ppt/notesSlides/notesSlide2.xml" Id="R9c204be33b25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0890c2a9e4317" /><Relationship Type="http://schemas.openxmlformats.org/officeDocument/2006/relationships/hyperlink" Target="https://github.com/kjuws10-rgb/A3_LD_Process_SW_IPS/blob/a25ba3cdfd70cff5d78172d13ec957318704b1e1/Drilling.UI/Menu/Menus/CMenuCorrection.cs#L2097-L2101" TargetMode="External" Id="R5c2b453042c14296" /><Relationship Type="http://schemas.openxmlformats.org/officeDocument/2006/relationships/notesSlide" Target="/ppt/notesSlides/notesSlide3.xml" Id="R324590b60a70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29550" y="1881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19550" y="1881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sp>
        <p:nvSpPr>
          <p:cNvPr id="16" name="title-1">
            <a:extLst xmlns:a="http://schemas.openxmlformats.org/drawingml/2006/main">
              <a:ext uri="{FF2B5EF4-FFF2-40B4-BE49-F238E27FC236}">
                <a16:creationId xmlns:a16="http://schemas.microsoft.com/office/drawing/2014/main" id="{F22C19FC-EF0F-44B7-9AF2-628E134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가공 데이터 구조와 코드 위치</a:t>
            </a:r>
          </a:p>
        </p:txBody>
      </p:sp>
      <p:sp>
        <p:nvSpPr>
          <p:cNvPr id="2" name="intro-1">
            <a:extLst xmlns:a="http://schemas.openxmlformats.org/drawingml/2006/main">
              <a:ext uri="{FF2B5EF4-FFF2-40B4-BE49-F238E27FC236}">
                <a16:creationId xmlns:a16="http://schemas.microsoft.com/office/drawing/2014/main" id="{A405D983-800D-4ECB-AAAE-66DFF16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구조체는 관련 정보를 묶은 자료입니다. 전체 작업표 안에 헤드별 계획과 Shot 목록이 들어갑니다.</a:t>
            </a:r>
          </a:p>
        </p:txBody>
      </p:sp>
      <p:sp>
        <p:nvSpPr>
          <p:cNvPr id="3" name="source-footer-1">
            <a:extLst xmlns:a="http://schemas.openxmlformats.org/drawingml/2006/main">
              <a:ext uri="{FF2B5EF4-FFF2-40B4-BE49-F238E27FC236}">
                <a16:creationId xmlns:a16="http://schemas.microsoft.com/office/drawing/2014/main" id="{10D875A5-19D3-4D85-BD9D-E6C3C96A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A3 소스 a25ba3c  /  전체 코드 경로와 근거 링크는 발표자 노트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D17F370D-B949-4320-B09E-3F262A3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1 / 3</a:t>
            </a:r>
          </a:p>
        </p:txBody>
      </p: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64ED1D16-45FE-4BB3-976C-734DEE8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3486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전체 가공 1회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ProcessModel</a:t>
            </a:r>
          </a:p>
        </p:txBody>
      </p:sp>
      <p:sp>
        <p:nvSpPr>
          <p:cNvPr id="6" name="flow-node-1">
            <a:extLst xmlns:a="http://schemas.openxmlformats.org/drawingml/2006/main">
              <a:ext uri="{FF2B5EF4-FFF2-40B4-BE49-F238E27FC236}">
                <a16:creationId xmlns:a16="http://schemas.microsoft.com/office/drawing/2014/main" id="{C670B86E-3F34-4103-9B1F-B0DB63C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486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헤드별 작업표 여러 개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HeadPlans 목록</a:t>
            </a:r>
          </a:p>
        </p:txBody>
      </p:sp>
      <p:sp>
        <p:nvSpPr>
          <p:cNvPr id="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E9D8DF-B192-4039-BDB5-11B0B938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85900"/>
            <a:ext cx="3486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위치별 Shot 여러 개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Shots 목록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33400" y="2457450"/>
          <a:ext xmlns:a="http://schemas.openxmlformats.org/drawingml/2006/main" cx="11125200" cy="2638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57550"/>
                <a:gridCol w="4953000"/>
                <a:gridCol w="291465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이름과 역할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담고 있는 정보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선언 위치 (Drilling.Common)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ST_PROCESS_MODEL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작업표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작업 / 레시피 / Glass / Lot의 ID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HeadPlans 목록, Parameters, CreatedAt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f9df2f767ca54dc1"/>
                        </a:rPr>
                        <a:t>Station/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939f84896cba455c"/>
                        </a:rPr>
                        <a:t>CStationManager.cs L82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ST_HEAD_PROCESS_PLAN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헤드 1개의 작업표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HeadNo, 레이저 조건, 이동 속도, Z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Shots 목록, AutomationNo / TaskNo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b3ec79f67ec645c0"/>
                        </a:rPr>
                        <a:t>Station/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940eb9b798664527"/>
                        </a:rPr>
                        <a:t>CStationManager.cs L75–80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ST_HEAD_SHOT_POINT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Shot 1개의 위치 정보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순서 / ShotKey / Cell / Group 번호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설계·장치 좌표, 보정값, 엔코더 대기값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543e5e2a80a343c7"/>
                        </a:rPr>
                        <a:t>Recipe/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a92d31102ca3473f"/>
                        </a:rPr>
                        <a:t>CShotCoordinate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cff3ae5baf2e4035"/>
                        </a:rPr>
                        <a:t>PlanBuilder.cs L5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ode-label-1">
            <a:extLst xmlns:a="http://schemas.openxmlformats.org/drawingml/2006/main">
              <a:ext uri="{FF2B5EF4-FFF2-40B4-BE49-F238E27FC236}">
                <a16:creationId xmlns:a16="http://schemas.microsoft.com/office/drawing/2014/main" id="{097B6EFE-191C-4B69-A524-BAFD924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E7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6E78"/>
                </a:solidFill>
                <a:latin typeface="Noto Sans KR"/>
                <a:ea typeface="Noto Sans KR"/>
                <a:cs typeface="Noto Sans KR"/>
              </a:rPr>
              <a:t>짧은 코드: 여러 개를 담는 목록</a:t>
            </a:r>
          </a:p>
        </p:txBody>
      </p:sp>
      <p:sp>
        <p:nvSpPr>
          <p:cNvPr id="12" name="code-1">
            <a:extLst xmlns:a="http://schemas.openxmlformats.org/drawingml/2006/main">
              <a:ext uri="{FF2B5EF4-FFF2-40B4-BE49-F238E27FC236}">
                <a16:creationId xmlns:a16="http://schemas.microsoft.com/office/drawing/2014/main" id="{8B4DF69C-ED91-494A-9B7A-8A526E1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6229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C3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2C35"/>
                </a:solidFill>
                <a:latin typeface="Consolas"/>
                <a:ea typeface="Consolas"/>
                <a:cs typeface="Consolas"/>
              </a:rPr>
              <a:t>IReadOnlyList&lt;ST_HEAD_PROCESS_PLAN&gt; HeadPlans</a:t>
            </a:r>
          </a:p>
          <a:p xmlns:a="http://schemas.openxmlformats.org/drawingml/2006/main">
            <a:pPr algn="l">
              <a:defRPr sz="1650" b="0">
                <a:solidFill>
                  <a:srgbClr val="182C3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2C35"/>
                </a:solidFill>
                <a:latin typeface="Consolas"/>
                <a:ea typeface="Consolas"/>
                <a:cs typeface="Consolas"/>
              </a:rPr>
              <a:t>IReadOnlyList&lt;ST_HEAD_SHOT_POINT&gt; Shots</a:t>
            </a:r>
          </a:p>
        </p:txBody>
      </p:sp>
      <p:sp>
        <p:nvSpPr>
          <p:cNvPr id="13" name="additional-1">
            <a:extLst xmlns:a="http://schemas.openxmlformats.org/drawingml/2006/main">
              <a:ext uri="{FF2B5EF4-FFF2-40B4-BE49-F238E27FC236}">
                <a16:creationId xmlns:a16="http://schemas.microsoft.com/office/drawing/2014/main" id="{58EBFC3F-E637-4B02-9C84-82618B92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4457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첨부 자료에 보완할 내용</a:t>
            </a:r>
          </a:p>
          <a:p xmlns:a="http://schemas.openxmlformats.org/drawingml/2006/main">
            <a:pPr algn="l">
              <a:def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생성 시각 CreatedAt, 실행 Task 정보</a:t>
            </a:r>
          </a:p>
          <a:p xmlns:a="http://schemas.openxmlformats.org/drawingml/2006/main">
            <a:pPr algn="l">
              <a:def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엔코더 대기값의 단위는 카운트</a:t>
            </a:r>
          </a:p>
        </p:txBody>
      </p:sp>
    </p:spTree>
    <p:extLst>
      <p:ext uri="{BB962C8B-B14F-4D97-AF65-F5344CB8AC3E}">
        <p14:creationId xmlns:p14="http://schemas.microsoft.com/office/powerpoint/2010/main" val="1780931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82050" y="1881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5" y="1881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18811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CD48E478-467D-4049-A9AD-6F7B23D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리뷰 계획과 검사 결과</a:t>
            </a:r>
          </a:p>
        </p:txBody>
      </p:sp>
      <p:sp>
        <p:nvSpPr>
          <p:cNvPr id="2" name="intro-2">
            <a:extLst xmlns:a="http://schemas.openxmlformats.org/drawingml/2006/main">
              <a:ext uri="{FF2B5EF4-FFF2-40B4-BE49-F238E27FC236}">
                <a16:creationId xmlns:a16="http://schemas.microsoft.com/office/drawing/2014/main" id="{7A95EB16-999F-4EA6-86A8-F2E104C2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리뷰는 레시피와 현재 설정으로 검사 위치를 다시 계산하고, 선택한 위치의 측정값을 저장합니다.</a:t>
            </a:r>
          </a:p>
        </p:txBody>
      </p:sp>
      <p:sp>
        <p:nvSpPr>
          <p:cNvPr id="3" name="source-footer-2">
            <a:extLst xmlns:a="http://schemas.openxmlformats.org/drawingml/2006/main">
              <a:ext uri="{FF2B5EF4-FFF2-40B4-BE49-F238E27FC236}">
                <a16:creationId xmlns:a16="http://schemas.microsoft.com/office/drawing/2014/main" id="{FCCD2D37-A756-4BB8-964A-A681218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A3 소스 a25ba3c  /  전체 코드 경로와 근거 링크는 발표자 노트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DB89FB5-456C-47CB-B046-009E5E31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2 / 3</a:t>
            </a:r>
          </a:p>
        </p:txBody>
      </p: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85665D45-ECDE-4B93-A6F1-FF8515EC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25146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레시피 + 현재 설정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검사 위치 계산</a:t>
            </a:r>
          </a:p>
        </p:txBody>
      </p:sp>
      <p:sp>
        <p:nvSpPr>
          <p:cNvPr id="6" name="flow-node-1">
            <a:extLst xmlns:a="http://schemas.openxmlformats.org/drawingml/2006/main">
              <a:ext uri="{FF2B5EF4-FFF2-40B4-BE49-F238E27FC236}">
                <a16:creationId xmlns:a16="http://schemas.microsoft.com/office/drawing/2014/main" id="{49765186-58F4-425B-9810-4C583843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85900"/>
            <a:ext cx="25431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Review Plan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Use=true 위치 선택</a:t>
            </a:r>
          </a:p>
        </p:txBody>
      </p:sp>
      <p:sp>
        <p:nvSpPr>
          <p:cNvPr id="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800C934-C4C4-4E79-9547-1553D86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85900"/>
            <a:ext cx="25431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Vision 측정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Error / 판정 기록</a:t>
            </a:r>
          </a:p>
        </p:txBody>
      </p:sp>
      <p:sp>
        <p:nvSpPr>
          <p:cNvPr id="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8374A828-0330-44CC-97EE-8FED5EA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85900"/>
            <a:ext cx="2552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ReviewResult CSV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Glass별 결과 저장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33400" y="245745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4819650"/>
                <a:gridCol w="2781300"/>
              </a:tblGrid>
              <a:tr h="400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이름과 역할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담고 있는 정보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선언 위치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ST_REVIEW_PLAN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검사할 위치의 전체 계획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RecipeId, 허용 오차, VisionFlip, CreatedAt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Points 목록, CorrectionPlan, 검사 방식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ef2f2f73b0194d92"/>
                        </a:rPr>
                        <a:t>CReviewManager.cs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4fbf633af6c74f71"/>
                        </a:rPr>
                        <a:t>L143–150, L203–216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ST_REVIEW_PLAN_POINT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위치 1개와 측정 상태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ShotKey / Head / Cell / Beam / Use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/ 검사 좌표, 오차, 상태 / 판정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0d802c3c7d8b4370"/>
                        </a:rPr>
                        <a:t>CReviewManager.cs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338107651c5c4d44"/>
                        </a:rPr>
                        <a:t>L74–100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ST_REVIEW_RESULT_DATA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저장용 묶음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Plan, Results 목록, SavedAt, GlassId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방식, 상태, 개수, 저장 경로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ef6b200de14c43a8"/>
                        </a:rPr>
                        <a:t>CReviewManager.cs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1cb43c81be974b95"/>
                        </a:rPr>
                        <a:t>L236–248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ST_REVIEW_CORRECTION_PLAN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보정 계산의 적용 규칙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Rule / Scope / SourcePoints 목록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RoughReference / FineLineCount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992840fd535d4aee"/>
                        </a:rPr>
                        <a:t>CReviewManager.cs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76E78"/>
                          </a:solidFill>
                          <a:latin typeface="Noto Sans KR"/>
                          <a:ea typeface="Noto Sans KR"/>
                          <a:cs typeface="Noto Sans KR"/>
                          <a:hlinkClick xmlns:r="http://schemas.openxmlformats.org/officeDocument/2006/relationships" r:id="R4b876b8f53b649a9"/>
                        </a:rPr>
                        <a:t>L229–234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de-label-2">
            <a:extLst xmlns:a="http://schemas.openxmlformats.org/drawingml/2006/main">
              <a:ext uri="{FF2B5EF4-FFF2-40B4-BE49-F238E27FC236}">
                <a16:creationId xmlns:a16="http://schemas.microsoft.com/office/drawing/2014/main" id="{36C7F3D9-11D4-47D3-8976-6790330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695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E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6E78"/>
                </a:solidFill>
                <a:latin typeface="Noto Sans KR"/>
                <a:ea typeface="Noto Sans KR"/>
                <a:cs typeface="Noto Sans KR"/>
              </a:rPr>
              <a:t>짧은 코드: 선택한 검사 위치만 추리기 (필터 분기 발췌)</a:t>
            </a:r>
          </a:p>
        </p:txBody>
      </p:sp>
      <p:sp>
        <p:nvSpPr>
          <p:cNvPr id="14" name="code-2">
            <a:extLst xmlns:a="http://schemas.openxmlformats.org/drawingml/2006/main">
              <a:ext uri="{FF2B5EF4-FFF2-40B4-BE49-F238E27FC236}">
                <a16:creationId xmlns:a16="http://schemas.microsoft.com/office/drawing/2014/main" id="{732A6C6D-0371-408D-A1C8-BE8DE31B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3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2C35"/>
                </a:solidFill>
                <a:latin typeface="Consolas"/>
                <a:ea typeface="Consolas"/>
                <a:cs typeface="Consolas"/>
              </a:rPr>
              <a:t>points.Where(point =&gt; point.Use).ToArray();</a:t>
            </a:r>
          </a:p>
        </p:txBody>
      </p:sp>
      <p:sp>
        <p:nvSpPr>
          <p:cNvPr id="15" name="additional-2">
            <a:extLst xmlns:a="http://schemas.openxmlformats.org/drawingml/2006/main">
              <a:ext uri="{FF2B5EF4-FFF2-40B4-BE49-F238E27FC236}">
                <a16:creationId xmlns:a16="http://schemas.microsoft.com/office/drawing/2014/main" id="{F09CFBCB-005D-4117-B63A-E561B36D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95950"/>
            <a:ext cx="3981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ReviewPoints는 자동으로 만든 선택 목록</a:t>
            </a:r>
          </a:p>
          <a:p xmlns:a="http://schemas.openxmlformats.org/drawingml/2006/main">
            <a:pPr algn="l">
              <a:defRPr sz="16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저장 대상: Use=true인 실측 OK/NG 결과</a:t>
            </a:r>
          </a:p>
        </p:txBody>
      </p:sp>
    </p:spTree>
    <p:extLst>
      <p:ext uri="{BB962C8B-B14F-4D97-AF65-F5344CB8AC3E}">
        <p14:creationId xmlns:p14="http://schemas.microsoft.com/office/powerpoint/2010/main" val="988830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183356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67550" y="183356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81550" y="183356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1833563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E78"/>
            </a:solidFill>
            <a:tailEnd type="triangle" w="sm" len="sm"/>
          </a:ln>
        </p:spPr>
      </p:cxnSp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1F211BCC-9A82-441C-AB1B-3DBACDB7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보정값 저장과 추가 정리 항목</a:t>
            </a:r>
          </a:p>
        </p:txBody>
      </p:sp>
      <p:sp>
        <p:nvSpPr>
          <p:cNvPr id="2" name="intro-3">
            <a:extLst xmlns:a="http://schemas.openxmlformats.org/drawingml/2006/main">
              <a:ext uri="{FF2B5EF4-FFF2-40B4-BE49-F238E27FC236}">
                <a16:creationId xmlns:a16="http://schemas.microsoft.com/office/drawing/2014/main" id="{CCA9B70F-C200-482D-89EC-BEF7288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검사 오차를 스캐너 방향으로 바꿔 레시피에 저장합니다. 다음 가공의 좌표 계산은 저장한 값을 읽습니다.</a:t>
            </a:r>
          </a:p>
        </p:txBody>
      </p:sp>
      <p:sp>
        <p:nvSpPr>
          <p:cNvPr id="3" name="source-footer-3">
            <a:extLst xmlns:a="http://schemas.openxmlformats.org/drawingml/2006/main">
              <a:ext uri="{FF2B5EF4-FFF2-40B4-BE49-F238E27FC236}">
                <a16:creationId xmlns:a16="http://schemas.microsoft.com/office/drawing/2014/main" id="{0FF59B5A-8AE0-4BB6-AA6B-2044C64E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A3 소스 a25ba3c  /  전체 코드 경로와 근거 링크는 발표자 노트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FA8BE0A-D1E3-48DD-9151-1C70F179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3 / 3</a:t>
            </a:r>
          </a:p>
        </p:txBody>
      </p: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AB417FA2-CF92-4F39-ABE7-B27E0E72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962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측정 오차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ErrorX / ErrorY</a:t>
            </a:r>
          </a:p>
        </p:txBody>
      </p:sp>
      <p:sp>
        <p:nvSpPr>
          <p:cNvPr id="6" name="flow-node-1">
            <a:extLst xmlns:a="http://schemas.openxmlformats.org/drawingml/2006/main">
              <a:ext uri="{FF2B5EF4-FFF2-40B4-BE49-F238E27FC236}">
                <a16:creationId xmlns:a16="http://schemas.microsoft.com/office/drawing/2014/main" id="{8659E893-EAE3-41E7-80AF-DDE7D2A3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38275"/>
            <a:ext cx="1962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방향 변환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Vision / Head Flip</a:t>
            </a:r>
          </a:p>
        </p:txBody>
      </p:sp>
      <p:sp>
        <p:nvSpPr>
          <p:cNvPr id="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CAC1D8D-74EE-469D-A9D8-09781539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1962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기존값 + 계산값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Apply Preview</a:t>
            </a:r>
          </a:p>
        </p:txBody>
      </p:sp>
      <p:sp>
        <p:nvSpPr>
          <p:cNvPr id="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96A30C81-64E9-4945-8DFD-E31B0D28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38275"/>
            <a:ext cx="1962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합산값 저장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Review Offset</a:t>
            </a:r>
          </a:p>
        </p:txBody>
      </p:sp>
      <p:sp>
        <p:nvSpPr>
          <p:cNvPr id="9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C607A72-15DD-482C-AE8D-A84BC9F4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38275"/>
            <a:ext cx="1981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6"/>
          </a:solidFill>
          <a:ln xmlns:a="http://schemas.openxmlformats.org/drawingml/2006/main" w="12383">
            <a:solidFill>
              <a:srgbClr val="176E78"/>
            </a:solidFill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다음 가공</a:t>
            </a:r>
          </a:p>
          <a:p xmlns:a="http://schemas.openxmlformats.org/drawingml/2006/main">
            <a:pPr algn="ctr">
              <a:def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746"/>
                </a:solidFill>
                <a:latin typeface="Noto Sans KR"/>
                <a:ea typeface="Noto Sans KR"/>
                <a:cs typeface="Noto Sans KR"/>
              </a:rPr>
              <a:t>좌표에 보정 반영</a:t>
            </a:r>
          </a:p>
        </p:txBody>
      </p:sp>
      <p:sp>
        <p:nvSpPr>
          <p:cNvPr id="14" name="actual-record-3">
            <a:extLst xmlns:a="http://schemas.openxmlformats.org/drawingml/2006/main">
              <a:ext uri="{FF2B5EF4-FFF2-40B4-BE49-F238E27FC236}">
                <a16:creationId xmlns:a16="http://schemas.microsoft.com/office/drawing/2014/main" id="{EED1DD23-8646-4A75-BBF9-7931639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E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6E7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c2b453042c14296"/>
              </a:rPr>
              <a:t>실제 자료 이름: ST_CORRECTION_REVIEW_OFFSET_ROW  (CMenuCorrection.cs L2097)</a:t>
            </a:r>
          </a:p>
        </p:txBody>
      </p:sp>
      <p:sp>
        <p:nvSpPr>
          <p:cNvPr id="15" name="code-3">
            <a:extLst xmlns:a="http://schemas.openxmlformats.org/drawingml/2006/main">
              <a:ext uri="{FF2B5EF4-FFF2-40B4-BE49-F238E27FC236}">
                <a16:creationId xmlns:a16="http://schemas.microsoft.com/office/drawing/2014/main" id="{753D5BC0-6AEC-4805-9154-E7FC398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C3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2C35"/>
                </a:solidFill>
                <a:latin typeface="Consolas"/>
                <a:ea typeface="Consolas"/>
                <a:cs typeface="Consolas"/>
              </a:rPr>
              <a:t>var key = $"{row.ShotKey}_REVIEW_OFFSET_{normalizedAxis}";</a:t>
            </a:r>
          </a:p>
          <a:p xmlns:a="http://schemas.openxmlformats.org/drawingml/2006/main">
            <a:pPr algn="l">
              <a:defRPr sz="1725" b="0">
                <a:solidFill>
                  <a:srgbClr val="182C3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2C35"/>
                </a:solidFill>
                <a:latin typeface="Consolas"/>
                <a:ea typeface="Consolas"/>
                <a:cs typeface="Consolas"/>
              </a:rPr>
              <a:t>await _recipeManager.SaveRecipe(updatedRecipe);</a:t>
            </a:r>
          </a:p>
        </p:txBody>
      </p:sp>
      <p:sp>
        <p:nvSpPr>
          <p:cNvPr id="16" name="code-explanation-3">
            <a:extLst xmlns:a="http://schemas.openxmlformats.org/drawingml/2006/main">
              <a:ext uri="{FF2B5EF4-FFF2-40B4-BE49-F238E27FC236}">
                <a16:creationId xmlns:a16="http://schemas.microsoft.com/office/drawing/2014/main" id="{0CF832A1-0CE7-4F8C-ACD8-277E4C4F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2636B"/>
                </a:solidFill>
                <a:latin typeface="Noto Sans KR"/>
                <a:ea typeface="Noto Sans KR"/>
                <a:cs typeface="Noto Sans KR"/>
              </a:rPr>
              <a:t>저장 코드 발췌 (L1248 / L1221). 예: CELL1_A1_REVIEW_OFFSET_X, CELL1_A1_REVIEW_OFFSET_Y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33400" y="3952875"/>
          <a:ext xmlns:a="http://schemas.openxmlformats.org/drawingml/2006/main" cx="111252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9800"/>
                <a:gridCol w="8915400"/>
              </a:tblGrid>
              <a:tr h="400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추가로 정리할 항목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변수 사전과 흐름 설명에 넣을 내용</a:t>
                      </a:r>
                    </a:p>
                  </a:txBody>
                  <a:tcPr marL="114300" marR="114300" marT="76200" marB="47625" anchor="ctr">
                    <a:solidFill>
                      <a:srgbClr val="183746"/>
                    </a:solidFill>
                  </a:tcPr>
                </a:tc>
              </a:tr>
              <a:tr h="4762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좌표와 단위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Design / Stage / Scanner / Vision의 원점, 축 방향, 단위와 변환 순서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식별자와 순서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내부 키 CELL001_SHOT0001과 저장 키 CELL1_A1의 대응, 순서 재배열과 제외 조건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선택과 판정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Use / Ready / Skip / OK / NG 의미, Sampling과 Correction Rule의 적용 범위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보정 적용 이력</a:t>
                      </a:r>
                    </a:p>
                  </a:txBody>
                  <a:tcPr marL="114300" marR="114300" marT="76200" marB="47625" anchor="ctr">
                    <a:solidFill>
                      <a:srgbClr val="F0F6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82C3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기존값에 더하기와 덮어쓰기의 차이, 사용한 레시피·Flip 설정, 저장 시각과 사용자</a:t>
                      </a:r>
                    </a:p>
                  </a:txBody>
                  <a:tcPr marL="114300" marR="114300" marT="7620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4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2026-10-06T01:02:15.3230000Z</dcterms:created>
  <dcterms:modified xsi:type="dcterms:W3CDTF">2026-10-06T01:02:15.3230000Z</dcterms:modified>
</coreProperties>
</file>